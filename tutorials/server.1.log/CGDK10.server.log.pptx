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6" r:id="rId4"/>
    <p:sldId id="261" r:id="rId5"/>
    <p:sldId id="262" r:id="rId6"/>
    <p:sldId id="267" r:id="rId7"/>
    <p:sldId id="26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08" y="102"/>
      </p:cViewPr>
      <p:guideLst>
        <p:guide orient="horz" pos="391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D263E84-1817-4DB4-9541-F760C8F874EE}"/>
              </a:ext>
            </a:extLst>
          </p:cNvPr>
          <p:cNvSpPr/>
          <p:nvPr/>
        </p:nvSpPr>
        <p:spPr>
          <a:xfrm>
            <a:off x="0" y="0"/>
            <a:ext cx="141605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416050" y="1016000"/>
            <a:ext cx="40062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1. CGD::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object_ptr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Ireferenceable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인터페이스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416050" y="1376938"/>
            <a:ext cx="36984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2. CGD::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own_ptr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Idestroyable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인터페이스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B666A0-A1E1-4CF4-B6F8-1F3A627915EB}"/>
              </a:ext>
            </a:extLst>
          </p:cNvPr>
          <p:cNvSpPr txBox="1"/>
          <p:nvPr/>
        </p:nvSpPr>
        <p:spPr>
          <a:xfrm>
            <a:off x="1416050" y="1737876"/>
            <a:ext cx="18710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3.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객체 풀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(object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pool)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78691" y="347663"/>
            <a:ext cx="5207000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</a:rPr>
              <a:t>CGC.II..</a:t>
            </a:r>
            <a:r>
              <a:rPr lang="en-US" altLang="ko-KR" sz="3200" b="1" dirty="0"/>
              <a:t>LOG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Object_ptr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표준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스마트포인터와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다르게 객체 자체가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참조계수르르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가짐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따라서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Ireferenceable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상속받은 객체를 대상으로만 처리를 함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24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48085"/>
            <a:ext cx="89309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Object_ptr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동적 할당은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make_object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&lt;T&gt;()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함수 혹은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NEW&lt;T&gt;()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함수로 원하는 객체 동적 할당 가능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DBE5E-E08F-4485-A0A1-8C1E0028A631}"/>
              </a:ext>
            </a:extLst>
          </p:cNvPr>
          <p:cNvSpPr txBox="1"/>
          <p:nvPr/>
        </p:nvSpPr>
        <p:spPr>
          <a:xfrm>
            <a:off x="1416050" y="3121223"/>
            <a:ext cx="7261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own_ptr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동적 할당은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make_own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&lt;T&gt;()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가능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376CD-1029-457C-9A3E-FFC2A5AE1BD6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18FB9-9089-4DEC-B4E4-2F41FA93DD7B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EE7E7A-C3F9-4BDA-8CEF-1B975D0C3A74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13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855892" y="-11382"/>
            <a:ext cx="3390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own_ptr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Idestroyable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2105E-14D1-4432-8536-C8D29B2DD845}"/>
              </a:ext>
            </a:extLst>
          </p:cNvPr>
          <p:cNvSpPr txBox="1"/>
          <p:nvPr/>
        </p:nvSpPr>
        <p:spPr>
          <a:xfrm>
            <a:off x="1416050" y="620713"/>
            <a:ext cx="716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유일하게 하나만 존재하는 동적 객체를 위한 것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소멸될 때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destroy()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함수를 호출해준다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순환참조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문제를 해결하기 위해서도 사용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86ADFB-B5C7-4BD5-BE49-926036824C84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3640-ABDC-4F42-9C1A-02ED41CAF26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884537C-C1C2-4B0D-8697-8217999CE1CD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08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14197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객체 풀</a:t>
            </a:r>
            <a:r>
              <a:rPr lang="en-US" altLang="ko-KR" b="1" dirty="0"/>
              <a:t>.object</a:t>
            </a:r>
            <a:r>
              <a:rPr lang="ko-KR" altLang="en-US" b="1" dirty="0"/>
              <a:t> </a:t>
            </a:r>
            <a:r>
              <a:rPr lang="en-US" altLang="ko-KR" b="1" dirty="0"/>
              <a:t>pool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048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Ireferenceable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대신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Ipoolable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상속받으면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make_object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&lt;T&gt;()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함수 호출 시 자동으로 풀에서 할당을 받음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할당해제시 자동으로 풀로 다시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돌아감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644326-5966-4BE8-B87A-BAF4B480482E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4D35E4-88F9-42B2-83DD-0AA65C4AFBC9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B6DA0D3-AF9C-43E0-B610-D245889D9F47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003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1270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객체 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751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Ireferenceable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상속받아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make_object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&lt;T&gt;()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할당 받은 모든 객체는 내부적으로 통계를 냄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메모리릭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등과 같은 문제가 발생시 확인 가능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93BAF40-511F-4280-9B0F-3DA111408462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38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362E6D-A6B2-4CDD-A469-E33822357EB6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300</Words>
  <Application>Microsoft Office PowerPoint</Application>
  <PresentationFormat>와이드스크린</PresentationFormat>
  <Paragraphs>40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HY신명조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조 상현</cp:lastModifiedBy>
  <cp:revision>127</cp:revision>
  <dcterms:created xsi:type="dcterms:W3CDTF">2019-08-08T18:29:33Z</dcterms:created>
  <dcterms:modified xsi:type="dcterms:W3CDTF">2019-12-30T18:36:48Z</dcterms:modified>
</cp:coreProperties>
</file>