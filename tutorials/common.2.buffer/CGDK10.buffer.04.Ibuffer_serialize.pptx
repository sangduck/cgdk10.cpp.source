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2" r:id="rId4"/>
    <p:sldId id="270" r:id="rId5"/>
    <p:sldId id="275" r:id="rId6"/>
    <p:sldId id="273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9" autoAdjust="0"/>
    <p:restoredTop sz="94660"/>
  </p:normalViewPr>
  <p:slideViewPr>
    <p:cSldViewPr snapToGrid="0">
      <p:cViewPr>
        <p:scale>
          <a:sx n="100" d="100"/>
          <a:sy n="100" d="100"/>
        </p:scale>
        <p:origin x="-408" y="222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2020-01-12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B87DE33-CDB2-4028-8B35-64B351BA78D0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5243006"/>
            <a:ext cx="2968914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buffer system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append - extract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heterogenous data</a:t>
            </a:r>
          </a:p>
          <a:p>
            <a:pPr marL="176213" indent="-176213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/>
              <a:t>serializable interface</a:t>
            </a:r>
            <a:endParaRPr lang="ko-KR" altLang="en-US" sz="12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1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/>
              <a:t>BUFFER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4025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 system.Ibuffer_serializable.1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848950" y="6619621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‘DEFINE_STRUCT_SERIALIZABLE’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도 한계가 있을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320632-A8EF-4138-BAEA-FD404387699A}"/>
              </a:ext>
            </a:extLst>
          </p:cNvPr>
          <p:cNvSpPr txBox="1"/>
          <p:nvPr/>
        </p:nvSpPr>
        <p:spPr>
          <a:xfrm>
            <a:off x="1568449" y="1001713"/>
            <a:ext cx="9031963" cy="60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구조체와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‘DEFINE_STRUCT_SERIALIZABLE’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사용할 경우 구조체에 생성자를 정의할 수 없다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 처리를 직접 정의해야할 경우가 있을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07B0AF-4F40-4707-B35D-1968575B3976}"/>
              </a:ext>
            </a:extLst>
          </p:cNvPr>
          <p:cNvSpPr txBox="1"/>
          <p:nvPr/>
        </p:nvSpPr>
        <p:spPr>
          <a:xfrm>
            <a:off x="1416050" y="1878013"/>
            <a:ext cx="77089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HY견명조" panose="02030600000101010101" pitchFamily="18" charset="-127"/>
                <a:ea typeface="HY견명조" panose="02030600000101010101" pitchFamily="18" charset="-127"/>
              </a:rPr>
              <a:t>‘Ibuffer_serializable’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인터페이스 클래스를 상속받아</a:t>
            </a:r>
            <a:b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</a:b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process_serializable_in, process_serializable_out, process_size_of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재정의함으로써 직접 구현할 수 있다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31B362A-06C0-42F5-A1DB-201778653FC8}"/>
              </a:ext>
            </a:extLst>
          </p:cNvPr>
          <p:cNvSpPr/>
          <p:nvPr/>
        </p:nvSpPr>
        <p:spPr>
          <a:xfrm>
            <a:off x="1638315" y="2615478"/>
            <a:ext cx="8962098" cy="2517952"/>
          </a:xfrm>
          <a:custGeom>
            <a:avLst/>
            <a:gdLst>
              <a:gd name="connsiteX0" fmla="*/ 0 w 8962098"/>
              <a:gd name="connsiteY0" fmla="*/ 0 h 2517952"/>
              <a:gd name="connsiteX1" fmla="*/ 868634 w 8962098"/>
              <a:gd name="connsiteY1" fmla="*/ 0 h 2517952"/>
              <a:gd name="connsiteX2" fmla="*/ 1468405 w 8962098"/>
              <a:gd name="connsiteY2" fmla="*/ 0 h 2517952"/>
              <a:gd name="connsiteX3" fmla="*/ 1888935 w 8962098"/>
              <a:gd name="connsiteY3" fmla="*/ 0 h 2517952"/>
              <a:gd name="connsiteX4" fmla="*/ 2488706 w 8962098"/>
              <a:gd name="connsiteY4" fmla="*/ 0 h 2517952"/>
              <a:gd name="connsiteX5" fmla="*/ 3088477 w 8962098"/>
              <a:gd name="connsiteY5" fmla="*/ 0 h 2517952"/>
              <a:gd name="connsiteX6" fmla="*/ 3867490 w 8962098"/>
              <a:gd name="connsiteY6" fmla="*/ 0 h 2517952"/>
              <a:gd name="connsiteX7" fmla="*/ 4288019 w 8962098"/>
              <a:gd name="connsiteY7" fmla="*/ 0 h 2517952"/>
              <a:gd name="connsiteX8" fmla="*/ 4977411 w 8962098"/>
              <a:gd name="connsiteY8" fmla="*/ 0 h 2517952"/>
              <a:gd name="connsiteX9" fmla="*/ 5487562 w 8962098"/>
              <a:gd name="connsiteY9" fmla="*/ 0 h 2517952"/>
              <a:gd name="connsiteX10" fmla="*/ 5908091 w 8962098"/>
              <a:gd name="connsiteY10" fmla="*/ 0 h 2517952"/>
              <a:gd name="connsiteX11" fmla="*/ 6776725 w 8962098"/>
              <a:gd name="connsiteY11" fmla="*/ 0 h 2517952"/>
              <a:gd name="connsiteX12" fmla="*/ 7376496 w 8962098"/>
              <a:gd name="connsiteY12" fmla="*/ 0 h 2517952"/>
              <a:gd name="connsiteX13" fmla="*/ 8155509 w 8962098"/>
              <a:gd name="connsiteY13" fmla="*/ 0 h 2517952"/>
              <a:gd name="connsiteX14" fmla="*/ 8962098 w 8962098"/>
              <a:gd name="connsiteY14" fmla="*/ 0 h 2517952"/>
              <a:gd name="connsiteX15" fmla="*/ 8962098 w 8962098"/>
              <a:gd name="connsiteY15" fmla="*/ 579129 h 2517952"/>
              <a:gd name="connsiteX16" fmla="*/ 8962098 w 8962098"/>
              <a:gd name="connsiteY16" fmla="*/ 1183437 h 2517952"/>
              <a:gd name="connsiteX17" fmla="*/ 8962098 w 8962098"/>
              <a:gd name="connsiteY17" fmla="*/ 1762566 h 2517952"/>
              <a:gd name="connsiteX18" fmla="*/ 8962098 w 8962098"/>
              <a:gd name="connsiteY18" fmla="*/ 2517952 h 2517952"/>
              <a:gd name="connsiteX19" fmla="*/ 8362327 w 8962098"/>
              <a:gd name="connsiteY19" fmla="*/ 2517952 h 2517952"/>
              <a:gd name="connsiteX20" fmla="*/ 7762556 w 8962098"/>
              <a:gd name="connsiteY20" fmla="*/ 2517952 h 2517952"/>
              <a:gd name="connsiteX21" fmla="*/ 6983543 w 8962098"/>
              <a:gd name="connsiteY21" fmla="*/ 2517952 h 2517952"/>
              <a:gd name="connsiteX22" fmla="*/ 6383771 w 8962098"/>
              <a:gd name="connsiteY22" fmla="*/ 2517952 h 2517952"/>
              <a:gd name="connsiteX23" fmla="*/ 5604758 w 8962098"/>
              <a:gd name="connsiteY23" fmla="*/ 2517952 h 2517952"/>
              <a:gd name="connsiteX24" fmla="*/ 5094608 w 8962098"/>
              <a:gd name="connsiteY24" fmla="*/ 2517952 h 2517952"/>
              <a:gd name="connsiteX25" fmla="*/ 4584458 w 8962098"/>
              <a:gd name="connsiteY25" fmla="*/ 2517952 h 2517952"/>
              <a:gd name="connsiteX26" fmla="*/ 3805445 w 8962098"/>
              <a:gd name="connsiteY26" fmla="*/ 2517952 h 2517952"/>
              <a:gd name="connsiteX27" fmla="*/ 3205674 w 8962098"/>
              <a:gd name="connsiteY27" fmla="*/ 2517952 h 2517952"/>
              <a:gd name="connsiteX28" fmla="*/ 2516281 w 8962098"/>
              <a:gd name="connsiteY28" fmla="*/ 2517952 h 2517952"/>
              <a:gd name="connsiteX29" fmla="*/ 1916510 w 8962098"/>
              <a:gd name="connsiteY29" fmla="*/ 2517952 h 2517952"/>
              <a:gd name="connsiteX30" fmla="*/ 1495981 w 8962098"/>
              <a:gd name="connsiteY30" fmla="*/ 2517952 h 2517952"/>
              <a:gd name="connsiteX31" fmla="*/ 627347 w 8962098"/>
              <a:gd name="connsiteY31" fmla="*/ 2517952 h 2517952"/>
              <a:gd name="connsiteX32" fmla="*/ 0 w 8962098"/>
              <a:gd name="connsiteY32" fmla="*/ 2517952 h 2517952"/>
              <a:gd name="connsiteX33" fmla="*/ 0 w 8962098"/>
              <a:gd name="connsiteY33" fmla="*/ 1838105 h 2517952"/>
              <a:gd name="connsiteX34" fmla="*/ 0 w 8962098"/>
              <a:gd name="connsiteY34" fmla="*/ 1158258 h 2517952"/>
              <a:gd name="connsiteX35" fmla="*/ 0 w 8962098"/>
              <a:gd name="connsiteY35" fmla="*/ 0 h 251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517952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35029" y="195959"/>
                  <a:pt x="8986550" y="315714"/>
                  <a:pt x="8962098" y="579129"/>
                </a:cubicBezTo>
                <a:cubicBezTo>
                  <a:pt x="8937646" y="842544"/>
                  <a:pt x="8934453" y="928779"/>
                  <a:pt x="8962098" y="1183437"/>
                </a:cubicBezTo>
                <a:cubicBezTo>
                  <a:pt x="8989743" y="1438095"/>
                  <a:pt x="8989466" y="1536449"/>
                  <a:pt x="8962098" y="1762566"/>
                </a:cubicBezTo>
                <a:cubicBezTo>
                  <a:pt x="8934730" y="1988683"/>
                  <a:pt x="8927594" y="2221588"/>
                  <a:pt x="8962098" y="2517952"/>
                </a:cubicBezTo>
                <a:cubicBezTo>
                  <a:pt x="8687274" y="2531161"/>
                  <a:pt x="8494791" y="2516519"/>
                  <a:pt x="8362327" y="2517952"/>
                </a:cubicBezTo>
                <a:cubicBezTo>
                  <a:pt x="8229863" y="2519385"/>
                  <a:pt x="7913777" y="2509334"/>
                  <a:pt x="7762556" y="2517952"/>
                </a:cubicBezTo>
                <a:cubicBezTo>
                  <a:pt x="7611335" y="2526570"/>
                  <a:pt x="7339701" y="2533619"/>
                  <a:pt x="6983543" y="2517952"/>
                </a:cubicBezTo>
                <a:cubicBezTo>
                  <a:pt x="6627385" y="2502285"/>
                  <a:pt x="6543892" y="2488254"/>
                  <a:pt x="6383771" y="2517952"/>
                </a:cubicBezTo>
                <a:cubicBezTo>
                  <a:pt x="6223650" y="2547650"/>
                  <a:pt x="5764514" y="2498663"/>
                  <a:pt x="5604758" y="2517952"/>
                </a:cubicBezTo>
                <a:cubicBezTo>
                  <a:pt x="5445002" y="2537241"/>
                  <a:pt x="5345731" y="2541957"/>
                  <a:pt x="5094608" y="2517952"/>
                </a:cubicBezTo>
                <a:cubicBezTo>
                  <a:pt x="4843485" y="2493948"/>
                  <a:pt x="4833978" y="2528465"/>
                  <a:pt x="4584458" y="2517952"/>
                </a:cubicBezTo>
                <a:cubicBezTo>
                  <a:pt x="4334938" y="2507440"/>
                  <a:pt x="3996796" y="2485496"/>
                  <a:pt x="3805445" y="2517952"/>
                </a:cubicBezTo>
                <a:cubicBezTo>
                  <a:pt x="3614094" y="2550408"/>
                  <a:pt x="3362298" y="2511066"/>
                  <a:pt x="3205674" y="2517952"/>
                </a:cubicBezTo>
                <a:cubicBezTo>
                  <a:pt x="3049050" y="2524838"/>
                  <a:pt x="2714112" y="2501108"/>
                  <a:pt x="2516281" y="2517952"/>
                </a:cubicBezTo>
                <a:cubicBezTo>
                  <a:pt x="2318450" y="2534796"/>
                  <a:pt x="2190500" y="2515679"/>
                  <a:pt x="1916510" y="2517952"/>
                </a:cubicBezTo>
                <a:cubicBezTo>
                  <a:pt x="1642520" y="2520225"/>
                  <a:pt x="1631050" y="2508429"/>
                  <a:pt x="1495981" y="2517952"/>
                </a:cubicBezTo>
                <a:cubicBezTo>
                  <a:pt x="1360912" y="2527475"/>
                  <a:pt x="904943" y="2510628"/>
                  <a:pt x="627347" y="2517952"/>
                </a:cubicBezTo>
                <a:cubicBezTo>
                  <a:pt x="349751" y="2525276"/>
                  <a:pt x="215136" y="2516723"/>
                  <a:pt x="0" y="2517952"/>
                </a:cubicBezTo>
                <a:cubicBezTo>
                  <a:pt x="-2280" y="2358420"/>
                  <a:pt x="9114" y="2139520"/>
                  <a:pt x="0" y="1838105"/>
                </a:cubicBezTo>
                <a:cubicBezTo>
                  <a:pt x="-9114" y="1536690"/>
                  <a:pt x="-476" y="1413951"/>
                  <a:pt x="0" y="1158258"/>
                </a:cubicBezTo>
                <a:cubicBezTo>
                  <a:pt x="476" y="902565"/>
                  <a:pt x="-6027" y="335306"/>
                  <a:pt x="0" y="0"/>
                </a:cubicBezTo>
                <a:close/>
              </a:path>
              <a:path w="8962098" h="251795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5522" y="297651"/>
                  <a:pt x="8948211" y="431640"/>
                  <a:pt x="8962098" y="679847"/>
                </a:cubicBezTo>
                <a:cubicBezTo>
                  <a:pt x="8975985" y="928054"/>
                  <a:pt x="8979996" y="1051662"/>
                  <a:pt x="8962098" y="1334515"/>
                </a:cubicBezTo>
                <a:cubicBezTo>
                  <a:pt x="8944200" y="1617368"/>
                  <a:pt x="8971551" y="1732028"/>
                  <a:pt x="8962098" y="1964003"/>
                </a:cubicBezTo>
                <a:cubicBezTo>
                  <a:pt x="8952645" y="2195978"/>
                  <a:pt x="8963465" y="2251892"/>
                  <a:pt x="8962098" y="2517952"/>
                </a:cubicBezTo>
                <a:cubicBezTo>
                  <a:pt x="8798611" y="2526588"/>
                  <a:pt x="8595103" y="2514196"/>
                  <a:pt x="8451948" y="2517952"/>
                </a:cubicBezTo>
                <a:cubicBezTo>
                  <a:pt x="8308793" y="2521709"/>
                  <a:pt x="7904099" y="2475691"/>
                  <a:pt x="7583314" y="2517952"/>
                </a:cubicBezTo>
                <a:cubicBezTo>
                  <a:pt x="7262529" y="2560213"/>
                  <a:pt x="7199930" y="2551781"/>
                  <a:pt x="6893922" y="2517952"/>
                </a:cubicBezTo>
                <a:cubicBezTo>
                  <a:pt x="6587914" y="2484123"/>
                  <a:pt x="6441786" y="2534306"/>
                  <a:pt x="6114908" y="2517952"/>
                </a:cubicBezTo>
                <a:cubicBezTo>
                  <a:pt x="5788030" y="2501598"/>
                  <a:pt x="5709265" y="2513611"/>
                  <a:pt x="5335895" y="2517952"/>
                </a:cubicBezTo>
                <a:cubicBezTo>
                  <a:pt x="4962525" y="2522293"/>
                  <a:pt x="4965753" y="2494886"/>
                  <a:pt x="4736124" y="2517952"/>
                </a:cubicBezTo>
                <a:cubicBezTo>
                  <a:pt x="4506495" y="2541018"/>
                  <a:pt x="4386838" y="2503023"/>
                  <a:pt x="4225974" y="2517952"/>
                </a:cubicBezTo>
                <a:cubicBezTo>
                  <a:pt x="4065110" y="2532882"/>
                  <a:pt x="3752473" y="2482478"/>
                  <a:pt x="3357340" y="2517952"/>
                </a:cubicBezTo>
                <a:cubicBezTo>
                  <a:pt x="2962207" y="2553426"/>
                  <a:pt x="3011953" y="2503499"/>
                  <a:pt x="2667948" y="2517952"/>
                </a:cubicBezTo>
                <a:cubicBezTo>
                  <a:pt x="2323943" y="2532405"/>
                  <a:pt x="2047871" y="2504765"/>
                  <a:pt x="1799314" y="2517952"/>
                </a:cubicBezTo>
                <a:cubicBezTo>
                  <a:pt x="1550757" y="2531139"/>
                  <a:pt x="1180727" y="2509227"/>
                  <a:pt x="1020300" y="2517952"/>
                </a:cubicBezTo>
                <a:cubicBezTo>
                  <a:pt x="859873" y="2526677"/>
                  <a:pt x="498026" y="2567998"/>
                  <a:pt x="0" y="2517952"/>
                </a:cubicBezTo>
                <a:cubicBezTo>
                  <a:pt x="2094" y="2265842"/>
                  <a:pt x="18949" y="2140731"/>
                  <a:pt x="0" y="1888464"/>
                </a:cubicBezTo>
                <a:cubicBezTo>
                  <a:pt x="-18949" y="1636197"/>
                  <a:pt x="-25009" y="1504513"/>
                  <a:pt x="0" y="1334515"/>
                </a:cubicBezTo>
                <a:cubicBezTo>
                  <a:pt x="25009" y="1164517"/>
                  <a:pt x="22178" y="881464"/>
                  <a:pt x="0" y="755386"/>
                </a:cubicBezTo>
                <a:cubicBezTo>
                  <a:pt x="-22178" y="629308"/>
                  <a:pt x="-23934" y="35566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struct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foo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Ibuffer_serializable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int          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a;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eMESSAGE_TYPE b;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std::string   c;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short         d;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vector&lt;int&gt;   e;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virtual void </a:t>
            </a:r>
            <a:r>
              <a:rPr lang="en-US" altLang="ko-KR" sz="1000" b="1">
                <a:latin typeface="돋움체" panose="020B0609000101010101" pitchFamily="49" charset="-127"/>
                <a:ea typeface="돋움체" panose="020B0609000101010101" pitchFamily="49" charset="-127"/>
              </a:rPr>
              <a:t>process_serializable_in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(buffer_view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_buffer)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override;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virtual void </a:t>
            </a:r>
            <a:r>
              <a:rPr lang="en-US" altLang="ko-KR" sz="1000" b="1">
                <a:latin typeface="돋움체" panose="020B0609000101010101" pitchFamily="49" charset="-127"/>
                <a:ea typeface="돋움체" panose="020B0609000101010101" pitchFamily="49" charset="-127"/>
              </a:rPr>
              <a:t>process_serializable_out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(basic_buffer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_buffer)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override;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virtual void </a:t>
            </a:r>
            <a:r>
              <a:rPr lang="en-US" altLang="ko-KR" sz="1000" b="1">
                <a:latin typeface="돋움체" panose="020B0609000101010101" pitchFamily="49" charset="-127"/>
                <a:ea typeface="돋움체" panose="020B0609000101010101" pitchFamily="49" charset="-127"/>
              </a:rPr>
              <a:t>process_size_of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const override;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F0A4BB-8D0D-49F2-A920-2F6B488DCAEB}"/>
              </a:ext>
            </a:extLst>
          </p:cNvPr>
          <p:cNvSpPr txBox="1"/>
          <p:nvPr/>
        </p:nvSpPr>
        <p:spPr>
          <a:xfrm>
            <a:off x="5362575" y="2759273"/>
            <a:ext cx="2185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Ibuffer_serializable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상속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4FB0D91-6B3A-4C3F-A70E-FFA5114EE7F0}"/>
              </a:ext>
            </a:extLst>
          </p:cNvPr>
          <p:cNvCxnSpPr>
            <a:cxnSpLocks/>
          </p:cNvCxnSpPr>
          <p:nvPr/>
        </p:nvCxnSpPr>
        <p:spPr>
          <a:xfrm flipH="1">
            <a:off x="4962525" y="2878723"/>
            <a:ext cx="438150" cy="15389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D89AF0-F15C-40EA-AF0C-B007EA33104D}"/>
              </a:ext>
            </a:extLst>
          </p:cNvPr>
          <p:cNvSpPr txBox="1"/>
          <p:nvPr/>
        </p:nvSpPr>
        <p:spPr>
          <a:xfrm>
            <a:off x="7199090" y="3976380"/>
            <a:ext cx="2666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extract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했을 때 호출되는 함수다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32169C6-498F-4A4A-B789-07C238A30F97}"/>
              </a:ext>
            </a:extLst>
          </p:cNvPr>
          <p:cNvCxnSpPr>
            <a:cxnSpLocks/>
          </p:cNvCxnSpPr>
          <p:nvPr/>
        </p:nvCxnSpPr>
        <p:spPr>
          <a:xfrm flipH="1">
            <a:off x="6343650" y="4124405"/>
            <a:ext cx="722091" cy="22852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E0CC4D97-D9D6-4A4B-9B20-4BBB9956C7B1}"/>
              </a:ext>
            </a:extLst>
          </p:cNvPr>
          <p:cNvSpPr/>
          <p:nvPr/>
        </p:nvSpPr>
        <p:spPr>
          <a:xfrm>
            <a:off x="7044128" y="4035096"/>
            <a:ext cx="171840" cy="172751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/>
              <a:t>A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9C840C-85C1-448F-B4AA-95DFF09BA3AC}"/>
              </a:ext>
            </a:extLst>
          </p:cNvPr>
          <p:cNvSpPr txBox="1"/>
          <p:nvPr/>
        </p:nvSpPr>
        <p:spPr>
          <a:xfrm>
            <a:off x="7189565" y="4309755"/>
            <a:ext cx="2659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append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했을 때 호출되는 함수다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124E810-815F-4137-9C2D-DF44D61DC381}"/>
              </a:ext>
            </a:extLst>
          </p:cNvPr>
          <p:cNvCxnSpPr>
            <a:cxnSpLocks/>
          </p:cNvCxnSpPr>
          <p:nvPr/>
        </p:nvCxnSpPr>
        <p:spPr>
          <a:xfrm flipH="1">
            <a:off x="6503765" y="4457780"/>
            <a:ext cx="552450" cy="7612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F1C1DBE6-F2A0-4EB5-9131-C5CFEAA86571}"/>
              </a:ext>
            </a:extLst>
          </p:cNvPr>
          <p:cNvSpPr/>
          <p:nvPr/>
        </p:nvSpPr>
        <p:spPr>
          <a:xfrm>
            <a:off x="7034603" y="4368471"/>
            <a:ext cx="171840" cy="172751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/>
              <a:t>B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C188C4-9616-4095-BC86-52ACDDDB066C}"/>
              </a:ext>
            </a:extLst>
          </p:cNvPr>
          <p:cNvSpPr txBox="1"/>
          <p:nvPr/>
        </p:nvSpPr>
        <p:spPr>
          <a:xfrm>
            <a:off x="7189565" y="4690755"/>
            <a:ext cx="2909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get_size_of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를 했을 때호출되는 함수다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9EBC1DC-6E79-48FF-A7BD-77A600458C79}"/>
              </a:ext>
            </a:extLst>
          </p:cNvPr>
          <p:cNvCxnSpPr>
            <a:cxnSpLocks/>
          </p:cNvCxnSpPr>
          <p:nvPr/>
        </p:nvCxnSpPr>
        <p:spPr>
          <a:xfrm flipH="1" flipV="1">
            <a:off x="4972050" y="4714875"/>
            <a:ext cx="2084165" cy="123905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1B3F82D2-0B33-48C1-B580-BB435E407722}"/>
              </a:ext>
            </a:extLst>
          </p:cNvPr>
          <p:cNvSpPr/>
          <p:nvPr/>
        </p:nvSpPr>
        <p:spPr>
          <a:xfrm>
            <a:off x="7034603" y="4749471"/>
            <a:ext cx="171840" cy="172751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/>
              <a:t>C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410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 system.Ibuffer_serializable.2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638315" y="630238"/>
            <a:ext cx="770890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직렬화로 버퍼에서 데이터를 읽어 오기를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process_serializable_in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재정의한다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process_serializable_in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는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extract&lt;T&gt;()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했을 때 호출되는 함수이다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extract&lt;T&gt;()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함수로 값들을 읽어들여 멤버 변수에 대입한다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74D4C4-2940-4554-BB65-0330E36AF16F}"/>
              </a:ext>
            </a:extLst>
          </p:cNvPr>
          <p:cNvSpPr/>
          <p:nvPr/>
        </p:nvSpPr>
        <p:spPr>
          <a:xfrm>
            <a:off x="1638315" y="1548678"/>
            <a:ext cx="8962098" cy="1594622"/>
          </a:xfrm>
          <a:custGeom>
            <a:avLst/>
            <a:gdLst>
              <a:gd name="connsiteX0" fmla="*/ 0 w 8962098"/>
              <a:gd name="connsiteY0" fmla="*/ 0 h 1594622"/>
              <a:gd name="connsiteX1" fmla="*/ 510150 w 8962098"/>
              <a:gd name="connsiteY1" fmla="*/ 0 h 1594622"/>
              <a:gd name="connsiteX2" fmla="*/ 930679 w 8962098"/>
              <a:gd name="connsiteY2" fmla="*/ 0 h 1594622"/>
              <a:gd name="connsiteX3" fmla="*/ 1440830 w 8962098"/>
              <a:gd name="connsiteY3" fmla="*/ 0 h 1594622"/>
              <a:gd name="connsiteX4" fmla="*/ 2040601 w 8962098"/>
              <a:gd name="connsiteY4" fmla="*/ 0 h 1594622"/>
              <a:gd name="connsiteX5" fmla="*/ 2461130 w 8962098"/>
              <a:gd name="connsiteY5" fmla="*/ 0 h 1594622"/>
              <a:gd name="connsiteX6" fmla="*/ 3060901 w 8962098"/>
              <a:gd name="connsiteY6" fmla="*/ 0 h 1594622"/>
              <a:gd name="connsiteX7" fmla="*/ 3660672 w 8962098"/>
              <a:gd name="connsiteY7" fmla="*/ 0 h 1594622"/>
              <a:gd name="connsiteX8" fmla="*/ 4439685 w 8962098"/>
              <a:gd name="connsiteY8" fmla="*/ 0 h 1594622"/>
              <a:gd name="connsiteX9" fmla="*/ 4860215 w 8962098"/>
              <a:gd name="connsiteY9" fmla="*/ 0 h 1594622"/>
              <a:gd name="connsiteX10" fmla="*/ 5549607 w 8962098"/>
              <a:gd name="connsiteY10" fmla="*/ 0 h 1594622"/>
              <a:gd name="connsiteX11" fmla="*/ 6059757 w 8962098"/>
              <a:gd name="connsiteY11" fmla="*/ 0 h 1594622"/>
              <a:gd name="connsiteX12" fmla="*/ 6480286 w 8962098"/>
              <a:gd name="connsiteY12" fmla="*/ 0 h 1594622"/>
              <a:gd name="connsiteX13" fmla="*/ 7348920 w 8962098"/>
              <a:gd name="connsiteY13" fmla="*/ 0 h 1594622"/>
              <a:gd name="connsiteX14" fmla="*/ 7948692 w 8962098"/>
              <a:gd name="connsiteY14" fmla="*/ 0 h 1594622"/>
              <a:gd name="connsiteX15" fmla="*/ 8962098 w 8962098"/>
              <a:gd name="connsiteY15" fmla="*/ 0 h 1594622"/>
              <a:gd name="connsiteX16" fmla="*/ 8962098 w 8962098"/>
              <a:gd name="connsiteY16" fmla="*/ 531541 h 1594622"/>
              <a:gd name="connsiteX17" fmla="*/ 8962098 w 8962098"/>
              <a:gd name="connsiteY17" fmla="*/ 1063081 h 1594622"/>
              <a:gd name="connsiteX18" fmla="*/ 8962098 w 8962098"/>
              <a:gd name="connsiteY18" fmla="*/ 1594622 h 1594622"/>
              <a:gd name="connsiteX19" fmla="*/ 8451948 w 8962098"/>
              <a:gd name="connsiteY19" fmla="*/ 1594622 h 1594622"/>
              <a:gd name="connsiteX20" fmla="*/ 7762556 w 8962098"/>
              <a:gd name="connsiteY20" fmla="*/ 1594622 h 1594622"/>
              <a:gd name="connsiteX21" fmla="*/ 7073163 w 8962098"/>
              <a:gd name="connsiteY21" fmla="*/ 1594622 h 1594622"/>
              <a:gd name="connsiteX22" fmla="*/ 6473392 w 8962098"/>
              <a:gd name="connsiteY22" fmla="*/ 1594622 h 1594622"/>
              <a:gd name="connsiteX23" fmla="*/ 5694379 w 8962098"/>
              <a:gd name="connsiteY23" fmla="*/ 1594622 h 1594622"/>
              <a:gd name="connsiteX24" fmla="*/ 5094608 w 8962098"/>
              <a:gd name="connsiteY24" fmla="*/ 1594622 h 1594622"/>
              <a:gd name="connsiteX25" fmla="*/ 4315595 w 8962098"/>
              <a:gd name="connsiteY25" fmla="*/ 1594622 h 1594622"/>
              <a:gd name="connsiteX26" fmla="*/ 3805445 w 8962098"/>
              <a:gd name="connsiteY26" fmla="*/ 1594622 h 1594622"/>
              <a:gd name="connsiteX27" fmla="*/ 3295294 w 8962098"/>
              <a:gd name="connsiteY27" fmla="*/ 1594622 h 1594622"/>
              <a:gd name="connsiteX28" fmla="*/ 2516281 w 8962098"/>
              <a:gd name="connsiteY28" fmla="*/ 1594622 h 1594622"/>
              <a:gd name="connsiteX29" fmla="*/ 1916510 w 8962098"/>
              <a:gd name="connsiteY29" fmla="*/ 1594622 h 1594622"/>
              <a:gd name="connsiteX30" fmla="*/ 1227118 w 8962098"/>
              <a:gd name="connsiteY30" fmla="*/ 1594622 h 1594622"/>
              <a:gd name="connsiteX31" fmla="*/ 627347 w 8962098"/>
              <a:gd name="connsiteY31" fmla="*/ 1594622 h 1594622"/>
              <a:gd name="connsiteX32" fmla="*/ 0 w 8962098"/>
              <a:gd name="connsiteY32" fmla="*/ 1594622 h 1594622"/>
              <a:gd name="connsiteX33" fmla="*/ 0 w 8962098"/>
              <a:gd name="connsiteY33" fmla="*/ 1031189 h 1594622"/>
              <a:gd name="connsiteX34" fmla="*/ 0 w 8962098"/>
              <a:gd name="connsiteY34" fmla="*/ 547487 h 1594622"/>
              <a:gd name="connsiteX35" fmla="*/ 0 w 8962098"/>
              <a:gd name="connsiteY35" fmla="*/ 0 h 159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94622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43091" y="123997"/>
                  <a:pt x="8961064" y="351110"/>
                  <a:pt x="8962098" y="531541"/>
                </a:cubicBezTo>
                <a:cubicBezTo>
                  <a:pt x="8963132" y="711972"/>
                  <a:pt x="8982784" y="912682"/>
                  <a:pt x="8962098" y="1063081"/>
                </a:cubicBezTo>
                <a:cubicBezTo>
                  <a:pt x="8941412" y="1213480"/>
                  <a:pt x="8970414" y="1384000"/>
                  <a:pt x="8962098" y="1594622"/>
                </a:cubicBezTo>
                <a:cubicBezTo>
                  <a:pt x="8768339" y="1595760"/>
                  <a:pt x="8635883" y="1597397"/>
                  <a:pt x="8451948" y="1594622"/>
                </a:cubicBezTo>
                <a:cubicBezTo>
                  <a:pt x="8268013" y="1591848"/>
                  <a:pt x="7906679" y="1560938"/>
                  <a:pt x="7762556" y="1594622"/>
                </a:cubicBezTo>
                <a:cubicBezTo>
                  <a:pt x="7618433" y="1628306"/>
                  <a:pt x="7274105" y="1593727"/>
                  <a:pt x="7073163" y="1594622"/>
                </a:cubicBezTo>
                <a:cubicBezTo>
                  <a:pt x="6872221" y="1595517"/>
                  <a:pt x="6624613" y="1586004"/>
                  <a:pt x="6473392" y="1594622"/>
                </a:cubicBezTo>
                <a:cubicBezTo>
                  <a:pt x="6322171" y="1603240"/>
                  <a:pt x="6050537" y="1610289"/>
                  <a:pt x="5694379" y="1594622"/>
                </a:cubicBezTo>
                <a:cubicBezTo>
                  <a:pt x="5338221" y="1578955"/>
                  <a:pt x="5248367" y="1623487"/>
                  <a:pt x="5094608" y="1594622"/>
                </a:cubicBezTo>
                <a:cubicBezTo>
                  <a:pt x="4940849" y="1565757"/>
                  <a:pt x="4475351" y="1575333"/>
                  <a:pt x="4315595" y="1594622"/>
                </a:cubicBezTo>
                <a:cubicBezTo>
                  <a:pt x="4155839" y="1613911"/>
                  <a:pt x="4056568" y="1618627"/>
                  <a:pt x="3805445" y="1594622"/>
                </a:cubicBezTo>
                <a:cubicBezTo>
                  <a:pt x="3554322" y="1570618"/>
                  <a:pt x="3547939" y="1606108"/>
                  <a:pt x="3295294" y="1594622"/>
                </a:cubicBezTo>
                <a:cubicBezTo>
                  <a:pt x="3042649" y="1583136"/>
                  <a:pt x="2707632" y="1562166"/>
                  <a:pt x="2516281" y="1594622"/>
                </a:cubicBezTo>
                <a:cubicBezTo>
                  <a:pt x="2324930" y="1627078"/>
                  <a:pt x="2073134" y="1587736"/>
                  <a:pt x="1916510" y="1594622"/>
                </a:cubicBezTo>
                <a:cubicBezTo>
                  <a:pt x="1759886" y="1601508"/>
                  <a:pt x="1421649" y="1573328"/>
                  <a:pt x="1227118" y="1594622"/>
                </a:cubicBezTo>
                <a:cubicBezTo>
                  <a:pt x="1032587" y="1615916"/>
                  <a:pt x="901337" y="1592349"/>
                  <a:pt x="627347" y="1594622"/>
                </a:cubicBezTo>
                <a:cubicBezTo>
                  <a:pt x="353357" y="1596895"/>
                  <a:pt x="301530" y="1608233"/>
                  <a:pt x="0" y="1594622"/>
                </a:cubicBezTo>
                <a:cubicBezTo>
                  <a:pt x="7734" y="1338393"/>
                  <a:pt x="21046" y="1311323"/>
                  <a:pt x="0" y="1031189"/>
                </a:cubicBezTo>
                <a:cubicBezTo>
                  <a:pt x="-21046" y="751055"/>
                  <a:pt x="-15351" y="752741"/>
                  <a:pt x="0" y="547487"/>
                </a:cubicBezTo>
                <a:cubicBezTo>
                  <a:pt x="15351" y="342233"/>
                  <a:pt x="12060" y="161423"/>
                  <a:pt x="0" y="0"/>
                </a:cubicBezTo>
                <a:close/>
              </a:path>
              <a:path w="8962098" h="159462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9042" y="174579"/>
                  <a:pt x="8960601" y="342704"/>
                  <a:pt x="8962098" y="563433"/>
                </a:cubicBezTo>
                <a:cubicBezTo>
                  <a:pt x="8963595" y="784162"/>
                  <a:pt x="8987869" y="935840"/>
                  <a:pt x="8962098" y="1110920"/>
                </a:cubicBezTo>
                <a:cubicBezTo>
                  <a:pt x="8936327" y="1286000"/>
                  <a:pt x="8961370" y="1408191"/>
                  <a:pt x="8962098" y="1594622"/>
                </a:cubicBezTo>
                <a:cubicBezTo>
                  <a:pt x="8796241" y="1606206"/>
                  <a:pt x="8685247" y="1596731"/>
                  <a:pt x="8541569" y="1594622"/>
                </a:cubicBezTo>
                <a:cubicBezTo>
                  <a:pt x="8397891" y="1592513"/>
                  <a:pt x="8145758" y="1579725"/>
                  <a:pt x="7852177" y="1594622"/>
                </a:cubicBezTo>
                <a:cubicBezTo>
                  <a:pt x="7558596" y="1609519"/>
                  <a:pt x="7304328" y="1552361"/>
                  <a:pt x="6983543" y="1594622"/>
                </a:cubicBezTo>
                <a:cubicBezTo>
                  <a:pt x="6662758" y="1636883"/>
                  <a:pt x="6600854" y="1560443"/>
                  <a:pt x="6294150" y="1594622"/>
                </a:cubicBezTo>
                <a:cubicBezTo>
                  <a:pt x="5987446" y="1628801"/>
                  <a:pt x="5839644" y="1606087"/>
                  <a:pt x="5515137" y="1594622"/>
                </a:cubicBezTo>
                <a:cubicBezTo>
                  <a:pt x="5190630" y="1583157"/>
                  <a:pt x="5109494" y="1590281"/>
                  <a:pt x="4736124" y="1594622"/>
                </a:cubicBezTo>
                <a:cubicBezTo>
                  <a:pt x="4362754" y="1598963"/>
                  <a:pt x="4365982" y="1571556"/>
                  <a:pt x="4136353" y="1594622"/>
                </a:cubicBezTo>
                <a:cubicBezTo>
                  <a:pt x="3906724" y="1617688"/>
                  <a:pt x="3787067" y="1579693"/>
                  <a:pt x="3626203" y="1594622"/>
                </a:cubicBezTo>
                <a:cubicBezTo>
                  <a:pt x="3465339" y="1609552"/>
                  <a:pt x="3152702" y="1559148"/>
                  <a:pt x="2757569" y="1594622"/>
                </a:cubicBezTo>
                <a:cubicBezTo>
                  <a:pt x="2362436" y="1630096"/>
                  <a:pt x="2209304" y="1582603"/>
                  <a:pt x="2068176" y="1594622"/>
                </a:cubicBezTo>
                <a:cubicBezTo>
                  <a:pt x="1927048" y="1606641"/>
                  <a:pt x="1448099" y="1581435"/>
                  <a:pt x="1199542" y="1594622"/>
                </a:cubicBezTo>
                <a:cubicBezTo>
                  <a:pt x="950985" y="1607809"/>
                  <a:pt x="527239" y="1544247"/>
                  <a:pt x="0" y="1594622"/>
                </a:cubicBezTo>
                <a:cubicBezTo>
                  <a:pt x="22868" y="1351683"/>
                  <a:pt x="10473" y="1228553"/>
                  <a:pt x="0" y="1094974"/>
                </a:cubicBezTo>
                <a:cubicBezTo>
                  <a:pt x="-10473" y="961395"/>
                  <a:pt x="18341" y="734305"/>
                  <a:pt x="0" y="611272"/>
                </a:cubicBezTo>
                <a:cubicBezTo>
                  <a:pt x="-18341" y="488239"/>
                  <a:pt x="2623" y="1912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foo::</a:t>
            </a:r>
            <a:r>
              <a:rPr lang="en-US" altLang="ko-KR" sz="1000" b="1">
                <a:latin typeface="돋움체" panose="020B0609000101010101" pitchFamily="49" charset="-127"/>
                <a:ea typeface="돋움체" panose="020B0609000101010101" pitchFamily="49" charset="-127"/>
              </a:rPr>
              <a:t>process_serializable_in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(buffer_view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_buffer)</a:t>
            </a:r>
            <a:endParaRPr lang="en-US" altLang="ko-KR" sz="100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a = _buffer.extract&lt;int&gt;();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b = _buffer.extract&lt;eMESSAGE_TYPE&gt;();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c = _buffer.extract&lt;std::string&gt;();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d = _buffer.extract&lt;short&gt;();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e = _buffer.extract&lt;vector&lt;std::string&gt;&gt;();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35E2B-9577-4770-A6D9-600CFEF8E1D0}"/>
              </a:ext>
            </a:extLst>
          </p:cNvPr>
          <p:cNvSpPr txBox="1"/>
          <p:nvPr/>
        </p:nvSpPr>
        <p:spPr>
          <a:xfrm>
            <a:off x="1638315" y="3449638"/>
            <a:ext cx="770890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직렬화로 데이터를 버퍼에 써넣기를 정의하는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process_serializable_out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을 재정의한다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process_serializable_out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append&lt;T&gt;()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할 때 호출함수이다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각 멤버들을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append&lt;T&gt;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사용해서 데이터를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_buffer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에 직렬화로 써넣는다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94B94A-C973-40A5-A870-0AE50E598468}"/>
              </a:ext>
            </a:extLst>
          </p:cNvPr>
          <p:cNvSpPr/>
          <p:nvPr/>
        </p:nvSpPr>
        <p:spPr>
          <a:xfrm>
            <a:off x="1638315" y="4368078"/>
            <a:ext cx="8962098" cy="1594622"/>
          </a:xfrm>
          <a:custGeom>
            <a:avLst/>
            <a:gdLst>
              <a:gd name="connsiteX0" fmla="*/ 0 w 8962098"/>
              <a:gd name="connsiteY0" fmla="*/ 0 h 1594622"/>
              <a:gd name="connsiteX1" fmla="*/ 510150 w 8962098"/>
              <a:gd name="connsiteY1" fmla="*/ 0 h 1594622"/>
              <a:gd name="connsiteX2" fmla="*/ 930679 w 8962098"/>
              <a:gd name="connsiteY2" fmla="*/ 0 h 1594622"/>
              <a:gd name="connsiteX3" fmla="*/ 1440830 w 8962098"/>
              <a:gd name="connsiteY3" fmla="*/ 0 h 1594622"/>
              <a:gd name="connsiteX4" fmla="*/ 2040601 w 8962098"/>
              <a:gd name="connsiteY4" fmla="*/ 0 h 1594622"/>
              <a:gd name="connsiteX5" fmla="*/ 2461130 w 8962098"/>
              <a:gd name="connsiteY5" fmla="*/ 0 h 1594622"/>
              <a:gd name="connsiteX6" fmla="*/ 3060901 w 8962098"/>
              <a:gd name="connsiteY6" fmla="*/ 0 h 1594622"/>
              <a:gd name="connsiteX7" fmla="*/ 3660672 w 8962098"/>
              <a:gd name="connsiteY7" fmla="*/ 0 h 1594622"/>
              <a:gd name="connsiteX8" fmla="*/ 4439685 w 8962098"/>
              <a:gd name="connsiteY8" fmla="*/ 0 h 1594622"/>
              <a:gd name="connsiteX9" fmla="*/ 4860215 w 8962098"/>
              <a:gd name="connsiteY9" fmla="*/ 0 h 1594622"/>
              <a:gd name="connsiteX10" fmla="*/ 5549607 w 8962098"/>
              <a:gd name="connsiteY10" fmla="*/ 0 h 1594622"/>
              <a:gd name="connsiteX11" fmla="*/ 6059757 w 8962098"/>
              <a:gd name="connsiteY11" fmla="*/ 0 h 1594622"/>
              <a:gd name="connsiteX12" fmla="*/ 6480286 w 8962098"/>
              <a:gd name="connsiteY12" fmla="*/ 0 h 1594622"/>
              <a:gd name="connsiteX13" fmla="*/ 7348920 w 8962098"/>
              <a:gd name="connsiteY13" fmla="*/ 0 h 1594622"/>
              <a:gd name="connsiteX14" fmla="*/ 7948692 w 8962098"/>
              <a:gd name="connsiteY14" fmla="*/ 0 h 1594622"/>
              <a:gd name="connsiteX15" fmla="*/ 8962098 w 8962098"/>
              <a:gd name="connsiteY15" fmla="*/ 0 h 1594622"/>
              <a:gd name="connsiteX16" fmla="*/ 8962098 w 8962098"/>
              <a:gd name="connsiteY16" fmla="*/ 531541 h 1594622"/>
              <a:gd name="connsiteX17" fmla="*/ 8962098 w 8962098"/>
              <a:gd name="connsiteY17" fmla="*/ 1063081 h 1594622"/>
              <a:gd name="connsiteX18" fmla="*/ 8962098 w 8962098"/>
              <a:gd name="connsiteY18" fmla="*/ 1594622 h 1594622"/>
              <a:gd name="connsiteX19" fmla="*/ 8451948 w 8962098"/>
              <a:gd name="connsiteY19" fmla="*/ 1594622 h 1594622"/>
              <a:gd name="connsiteX20" fmla="*/ 7762556 w 8962098"/>
              <a:gd name="connsiteY20" fmla="*/ 1594622 h 1594622"/>
              <a:gd name="connsiteX21" fmla="*/ 7073163 w 8962098"/>
              <a:gd name="connsiteY21" fmla="*/ 1594622 h 1594622"/>
              <a:gd name="connsiteX22" fmla="*/ 6473392 w 8962098"/>
              <a:gd name="connsiteY22" fmla="*/ 1594622 h 1594622"/>
              <a:gd name="connsiteX23" fmla="*/ 5694379 w 8962098"/>
              <a:gd name="connsiteY23" fmla="*/ 1594622 h 1594622"/>
              <a:gd name="connsiteX24" fmla="*/ 5094608 w 8962098"/>
              <a:gd name="connsiteY24" fmla="*/ 1594622 h 1594622"/>
              <a:gd name="connsiteX25" fmla="*/ 4315595 w 8962098"/>
              <a:gd name="connsiteY25" fmla="*/ 1594622 h 1594622"/>
              <a:gd name="connsiteX26" fmla="*/ 3805445 w 8962098"/>
              <a:gd name="connsiteY26" fmla="*/ 1594622 h 1594622"/>
              <a:gd name="connsiteX27" fmla="*/ 3295294 w 8962098"/>
              <a:gd name="connsiteY27" fmla="*/ 1594622 h 1594622"/>
              <a:gd name="connsiteX28" fmla="*/ 2516281 w 8962098"/>
              <a:gd name="connsiteY28" fmla="*/ 1594622 h 1594622"/>
              <a:gd name="connsiteX29" fmla="*/ 1916510 w 8962098"/>
              <a:gd name="connsiteY29" fmla="*/ 1594622 h 1594622"/>
              <a:gd name="connsiteX30" fmla="*/ 1227118 w 8962098"/>
              <a:gd name="connsiteY30" fmla="*/ 1594622 h 1594622"/>
              <a:gd name="connsiteX31" fmla="*/ 627347 w 8962098"/>
              <a:gd name="connsiteY31" fmla="*/ 1594622 h 1594622"/>
              <a:gd name="connsiteX32" fmla="*/ 0 w 8962098"/>
              <a:gd name="connsiteY32" fmla="*/ 1594622 h 1594622"/>
              <a:gd name="connsiteX33" fmla="*/ 0 w 8962098"/>
              <a:gd name="connsiteY33" fmla="*/ 1031189 h 1594622"/>
              <a:gd name="connsiteX34" fmla="*/ 0 w 8962098"/>
              <a:gd name="connsiteY34" fmla="*/ 547487 h 1594622"/>
              <a:gd name="connsiteX35" fmla="*/ 0 w 8962098"/>
              <a:gd name="connsiteY35" fmla="*/ 0 h 159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594622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43091" y="123997"/>
                  <a:pt x="8961064" y="351110"/>
                  <a:pt x="8962098" y="531541"/>
                </a:cubicBezTo>
                <a:cubicBezTo>
                  <a:pt x="8963132" y="711972"/>
                  <a:pt x="8982784" y="912682"/>
                  <a:pt x="8962098" y="1063081"/>
                </a:cubicBezTo>
                <a:cubicBezTo>
                  <a:pt x="8941412" y="1213480"/>
                  <a:pt x="8970414" y="1384000"/>
                  <a:pt x="8962098" y="1594622"/>
                </a:cubicBezTo>
                <a:cubicBezTo>
                  <a:pt x="8768339" y="1595760"/>
                  <a:pt x="8635883" y="1597397"/>
                  <a:pt x="8451948" y="1594622"/>
                </a:cubicBezTo>
                <a:cubicBezTo>
                  <a:pt x="8268013" y="1591848"/>
                  <a:pt x="7906679" y="1560938"/>
                  <a:pt x="7762556" y="1594622"/>
                </a:cubicBezTo>
                <a:cubicBezTo>
                  <a:pt x="7618433" y="1628306"/>
                  <a:pt x="7274105" y="1593727"/>
                  <a:pt x="7073163" y="1594622"/>
                </a:cubicBezTo>
                <a:cubicBezTo>
                  <a:pt x="6872221" y="1595517"/>
                  <a:pt x="6624613" y="1586004"/>
                  <a:pt x="6473392" y="1594622"/>
                </a:cubicBezTo>
                <a:cubicBezTo>
                  <a:pt x="6322171" y="1603240"/>
                  <a:pt x="6050537" y="1610289"/>
                  <a:pt x="5694379" y="1594622"/>
                </a:cubicBezTo>
                <a:cubicBezTo>
                  <a:pt x="5338221" y="1578955"/>
                  <a:pt x="5248367" y="1623487"/>
                  <a:pt x="5094608" y="1594622"/>
                </a:cubicBezTo>
                <a:cubicBezTo>
                  <a:pt x="4940849" y="1565757"/>
                  <a:pt x="4475351" y="1575333"/>
                  <a:pt x="4315595" y="1594622"/>
                </a:cubicBezTo>
                <a:cubicBezTo>
                  <a:pt x="4155839" y="1613911"/>
                  <a:pt x="4056568" y="1618627"/>
                  <a:pt x="3805445" y="1594622"/>
                </a:cubicBezTo>
                <a:cubicBezTo>
                  <a:pt x="3554322" y="1570618"/>
                  <a:pt x="3547939" y="1606108"/>
                  <a:pt x="3295294" y="1594622"/>
                </a:cubicBezTo>
                <a:cubicBezTo>
                  <a:pt x="3042649" y="1583136"/>
                  <a:pt x="2707632" y="1562166"/>
                  <a:pt x="2516281" y="1594622"/>
                </a:cubicBezTo>
                <a:cubicBezTo>
                  <a:pt x="2324930" y="1627078"/>
                  <a:pt x="2073134" y="1587736"/>
                  <a:pt x="1916510" y="1594622"/>
                </a:cubicBezTo>
                <a:cubicBezTo>
                  <a:pt x="1759886" y="1601508"/>
                  <a:pt x="1421649" y="1573328"/>
                  <a:pt x="1227118" y="1594622"/>
                </a:cubicBezTo>
                <a:cubicBezTo>
                  <a:pt x="1032587" y="1615916"/>
                  <a:pt x="901337" y="1592349"/>
                  <a:pt x="627347" y="1594622"/>
                </a:cubicBezTo>
                <a:cubicBezTo>
                  <a:pt x="353357" y="1596895"/>
                  <a:pt x="301530" y="1608233"/>
                  <a:pt x="0" y="1594622"/>
                </a:cubicBezTo>
                <a:cubicBezTo>
                  <a:pt x="7734" y="1338393"/>
                  <a:pt x="21046" y="1311323"/>
                  <a:pt x="0" y="1031189"/>
                </a:cubicBezTo>
                <a:cubicBezTo>
                  <a:pt x="-21046" y="751055"/>
                  <a:pt x="-15351" y="752741"/>
                  <a:pt x="0" y="547487"/>
                </a:cubicBezTo>
                <a:cubicBezTo>
                  <a:pt x="15351" y="342233"/>
                  <a:pt x="12060" y="161423"/>
                  <a:pt x="0" y="0"/>
                </a:cubicBezTo>
                <a:close/>
              </a:path>
              <a:path w="8962098" h="1594622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9042" y="174579"/>
                  <a:pt x="8960601" y="342704"/>
                  <a:pt x="8962098" y="563433"/>
                </a:cubicBezTo>
                <a:cubicBezTo>
                  <a:pt x="8963595" y="784162"/>
                  <a:pt x="8987869" y="935840"/>
                  <a:pt x="8962098" y="1110920"/>
                </a:cubicBezTo>
                <a:cubicBezTo>
                  <a:pt x="8936327" y="1286000"/>
                  <a:pt x="8961370" y="1408191"/>
                  <a:pt x="8962098" y="1594622"/>
                </a:cubicBezTo>
                <a:cubicBezTo>
                  <a:pt x="8796241" y="1606206"/>
                  <a:pt x="8685247" y="1596731"/>
                  <a:pt x="8541569" y="1594622"/>
                </a:cubicBezTo>
                <a:cubicBezTo>
                  <a:pt x="8397891" y="1592513"/>
                  <a:pt x="8145758" y="1579725"/>
                  <a:pt x="7852177" y="1594622"/>
                </a:cubicBezTo>
                <a:cubicBezTo>
                  <a:pt x="7558596" y="1609519"/>
                  <a:pt x="7304328" y="1552361"/>
                  <a:pt x="6983543" y="1594622"/>
                </a:cubicBezTo>
                <a:cubicBezTo>
                  <a:pt x="6662758" y="1636883"/>
                  <a:pt x="6600854" y="1560443"/>
                  <a:pt x="6294150" y="1594622"/>
                </a:cubicBezTo>
                <a:cubicBezTo>
                  <a:pt x="5987446" y="1628801"/>
                  <a:pt x="5839644" y="1606087"/>
                  <a:pt x="5515137" y="1594622"/>
                </a:cubicBezTo>
                <a:cubicBezTo>
                  <a:pt x="5190630" y="1583157"/>
                  <a:pt x="5109494" y="1590281"/>
                  <a:pt x="4736124" y="1594622"/>
                </a:cubicBezTo>
                <a:cubicBezTo>
                  <a:pt x="4362754" y="1598963"/>
                  <a:pt x="4365982" y="1571556"/>
                  <a:pt x="4136353" y="1594622"/>
                </a:cubicBezTo>
                <a:cubicBezTo>
                  <a:pt x="3906724" y="1617688"/>
                  <a:pt x="3787067" y="1579693"/>
                  <a:pt x="3626203" y="1594622"/>
                </a:cubicBezTo>
                <a:cubicBezTo>
                  <a:pt x="3465339" y="1609552"/>
                  <a:pt x="3152702" y="1559148"/>
                  <a:pt x="2757569" y="1594622"/>
                </a:cubicBezTo>
                <a:cubicBezTo>
                  <a:pt x="2362436" y="1630096"/>
                  <a:pt x="2209304" y="1582603"/>
                  <a:pt x="2068176" y="1594622"/>
                </a:cubicBezTo>
                <a:cubicBezTo>
                  <a:pt x="1927048" y="1606641"/>
                  <a:pt x="1448099" y="1581435"/>
                  <a:pt x="1199542" y="1594622"/>
                </a:cubicBezTo>
                <a:cubicBezTo>
                  <a:pt x="950985" y="1607809"/>
                  <a:pt x="527239" y="1544247"/>
                  <a:pt x="0" y="1594622"/>
                </a:cubicBezTo>
                <a:cubicBezTo>
                  <a:pt x="22868" y="1351683"/>
                  <a:pt x="10473" y="1228553"/>
                  <a:pt x="0" y="1094974"/>
                </a:cubicBezTo>
                <a:cubicBezTo>
                  <a:pt x="-10473" y="961395"/>
                  <a:pt x="18341" y="734305"/>
                  <a:pt x="0" y="611272"/>
                </a:cubicBezTo>
                <a:cubicBezTo>
                  <a:pt x="-18341" y="488239"/>
                  <a:pt x="2623" y="19128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foo::</a:t>
            </a:r>
            <a:r>
              <a:rPr lang="en-US" altLang="ko-KR" sz="1000" b="1">
                <a:latin typeface="돋움체" panose="020B0609000101010101" pitchFamily="49" charset="-127"/>
                <a:ea typeface="돋움체" panose="020B0609000101010101" pitchFamily="49" charset="-127"/>
              </a:rPr>
              <a:t>process_serializable_out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(basic_buffer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_buffer)</a:t>
            </a:r>
            <a:endParaRPr lang="en-US" altLang="ko-KR" sz="100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{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  _buffer.append&lt;int&gt;(a);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  _buffer.append&lt;eMESSAGE_TYPE&gt;(b);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  _buffer.append&lt;std::string&gt;(c);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  _buffer.append&lt;short&gt;(d);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  _buffer.append&lt;vector&lt;std::string&gt;&gt;(e);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}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555170-2CE7-48A7-8AE4-18FDCB871401}"/>
              </a:ext>
            </a:extLst>
          </p:cNvPr>
          <p:cNvSpPr txBox="1"/>
          <p:nvPr/>
        </p:nvSpPr>
        <p:spPr>
          <a:xfrm>
            <a:off x="1396999" y="6316663"/>
            <a:ext cx="8962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이때 반드시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process_serialize_in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과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process_serialize_out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은 </a:t>
            </a:r>
            <a:r>
              <a:rPr lang="ko-KR" altLang="en-US" sz="1400">
                <a:latin typeface="HY견명조" panose="02030600000101010101" pitchFamily="18" charset="-127"/>
                <a:ea typeface="HY견명조" panose="02030600000101010101" pitchFamily="18" charset="-127"/>
              </a:rPr>
              <a:t>동일한 순서 동일한 데이터로 맞춰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주어야 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8E15ABB-3892-4F09-9B42-EDBEA8110D37}"/>
              </a:ext>
            </a:extLst>
          </p:cNvPr>
          <p:cNvSpPr/>
          <p:nvPr/>
        </p:nvSpPr>
        <p:spPr>
          <a:xfrm>
            <a:off x="1454150" y="746273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/>
              <a:t>A</a:t>
            </a:r>
            <a:endParaRPr lang="ko-KR" altLang="en-US" sz="1000" b="1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EEF471C-6D04-476E-9923-9F8FC544376E}"/>
              </a:ext>
            </a:extLst>
          </p:cNvPr>
          <p:cNvSpPr/>
          <p:nvPr/>
        </p:nvSpPr>
        <p:spPr>
          <a:xfrm>
            <a:off x="1454150" y="3559184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/>
              <a:t>B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781401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4167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 system.Ibuffer_serializable.3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74D4C4-2940-4554-BB65-0330E36AF16F}"/>
              </a:ext>
            </a:extLst>
          </p:cNvPr>
          <p:cNvSpPr/>
          <p:nvPr/>
        </p:nvSpPr>
        <p:spPr>
          <a:xfrm>
            <a:off x="1638315" y="1539153"/>
            <a:ext cx="8962098" cy="2210175"/>
          </a:xfrm>
          <a:custGeom>
            <a:avLst/>
            <a:gdLst>
              <a:gd name="connsiteX0" fmla="*/ 0 w 8962098"/>
              <a:gd name="connsiteY0" fmla="*/ 0 h 2210175"/>
              <a:gd name="connsiteX1" fmla="*/ 868634 w 8962098"/>
              <a:gd name="connsiteY1" fmla="*/ 0 h 2210175"/>
              <a:gd name="connsiteX2" fmla="*/ 1468405 w 8962098"/>
              <a:gd name="connsiteY2" fmla="*/ 0 h 2210175"/>
              <a:gd name="connsiteX3" fmla="*/ 1888935 w 8962098"/>
              <a:gd name="connsiteY3" fmla="*/ 0 h 2210175"/>
              <a:gd name="connsiteX4" fmla="*/ 2488706 w 8962098"/>
              <a:gd name="connsiteY4" fmla="*/ 0 h 2210175"/>
              <a:gd name="connsiteX5" fmla="*/ 3088477 w 8962098"/>
              <a:gd name="connsiteY5" fmla="*/ 0 h 2210175"/>
              <a:gd name="connsiteX6" fmla="*/ 3867490 w 8962098"/>
              <a:gd name="connsiteY6" fmla="*/ 0 h 2210175"/>
              <a:gd name="connsiteX7" fmla="*/ 4288019 w 8962098"/>
              <a:gd name="connsiteY7" fmla="*/ 0 h 2210175"/>
              <a:gd name="connsiteX8" fmla="*/ 4977411 w 8962098"/>
              <a:gd name="connsiteY8" fmla="*/ 0 h 2210175"/>
              <a:gd name="connsiteX9" fmla="*/ 5487562 w 8962098"/>
              <a:gd name="connsiteY9" fmla="*/ 0 h 2210175"/>
              <a:gd name="connsiteX10" fmla="*/ 5908091 w 8962098"/>
              <a:gd name="connsiteY10" fmla="*/ 0 h 2210175"/>
              <a:gd name="connsiteX11" fmla="*/ 6776725 w 8962098"/>
              <a:gd name="connsiteY11" fmla="*/ 0 h 2210175"/>
              <a:gd name="connsiteX12" fmla="*/ 7376496 w 8962098"/>
              <a:gd name="connsiteY12" fmla="*/ 0 h 2210175"/>
              <a:gd name="connsiteX13" fmla="*/ 8155509 w 8962098"/>
              <a:gd name="connsiteY13" fmla="*/ 0 h 2210175"/>
              <a:gd name="connsiteX14" fmla="*/ 8962098 w 8962098"/>
              <a:gd name="connsiteY14" fmla="*/ 0 h 2210175"/>
              <a:gd name="connsiteX15" fmla="*/ 8962098 w 8962098"/>
              <a:gd name="connsiteY15" fmla="*/ 508340 h 2210175"/>
              <a:gd name="connsiteX16" fmla="*/ 8962098 w 8962098"/>
              <a:gd name="connsiteY16" fmla="*/ 1038782 h 2210175"/>
              <a:gd name="connsiteX17" fmla="*/ 8962098 w 8962098"/>
              <a:gd name="connsiteY17" fmla="*/ 1547123 h 2210175"/>
              <a:gd name="connsiteX18" fmla="*/ 8962098 w 8962098"/>
              <a:gd name="connsiteY18" fmla="*/ 2210175 h 2210175"/>
              <a:gd name="connsiteX19" fmla="*/ 8362327 w 8962098"/>
              <a:gd name="connsiteY19" fmla="*/ 2210175 h 2210175"/>
              <a:gd name="connsiteX20" fmla="*/ 7762556 w 8962098"/>
              <a:gd name="connsiteY20" fmla="*/ 2210175 h 2210175"/>
              <a:gd name="connsiteX21" fmla="*/ 6983543 w 8962098"/>
              <a:gd name="connsiteY21" fmla="*/ 2210175 h 2210175"/>
              <a:gd name="connsiteX22" fmla="*/ 6383771 w 8962098"/>
              <a:gd name="connsiteY22" fmla="*/ 2210175 h 2210175"/>
              <a:gd name="connsiteX23" fmla="*/ 5604758 w 8962098"/>
              <a:gd name="connsiteY23" fmla="*/ 2210175 h 2210175"/>
              <a:gd name="connsiteX24" fmla="*/ 5094608 w 8962098"/>
              <a:gd name="connsiteY24" fmla="*/ 2210175 h 2210175"/>
              <a:gd name="connsiteX25" fmla="*/ 4584458 w 8962098"/>
              <a:gd name="connsiteY25" fmla="*/ 2210175 h 2210175"/>
              <a:gd name="connsiteX26" fmla="*/ 3805445 w 8962098"/>
              <a:gd name="connsiteY26" fmla="*/ 2210175 h 2210175"/>
              <a:gd name="connsiteX27" fmla="*/ 3205674 w 8962098"/>
              <a:gd name="connsiteY27" fmla="*/ 2210175 h 2210175"/>
              <a:gd name="connsiteX28" fmla="*/ 2516281 w 8962098"/>
              <a:gd name="connsiteY28" fmla="*/ 2210175 h 2210175"/>
              <a:gd name="connsiteX29" fmla="*/ 1916510 w 8962098"/>
              <a:gd name="connsiteY29" fmla="*/ 2210175 h 2210175"/>
              <a:gd name="connsiteX30" fmla="*/ 1495981 w 8962098"/>
              <a:gd name="connsiteY30" fmla="*/ 2210175 h 2210175"/>
              <a:gd name="connsiteX31" fmla="*/ 627347 w 8962098"/>
              <a:gd name="connsiteY31" fmla="*/ 2210175 h 2210175"/>
              <a:gd name="connsiteX32" fmla="*/ 0 w 8962098"/>
              <a:gd name="connsiteY32" fmla="*/ 2210175 h 2210175"/>
              <a:gd name="connsiteX33" fmla="*/ 0 w 8962098"/>
              <a:gd name="connsiteY33" fmla="*/ 1613428 h 2210175"/>
              <a:gd name="connsiteX34" fmla="*/ 0 w 8962098"/>
              <a:gd name="connsiteY34" fmla="*/ 1016680 h 2210175"/>
              <a:gd name="connsiteX35" fmla="*/ 0 w 8962098"/>
              <a:gd name="connsiteY35" fmla="*/ 0 h 221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210175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87340" y="242858"/>
                  <a:pt x="8953974" y="256295"/>
                  <a:pt x="8962098" y="508340"/>
                </a:cubicBezTo>
                <a:cubicBezTo>
                  <a:pt x="8970222" y="760385"/>
                  <a:pt x="8967239" y="806866"/>
                  <a:pt x="8962098" y="1038782"/>
                </a:cubicBezTo>
                <a:cubicBezTo>
                  <a:pt x="8956957" y="1270698"/>
                  <a:pt x="8953652" y="1335448"/>
                  <a:pt x="8962098" y="1547123"/>
                </a:cubicBezTo>
                <a:cubicBezTo>
                  <a:pt x="8970544" y="1758798"/>
                  <a:pt x="8989586" y="2003876"/>
                  <a:pt x="8962098" y="2210175"/>
                </a:cubicBezTo>
                <a:cubicBezTo>
                  <a:pt x="8687274" y="2223384"/>
                  <a:pt x="8494791" y="2208742"/>
                  <a:pt x="8362327" y="2210175"/>
                </a:cubicBezTo>
                <a:cubicBezTo>
                  <a:pt x="8229863" y="2211608"/>
                  <a:pt x="7913777" y="2201557"/>
                  <a:pt x="7762556" y="2210175"/>
                </a:cubicBezTo>
                <a:cubicBezTo>
                  <a:pt x="7611335" y="2218793"/>
                  <a:pt x="7339701" y="2225842"/>
                  <a:pt x="6983543" y="2210175"/>
                </a:cubicBezTo>
                <a:cubicBezTo>
                  <a:pt x="6627385" y="2194508"/>
                  <a:pt x="6543892" y="2180477"/>
                  <a:pt x="6383771" y="2210175"/>
                </a:cubicBezTo>
                <a:cubicBezTo>
                  <a:pt x="6223650" y="2239873"/>
                  <a:pt x="5764514" y="2190886"/>
                  <a:pt x="5604758" y="2210175"/>
                </a:cubicBezTo>
                <a:cubicBezTo>
                  <a:pt x="5445002" y="2229464"/>
                  <a:pt x="5345731" y="2234180"/>
                  <a:pt x="5094608" y="2210175"/>
                </a:cubicBezTo>
                <a:cubicBezTo>
                  <a:pt x="4843485" y="2186171"/>
                  <a:pt x="4833978" y="2220688"/>
                  <a:pt x="4584458" y="2210175"/>
                </a:cubicBezTo>
                <a:cubicBezTo>
                  <a:pt x="4334938" y="2199663"/>
                  <a:pt x="3996796" y="2177719"/>
                  <a:pt x="3805445" y="2210175"/>
                </a:cubicBezTo>
                <a:cubicBezTo>
                  <a:pt x="3614094" y="2242631"/>
                  <a:pt x="3362298" y="2203289"/>
                  <a:pt x="3205674" y="2210175"/>
                </a:cubicBezTo>
                <a:cubicBezTo>
                  <a:pt x="3049050" y="2217061"/>
                  <a:pt x="2714112" y="2193331"/>
                  <a:pt x="2516281" y="2210175"/>
                </a:cubicBezTo>
                <a:cubicBezTo>
                  <a:pt x="2318450" y="2227019"/>
                  <a:pt x="2190500" y="2207902"/>
                  <a:pt x="1916510" y="2210175"/>
                </a:cubicBezTo>
                <a:cubicBezTo>
                  <a:pt x="1642520" y="2212448"/>
                  <a:pt x="1631050" y="2200652"/>
                  <a:pt x="1495981" y="2210175"/>
                </a:cubicBezTo>
                <a:cubicBezTo>
                  <a:pt x="1360912" y="2219698"/>
                  <a:pt x="904943" y="2202851"/>
                  <a:pt x="627347" y="2210175"/>
                </a:cubicBezTo>
                <a:cubicBezTo>
                  <a:pt x="349751" y="2217499"/>
                  <a:pt x="215136" y="2208946"/>
                  <a:pt x="0" y="2210175"/>
                </a:cubicBezTo>
                <a:cubicBezTo>
                  <a:pt x="-19364" y="1929761"/>
                  <a:pt x="-17921" y="1820553"/>
                  <a:pt x="0" y="1613428"/>
                </a:cubicBezTo>
                <a:cubicBezTo>
                  <a:pt x="17921" y="1406303"/>
                  <a:pt x="-21931" y="1182488"/>
                  <a:pt x="0" y="1016680"/>
                </a:cubicBezTo>
                <a:cubicBezTo>
                  <a:pt x="21931" y="850872"/>
                  <a:pt x="-41155" y="299563"/>
                  <a:pt x="0" y="0"/>
                </a:cubicBezTo>
                <a:close/>
              </a:path>
              <a:path w="8962098" h="2210175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43200" y="291418"/>
                  <a:pt x="8988248" y="418289"/>
                  <a:pt x="8962098" y="596747"/>
                </a:cubicBezTo>
                <a:cubicBezTo>
                  <a:pt x="8935948" y="775205"/>
                  <a:pt x="8984933" y="954639"/>
                  <a:pt x="8962098" y="1171393"/>
                </a:cubicBezTo>
                <a:cubicBezTo>
                  <a:pt x="8939263" y="1388147"/>
                  <a:pt x="8974208" y="1518113"/>
                  <a:pt x="8962098" y="1723937"/>
                </a:cubicBezTo>
                <a:cubicBezTo>
                  <a:pt x="8949988" y="1929761"/>
                  <a:pt x="8980252" y="2086439"/>
                  <a:pt x="8962098" y="2210175"/>
                </a:cubicBezTo>
                <a:cubicBezTo>
                  <a:pt x="8798611" y="2218811"/>
                  <a:pt x="8595103" y="2206419"/>
                  <a:pt x="8451948" y="2210175"/>
                </a:cubicBezTo>
                <a:cubicBezTo>
                  <a:pt x="8308793" y="2213932"/>
                  <a:pt x="7904099" y="2167914"/>
                  <a:pt x="7583314" y="2210175"/>
                </a:cubicBezTo>
                <a:cubicBezTo>
                  <a:pt x="7262529" y="2252436"/>
                  <a:pt x="7199930" y="2244004"/>
                  <a:pt x="6893922" y="2210175"/>
                </a:cubicBezTo>
                <a:cubicBezTo>
                  <a:pt x="6587914" y="2176346"/>
                  <a:pt x="6441786" y="2226529"/>
                  <a:pt x="6114908" y="2210175"/>
                </a:cubicBezTo>
                <a:cubicBezTo>
                  <a:pt x="5788030" y="2193821"/>
                  <a:pt x="5709265" y="2205834"/>
                  <a:pt x="5335895" y="2210175"/>
                </a:cubicBezTo>
                <a:cubicBezTo>
                  <a:pt x="4962525" y="2214516"/>
                  <a:pt x="4965753" y="2187109"/>
                  <a:pt x="4736124" y="2210175"/>
                </a:cubicBezTo>
                <a:cubicBezTo>
                  <a:pt x="4506495" y="2233241"/>
                  <a:pt x="4386838" y="2195246"/>
                  <a:pt x="4225974" y="2210175"/>
                </a:cubicBezTo>
                <a:cubicBezTo>
                  <a:pt x="4065110" y="2225105"/>
                  <a:pt x="3752473" y="2174701"/>
                  <a:pt x="3357340" y="2210175"/>
                </a:cubicBezTo>
                <a:cubicBezTo>
                  <a:pt x="2962207" y="2245649"/>
                  <a:pt x="3011953" y="2195722"/>
                  <a:pt x="2667948" y="2210175"/>
                </a:cubicBezTo>
                <a:cubicBezTo>
                  <a:pt x="2323943" y="2224628"/>
                  <a:pt x="2047871" y="2196988"/>
                  <a:pt x="1799314" y="2210175"/>
                </a:cubicBezTo>
                <a:cubicBezTo>
                  <a:pt x="1550757" y="2223362"/>
                  <a:pt x="1180727" y="2201450"/>
                  <a:pt x="1020300" y="2210175"/>
                </a:cubicBezTo>
                <a:cubicBezTo>
                  <a:pt x="859873" y="2218900"/>
                  <a:pt x="498026" y="2260221"/>
                  <a:pt x="0" y="2210175"/>
                </a:cubicBezTo>
                <a:cubicBezTo>
                  <a:pt x="10844" y="2086005"/>
                  <a:pt x="10149" y="1914636"/>
                  <a:pt x="0" y="1657631"/>
                </a:cubicBezTo>
                <a:cubicBezTo>
                  <a:pt x="-10149" y="1400626"/>
                  <a:pt x="-10137" y="1380550"/>
                  <a:pt x="0" y="1171393"/>
                </a:cubicBezTo>
                <a:cubicBezTo>
                  <a:pt x="10137" y="962236"/>
                  <a:pt x="10275" y="863217"/>
                  <a:pt x="0" y="663053"/>
                </a:cubicBezTo>
                <a:cubicBezTo>
                  <a:pt x="-10275" y="462889"/>
                  <a:pt x="-29902" y="32118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void 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foo::</a:t>
            </a:r>
            <a:r>
              <a:rPr lang="en-US" altLang="ko-KR" sz="1000" b="1">
                <a:latin typeface="돋움체" panose="020B0609000101010101" pitchFamily="49" charset="-127"/>
                <a:ea typeface="돋움체" panose="020B0609000101010101" pitchFamily="49" charset="-127"/>
              </a:rPr>
              <a:t>process_size_of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()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const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size_t 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temp =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0;</a:t>
            </a:r>
          </a:p>
          <a:p>
            <a:endParaRPr lang="en-US" altLang="ko-KR" sz="100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temp += get_size_of(a);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temp += get_size_of(b);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temp += get_size_of(c);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temp += get_size_of(d);</a:t>
            </a:r>
          </a:p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   temp += get_size_of(e);</a:t>
            </a:r>
          </a:p>
          <a:p>
            <a:endParaRPr lang="en-US" altLang="ko-KR" sz="1000">
              <a:solidFill>
                <a:srgbClr val="0000FF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return 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temp;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83A98F-39F4-443F-A8CB-39B30E269436}"/>
              </a:ext>
            </a:extLst>
          </p:cNvPr>
          <p:cNvSpPr txBox="1"/>
          <p:nvPr/>
        </p:nvSpPr>
        <p:spPr>
          <a:xfrm>
            <a:off x="1638315" y="620713"/>
            <a:ext cx="7708900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직렬화를 했을 때 소요되는 메모리 크기를 정의하는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process_size_of()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정의한다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get_size_of&lt;T&gt;()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사용했을 때 호출되는 함수이다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각가의 멤버들을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get_size_of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함수를 사용해 모두 합산해 리턴해주면 된다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22093A8-8DAF-467C-8C42-FBAEAD8D2FF4}"/>
              </a:ext>
            </a:extLst>
          </p:cNvPr>
          <p:cNvSpPr/>
          <p:nvPr/>
        </p:nvSpPr>
        <p:spPr>
          <a:xfrm>
            <a:off x="1444625" y="720734"/>
            <a:ext cx="171840" cy="17275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/>
              <a:t>C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8979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4817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 system.Ibuffer_serializable.example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74D4C4-2940-4554-BB65-0330E36AF16F}"/>
              </a:ext>
            </a:extLst>
          </p:cNvPr>
          <p:cNvSpPr/>
          <p:nvPr/>
        </p:nvSpPr>
        <p:spPr>
          <a:xfrm>
            <a:off x="1638315" y="872403"/>
            <a:ext cx="8962098" cy="2607619"/>
          </a:xfrm>
          <a:custGeom>
            <a:avLst/>
            <a:gdLst>
              <a:gd name="connsiteX0" fmla="*/ 0 w 8962098"/>
              <a:gd name="connsiteY0" fmla="*/ 0 h 2607619"/>
              <a:gd name="connsiteX1" fmla="*/ 868634 w 8962098"/>
              <a:gd name="connsiteY1" fmla="*/ 0 h 2607619"/>
              <a:gd name="connsiteX2" fmla="*/ 1468405 w 8962098"/>
              <a:gd name="connsiteY2" fmla="*/ 0 h 2607619"/>
              <a:gd name="connsiteX3" fmla="*/ 1888935 w 8962098"/>
              <a:gd name="connsiteY3" fmla="*/ 0 h 2607619"/>
              <a:gd name="connsiteX4" fmla="*/ 2488706 w 8962098"/>
              <a:gd name="connsiteY4" fmla="*/ 0 h 2607619"/>
              <a:gd name="connsiteX5" fmla="*/ 3088477 w 8962098"/>
              <a:gd name="connsiteY5" fmla="*/ 0 h 2607619"/>
              <a:gd name="connsiteX6" fmla="*/ 3867490 w 8962098"/>
              <a:gd name="connsiteY6" fmla="*/ 0 h 2607619"/>
              <a:gd name="connsiteX7" fmla="*/ 4288019 w 8962098"/>
              <a:gd name="connsiteY7" fmla="*/ 0 h 2607619"/>
              <a:gd name="connsiteX8" fmla="*/ 4977411 w 8962098"/>
              <a:gd name="connsiteY8" fmla="*/ 0 h 2607619"/>
              <a:gd name="connsiteX9" fmla="*/ 5487562 w 8962098"/>
              <a:gd name="connsiteY9" fmla="*/ 0 h 2607619"/>
              <a:gd name="connsiteX10" fmla="*/ 5908091 w 8962098"/>
              <a:gd name="connsiteY10" fmla="*/ 0 h 2607619"/>
              <a:gd name="connsiteX11" fmla="*/ 6776725 w 8962098"/>
              <a:gd name="connsiteY11" fmla="*/ 0 h 2607619"/>
              <a:gd name="connsiteX12" fmla="*/ 7376496 w 8962098"/>
              <a:gd name="connsiteY12" fmla="*/ 0 h 2607619"/>
              <a:gd name="connsiteX13" fmla="*/ 8155509 w 8962098"/>
              <a:gd name="connsiteY13" fmla="*/ 0 h 2607619"/>
              <a:gd name="connsiteX14" fmla="*/ 8962098 w 8962098"/>
              <a:gd name="connsiteY14" fmla="*/ 0 h 2607619"/>
              <a:gd name="connsiteX15" fmla="*/ 8962098 w 8962098"/>
              <a:gd name="connsiteY15" fmla="*/ 599752 h 2607619"/>
              <a:gd name="connsiteX16" fmla="*/ 8962098 w 8962098"/>
              <a:gd name="connsiteY16" fmla="*/ 1225581 h 2607619"/>
              <a:gd name="connsiteX17" fmla="*/ 8962098 w 8962098"/>
              <a:gd name="connsiteY17" fmla="*/ 1825333 h 2607619"/>
              <a:gd name="connsiteX18" fmla="*/ 8962098 w 8962098"/>
              <a:gd name="connsiteY18" fmla="*/ 2607619 h 2607619"/>
              <a:gd name="connsiteX19" fmla="*/ 8362327 w 8962098"/>
              <a:gd name="connsiteY19" fmla="*/ 2607619 h 2607619"/>
              <a:gd name="connsiteX20" fmla="*/ 7762556 w 8962098"/>
              <a:gd name="connsiteY20" fmla="*/ 2607619 h 2607619"/>
              <a:gd name="connsiteX21" fmla="*/ 6983543 w 8962098"/>
              <a:gd name="connsiteY21" fmla="*/ 2607619 h 2607619"/>
              <a:gd name="connsiteX22" fmla="*/ 6383771 w 8962098"/>
              <a:gd name="connsiteY22" fmla="*/ 2607619 h 2607619"/>
              <a:gd name="connsiteX23" fmla="*/ 5604758 w 8962098"/>
              <a:gd name="connsiteY23" fmla="*/ 2607619 h 2607619"/>
              <a:gd name="connsiteX24" fmla="*/ 5094608 w 8962098"/>
              <a:gd name="connsiteY24" fmla="*/ 2607619 h 2607619"/>
              <a:gd name="connsiteX25" fmla="*/ 4584458 w 8962098"/>
              <a:gd name="connsiteY25" fmla="*/ 2607619 h 2607619"/>
              <a:gd name="connsiteX26" fmla="*/ 3805445 w 8962098"/>
              <a:gd name="connsiteY26" fmla="*/ 2607619 h 2607619"/>
              <a:gd name="connsiteX27" fmla="*/ 3205674 w 8962098"/>
              <a:gd name="connsiteY27" fmla="*/ 2607619 h 2607619"/>
              <a:gd name="connsiteX28" fmla="*/ 2516281 w 8962098"/>
              <a:gd name="connsiteY28" fmla="*/ 2607619 h 2607619"/>
              <a:gd name="connsiteX29" fmla="*/ 1916510 w 8962098"/>
              <a:gd name="connsiteY29" fmla="*/ 2607619 h 2607619"/>
              <a:gd name="connsiteX30" fmla="*/ 1495981 w 8962098"/>
              <a:gd name="connsiteY30" fmla="*/ 2607619 h 2607619"/>
              <a:gd name="connsiteX31" fmla="*/ 627347 w 8962098"/>
              <a:gd name="connsiteY31" fmla="*/ 2607619 h 2607619"/>
              <a:gd name="connsiteX32" fmla="*/ 0 w 8962098"/>
              <a:gd name="connsiteY32" fmla="*/ 2607619 h 2607619"/>
              <a:gd name="connsiteX33" fmla="*/ 0 w 8962098"/>
              <a:gd name="connsiteY33" fmla="*/ 1903562 h 2607619"/>
              <a:gd name="connsiteX34" fmla="*/ 0 w 8962098"/>
              <a:gd name="connsiteY34" fmla="*/ 1199505 h 2607619"/>
              <a:gd name="connsiteX35" fmla="*/ 0 w 8962098"/>
              <a:gd name="connsiteY35" fmla="*/ 0 h 260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2607619" fill="none" extrusionOk="0">
                <a:moveTo>
                  <a:pt x="0" y="0"/>
                </a:moveTo>
                <a:cubicBezTo>
                  <a:pt x="298731" y="-4631"/>
                  <a:pt x="675027" y="14842"/>
                  <a:pt x="868634" y="0"/>
                </a:cubicBezTo>
                <a:cubicBezTo>
                  <a:pt x="1062241" y="-14842"/>
                  <a:pt x="1341089" y="11627"/>
                  <a:pt x="1468405" y="0"/>
                </a:cubicBezTo>
                <a:cubicBezTo>
                  <a:pt x="1595721" y="-11627"/>
                  <a:pt x="1710587" y="16825"/>
                  <a:pt x="1888935" y="0"/>
                </a:cubicBezTo>
                <a:cubicBezTo>
                  <a:pt x="2067283" y="-16825"/>
                  <a:pt x="2256441" y="4492"/>
                  <a:pt x="2488706" y="0"/>
                </a:cubicBezTo>
                <a:cubicBezTo>
                  <a:pt x="2720971" y="-4492"/>
                  <a:pt x="2827907" y="-11615"/>
                  <a:pt x="3088477" y="0"/>
                </a:cubicBezTo>
                <a:cubicBezTo>
                  <a:pt x="3349047" y="11615"/>
                  <a:pt x="3531027" y="33240"/>
                  <a:pt x="3867490" y="0"/>
                </a:cubicBezTo>
                <a:cubicBezTo>
                  <a:pt x="4203953" y="-33240"/>
                  <a:pt x="4118293" y="18316"/>
                  <a:pt x="4288019" y="0"/>
                </a:cubicBezTo>
                <a:cubicBezTo>
                  <a:pt x="4457745" y="-18316"/>
                  <a:pt x="4791706" y="-10920"/>
                  <a:pt x="4977411" y="0"/>
                </a:cubicBezTo>
                <a:cubicBezTo>
                  <a:pt x="5163116" y="10920"/>
                  <a:pt x="5378473" y="5305"/>
                  <a:pt x="5487562" y="0"/>
                </a:cubicBezTo>
                <a:cubicBezTo>
                  <a:pt x="5596651" y="-5305"/>
                  <a:pt x="5757792" y="5934"/>
                  <a:pt x="5908091" y="0"/>
                </a:cubicBezTo>
                <a:cubicBezTo>
                  <a:pt x="6058390" y="-5934"/>
                  <a:pt x="6535652" y="-26784"/>
                  <a:pt x="6776725" y="0"/>
                </a:cubicBezTo>
                <a:cubicBezTo>
                  <a:pt x="7017798" y="26784"/>
                  <a:pt x="7198419" y="-7531"/>
                  <a:pt x="7376496" y="0"/>
                </a:cubicBezTo>
                <a:cubicBezTo>
                  <a:pt x="7554573" y="7531"/>
                  <a:pt x="7832540" y="-5864"/>
                  <a:pt x="8155509" y="0"/>
                </a:cubicBezTo>
                <a:cubicBezTo>
                  <a:pt x="8478478" y="5864"/>
                  <a:pt x="8658734" y="-30889"/>
                  <a:pt x="8962098" y="0"/>
                </a:cubicBezTo>
                <a:cubicBezTo>
                  <a:pt x="8970391" y="244646"/>
                  <a:pt x="8975421" y="358578"/>
                  <a:pt x="8962098" y="599752"/>
                </a:cubicBezTo>
                <a:cubicBezTo>
                  <a:pt x="8948775" y="840926"/>
                  <a:pt x="8932484" y="925937"/>
                  <a:pt x="8962098" y="1225581"/>
                </a:cubicBezTo>
                <a:cubicBezTo>
                  <a:pt x="8991712" y="1525225"/>
                  <a:pt x="8948960" y="1632372"/>
                  <a:pt x="8962098" y="1825333"/>
                </a:cubicBezTo>
                <a:cubicBezTo>
                  <a:pt x="8975236" y="2018294"/>
                  <a:pt x="8952330" y="2449785"/>
                  <a:pt x="8962098" y="2607619"/>
                </a:cubicBezTo>
                <a:cubicBezTo>
                  <a:pt x="8687274" y="2620828"/>
                  <a:pt x="8494791" y="2606186"/>
                  <a:pt x="8362327" y="2607619"/>
                </a:cubicBezTo>
                <a:cubicBezTo>
                  <a:pt x="8229863" y="2609052"/>
                  <a:pt x="7913777" y="2599001"/>
                  <a:pt x="7762556" y="2607619"/>
                </a:cubicBezTo>
                <a:cubicBezTo>
                  <a:pt x="7611335" y="2616237"/>
                  <a:pt x="7339701" y="2623286"/>
                  <a:pt x="6983543" y="2607619"/>
                </a:cubicBezTo>
                <a:cubicBezTo>
                  <a:pt x="6627385" y="2591952"/>
                  <a:pt x="6543892" y="2577921"/>
                  <a:pt x="6383771" y="2607619"/>
                </a:cubicBezTo>
                <a:cubicBezTo>
                  <a:pt x="6223650" y="2637317"/>
                  <a:pt x="5764514" y="2588330"/>
                  <a:pt x="5604758" y="2607619"/>
                </a:cubicBezTo>
                <a:cubicBezTo>
                  <a:pt x="5445002" y="2626908"/>
                  <a:pt x="5345731" y="2631624"/>
                  <a:pt x="5094608" y="2607619"/>
                </a:cubicBezTo>
                <a:cubicBezTo>
                  <a:pt x="4843485" y="2583615"/>
                  <a:pt x="4833978" y="2618132"/>
                  <a:pt x="4584458" y="2607619"/>
                </a:cubicBezTo>
                <a:cubicBezTo>
                  <a:pt x="4334938" y="2597107"/>
                  <a:pt x="3996796" y="2575163"/>
                  <a:pt x="3805445" y="2607619"/>
                </a:cubicBezTo>
                <a:cubicBezTo>
                  <a:pt x="3614094" y="2640075"/>
                  <a:pt x="3362298" y="2600733"/>
                  <a:pt x="3205674" y="2607619"/>
                </a:cubicBezTo>
                <a:cubicBezTo>
                  <a:pt x="3049050" y="2614505"/>
                  <a:pt x="2714112" y="2590775"/>
                  <a:pt x="2516281" y="2607619"/>
                </a:cubicBezTo>
                <a:cubicBezTo>
                  <a:pt x="2318450" y="2624463"/>
                  <a:pt x="2190500" y="2605346"/>
                  <a:pt x="1916510" y="2607619"/>
                </a:cubicBezTo>
                <a:cubicBezTo>
                  <a:pt x="1642520" y="2609892"/>
                  <a:pt x="1631050" y="2598096"/>
                  <a:pt x="1495981" y="2607619"/>
                </a:cubicBezTo>
                <a:cubicBezTo>
                  <a:pt x="1360912" y="2617142"/>
                  <a:pt x="904943" y="2600295"/>
                  <a:pt x="627347" y="2607619"/>
                </a:cubicBezTo>
                <a:cubicBezTo>
                  <a:pt x="349751" y="2614943"/>
                  <a:pt x="215136" y="2606390"/>
                  <a:pt x="0" y="2607619"/>
                </a:cubicBezTo>
                <a:cubicBezTo>
                  <a:pt x="-34416" y="2438964"/>
                  <a:pt x="-7059" y="2254416"/>
                  <a:pt x="0" y="1903562"/>
                </a:cubicBezTo>
                <a:cubicBezTo>
                  <a:pt x="7059" y="1552708"/>
                  <a:pt x="-25287" y="1423649"/>
                  <a:pt x="0" y="1199505"/>
                </a:cubicBezTo>
                <a:cubicBezTo>
                  <a:pt x="25287" y="975361"/>
                  <a:pt x="35999" y="260246"/>
                  <a:pt x="0" y="0"/>
                </a:cubicBezTo>
                <a:close/>
              </a:path>
              <a:path w="8962098" h="2607619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0984" y="249827"/>
                  <a:pt x="8927928" y="432727"/>
                  <a:pt x="8962098" y="704057"/>
                </a:cubicBezTo>
                <a:cubicBezTo>
                  <a:pt x="8996268" y="975387"/>
                  <a:pt x="8963561" y="1073665"/>
                  <a:pt x="8962098" y="1382038"/>
                </a:cubicBezTo>
                <a:cubicBezTo>
                  <a:pt x="8960635" y="1690411"/>
                  <a:pt x="8957922" y="1759556"/>
                  <a:pt x="8962098" y="2033943"/>
                </a:cubicBezTo>
                <a:cubicBezTo>
                  <a:pt x="8966274" y="2308330"/>
                  <a:pt x="8940851" y="2466644"/>
                  <a:pt x="8962098" y="2607619"/>
                </a:cubicBezTo>
                <a:cubicBezTo>
                  <a:pt x="8798611" y="2616255"/>
                  <a:pt x="8595103" y="2603863"/>
                  <a:pt x="8451948" y="2607619"/>
                </a:cubicBezTo>
                <a:cubicBezTo>
                  <a:pt x="8308793" y="2611376"/>
                  <a:pt x="7904099" y="2565358"/>
                  <a:pt x="7583314" y="2607619"/>
                </a:cubicBezTo>
                <a:cubicBezTo>
                  <a:pt x="7262529" y="2649880"/>
                  <a:pt x="7199930" y="2641448"/>
                  <a:pt x="6893922" y="2607619"/>
                </a:cubicBezTo>
                <a:cubicBezTo>
                  <a:pt x="6587914" y="2573790"/>
                  <a:pt x="6441786" y="2623973"/>
                  <a:pt x="6114908" y="2607619"/>
                </a:cubicBezTo>
                <a:cubicBezTo>
                  <a:pt x="5788030" y="2591265"/>
                  <a:pt x="5709265" y="2603278"/>
                  <a:pt x="5335895" y="2607619"/>
                </a:cubicBezTo>
                <a:cubicBezTo>
                  <a:pt x="4962525" y="2611960"/>
                  <a:pt x="4965753" y="2584553"/>
                  <a:pt x="4736124" y="2607619"/>
                </a:cubicBezTo>
                <a:cubicBezTo>
                  <a:pt x="4506495" y="2630685"/>
                  <a:pt x="4386838" y="2592690"/>
                  <a:pt x="4225974" y="2607619"/>
                </a:cubicBezTo>
                <a:cubicBezTo>
                  <a:pt x="4065110" y="2622549"/>
                  <a:pt x="3752473" y="2572145"/>
                  <a:pt x="3357340" y="2607619"/>
                </a:cubicBezTo>
                <a:cubicBezTo>
                  <a:pt x="2962207" y="2643093"/>
                  <a:pt x="3011953" y="2593166"/>
                  <a:pt x="2667948" y="2607619"/>
                </a:cubicBezTo>
                <a:cubicBezTo>
                  <a:pt x="2323943" y="2622072"/>
                  <a:pt x="2047871" y="2594432"/>
                  <a:pt x="1799314" y="2607619"/>
                </a:cubicBezTo>
                <a:cubicBezTo>
                  <a:pt x="1550757" y="2620806"/>
                  <a:pt x="1180727" y="2598894"/>
                  <a:pt x="1020300" y="2607619"/>
                </a:cubicBezTo>
                <a:cubicBezTo>
                  <a:pt x="859873" y="2616344"/>
                  <a:pt x="498026" y="2657665"/>
                  <a:pt x="0" y="2607619"/>
                </a:cubicBezTo>
                <a:cubicBezTo>
                  <a:pt x="22106" y="2343613"/>
                  <a:pt x="-24650" y="2261325"/>
                  <a:pt x="0" y="1955714"/>
                </a:cubicBezTo>
                <a:cubicBezTo>
                  <a:pt x="24650" y="1650104"/>
                  <a:pt x="-10277" y="1573307"/>
                  <a:pt x="0" y="1382038"/>
                </a:cubicBezTo>
                <a:cubicBezTo>
                  <a:pt x="10277" y="1190769"/>
                  <a:pt x="-3335" y="1079147"/>
                  <a:pt x="0" y="782286"/>
                </a:cubicBezTo>
                <a:cubicBezTo>
                  <a:pt x="3335" y="485425"/>
                  <a:pt x="27676" y="31676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- DATA</a:t>
            </a:r>
            <a:r>
              <a:rPr lang="ko-KR" altLang="en-US" sz="1000">
                <a:solidFill>
                  <a:srgbClr val="00B050"/>
                </a:solidFill>
              </a:rPr>
              <a:t>형 변수 </a:t>
            </a:r>
            <a:r>
              <a:rPr lang="en-US" altLang="ko-KR" sz="1000">
                <a:solidFill>
                  <a:srgbClr val="00B050"/>
                </a:solidFill>
              </a:rPr>
              <a:t>s1</a:t>
            </a:r>
          </a:p>
          <a:p>
            <a:r>
              <a:rPr lang="en-US" altLang="ko-KR" sz="1000"/>
              <a:t>foo s1;</a:t>
            </a:r>
          </a:p>
          <a:p>
            <a:r>
              <a:rPr lang="en-US" altLang="ko-KR" sz="1000"/>
              <a:t>s1.a = 1;</a:t>
            </a:r>
          </a:p>
          <a:p>
            <a:r>
              <a:rPr lang="en-US" altLang="ko-KR" sz="1000"/>
              <a:t>s1.b = eMESSAGE_TYPE::A;</a:t>
            </a:r>
          </a:p>
          <a:p>
            <a:r>
              <a:rPr lang="en-US" altLang="ko-KR" sz="1000"/>
              <a:t>s1.c = "test string";</a:t>
            </a:r>
          </a:p>
          <a:p>
            <a:r>
              <a:rPr lang="en-US" altLang="ko-KR" sz="1000"/>
              <a:t>s1.d = 12;</a:t>
            </a:r>
          </a:p>
          <a:p>
            <a:r>
              <a:rPr lang="pt-BR" altLang="ko-KR" sz="1000"/>
              <a:t>s1.e = std::vector{ 10,20,30 };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- 1000byte </a:t>
            </a:r>
            <a:r>
              <a:rPr lang="ko-KR" altLang="en-US" sz="1000">
                <a:solidFill>
                  <a:srgbClr val="00B050"/>
                </a:solidFill>
              </a:rPr>
              <a:t>버퍼를 생성함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auto bar = alloc_shared_buffer(1000);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*1) buf</a:t>
            </a:r>
            <a:r>
              <a:rPr lang="ko-KR" altLang="en-US" sz="1000">
                <a:solidFill>
                  <a:srgbClr val="00B050"/>
                </a:solidFill>
              </a:rPr>
              <a:t>에 </a:t>
            </a:r>
            <a:r>
              <a:rPr lang="en-US" altLang="ko-KR" sz="1000">
                <a:solidFill>
                  <a:srgbClr val="00B050"/>
                </a:solidFill>
              </a:rPr>
              <a:t>DATA</a:t>
            </a:r>
            <a:r>
              <a:rPr lang="ko-KR" altLang="en-US" sz="1000">
                <a:solidFill>
                  <a:srgbClr val="00B050"/>
                </a:solidFill>
              </a:rPr>
              <a:t>형 변수 </a:t>
            </a:r>
            <a:r>
              <a:rPr lang="en-US" altLang="ko-KR" sz="1000">
                <a:solidFill>
                  <a:srgbClr val="00B050"/>
                </a:solidFill>
              </a:rPr>
              <a:t>s1</a:t>
            </a:r>
            <a:r>
              <a:rPr lang="ko-KR" altLang="en-US" sz="1000">
                <a:solidFill>
                  <a:srgbClr val="00B050"/>
                </a:solidFill>
              </a:rPr>
              <a:t>을 </a:t>
            </a:r>
            <a:r>
              <a:rPr lang="en-US" altLang="ko-KR" sz="1000">
                <a:solidFill>
                  <a:srgbClr val="00B050"/>
                </a:solidFill>
              </a:rPr>
              <a:t>append</a:t>
            </a:r>
            <a:r>
              <a:rPr lang="ko-KR" altLang="en-US" sz="1000">
                <a:solidFill>
                  <a:srgbClr val="00B050"/>
                </a:solidFill>
              </a:rPr>
              <a:t>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bar.append(s1);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bar</a:t>
            </a:r>
            <a:r>
              <a:rPr lang="ko-KR" altLang="en-US" sz="1000">
                <a:solidFill>
                  <a:srgbClr val="00B050"/>
                </a:solidFill>
              </a:rPr>
              <a:t>의 </a:t>
            </a:r>
            <a:r>
              <a:rPr lang="en-US" altLang="ko-KR" sz="1000">
                <a:solidFill>
                  <a:srgbClr val="00B050"/>
                </a:solidFill>
              </a:rPr>
              <a:t>size_</a:t>
            </a:r>
            <a:r>
              <a:rPr lang="ko-KR" altLang="en-US" sz="1000">
                <a:solidFill>
                  <a:srgbClr val="00B050"/>
                </a:solidFill>
              </a:rPr>
              <a:t>값을 출력한다</a:t>
            </a:r>
            <a:r>
              <a:rPr lang="en-US" altLang="ko-KR" sz="1000">
                <a:solidFill>
                  <a:srgbClr val="00B050"/>
                </a:solidFill>
              </a:rPr>
              <a:t>. 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"size: " &lt;&lt; bar.size() &lt;&lt; '\n';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E0C1D-AB30-4DDF-A981-0CE9C3CBFE12}"/>
              </a:ext>
            </a:extLst>
          </p:cNvPr>
          <p:cNvSpPr txBox="1"/>
          <p:nvPr/>
        </p:nvSpPr>
        <p:spPr>
          <a:xfrm>
            <a:off x="1416050" y="525463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사용예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97461-F1E8-43A1-9656-C32540C1165E}"/>
              </a:ext>
            </a:extLst>
          </p:cNvPr>
          <p:cNvSpPr txBox="1"/>
          <p:nvPr/>
        </p:nvSpPr>
        <p:spPr>
          <a:xfrm>
            <a:off x="1406525" y="5573713"/>
            <a:ext cx="7708900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결과</a:t>
            </a: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6898E7-2358-4398-9D4E-52F0B180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15" y="5899118"/>
            <a:ext cx="3905250" cy="7715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880DC8-A99D-4A67-8DD2-3D7C00375BE0}"/>
              </a:ext>
            </a:extLst>
          </p:cNvPr>
          <p:cNvSpPr/>
          <p:nvPr/>
        </p:nvSpPr>
        <p:spPr>
          <a:xfrm>
            <a:off x="1614951" y="3521309"/>
            <a:ext cx="8962098" cy="1992066"/>
          </a:xfrm>
          <a:custGeom>
            <a:avLst/>
            <a:gdLst>
              <a:gd name="connsiteX0" fmla="*/ 0 w 8962098"/>
              <a:gd name="connsiteY0" fmla="*/ 0 h 1992066"/>
              <a:gd name="connsiteX1" fmla="*/ 510150 w 8962098"/>
              <a:gd name="connsiteY1" fmla="*/ 0 h 1992066"/>
              <a:gd name="connsiteX2" fmla="*/ 930679 w 8962098"/>
              <a:gd name="connsiteY2" fmla="*/ 0 h 1992066"/>
              <a:gd name="connsiteX3" fmla="*/ 1440830 w 8962098"/>
              <a:gd name="connsiteY3" fmla="*/ 0 h 1992066"/>
              <a:gd name="connsiteX4" fmla="*/ 2040601 w 8962098"/>
              <a:gd name="connsiteY4" fmla="*/ 0 h 1992066"/>
              <a:gd name="connsiteX5" fmla="*/ 2461130 w 8962098"/>
              <a:gd name="connsiteY5" fmla="*/ 0 h 1992066"/>
              <a:gd name="connsiteX6" fmla="*/ 3060901 w 8962098"/>
              <a:gd name="connsiteY6" fmla="*/ 0 h 1992066"/>
              <a:gd name="connsiteX7" fmla="*/ 3660672 w 8962098"/>
              <a:gd name="connsiteY7" fmla="*/ 0 h 1992066"/>
              <a:gd name="connsiteX8" fmla="*/ 4439685 w 8962098"/>
              <a:gd name="connsiteY8" fmla="*/ 0 h 1992066"/>
              <a:gd name="connsiteX9" fmla="*/ 4860215 w 8962098"/>
              <a:gd name="connsiteY9" fmla="*/ 0 h 1992066"/>
              <a:gd name="connsiteX10" fmla="*/ 5549607 w 8962098"/>
              <a:gd name="connsiteY10" fmla="*/ 0 h 1992066"/>
              <a:gd name="connsiteX11" fmla="*/ 6059757 w 8962098"/>
              <a:gd name="connsiteY11" fmla="*/ 0 h 1992066"/>
              <a:gd name="connsiteX12" fmla="*/ 6480286 w 8962098"/>
              <a:gd name="connsiteY12" fmla="*/ 0 h 1992066"/>
              <a:gd name="connsiteX13" fmla="*/ 7348920 w 8962098"/>
              <a:gd name="connsiteY13" fmla="*/ 0 h 1992066"/>
              <a:gd name="connsiteX14" fmla="*/ 7948692 w 8962098"/>
              <a:gd name="connsiteY14" fmla="*/ 0 h 1992066"/>
              <a:gd name="connsiteX15" fmla="*/ 8962098 w 8962098"/>
              <a:gd name="connsiteY15" fmla="*/ 0 h 1992066"/>
              <a:gd name="connsiteX16" fmla="*/ 8962098 w 8962098"/>
              <a:gd name="connsiteY16" fmla="*/ 664022 h 1992066"/>
              <a:gd name="connsiteX17" fmla="*/ 8962098 w 8962098"/>
              <a:gd name="connsiteY17" fmla="*/ 1328044 h 1992066"/>
              <a:gd name="connsiteX18" fmla="*/ 8962098 w 8962098"/>
              <a:gd name="connsiteY18" fmla="*/ 1992066 h 1992066"/>
              <a:gd name="connsiteX19" fmla="*/ 8451948 w 8962098"/>
              <a:gd name="connsiteY19" fmla="*/ 1992066 h 1992066"/>
              <a:gd name="connsiteX20" fmla="*/ 7762556 w 8962098"/>
              <a:gd name="connsiteY20" fmla="*/ 1992066 h 1992066"/>
              <a:gd name="connsiteX21" fmla="*/ 7073163 w 8962098"/>
              <a:gd name="connsiteY21" fmla="*/ 1992066 h 1992066"/>
              <a:gd name="connsiteX22" fmla="*/ 6473392 w 8962098"/>
              <a:gd name="connsiteY22" fmla="*/ 1992066 h 1992066"/>
              <a:gd name="connsiteX23" fmla="*/ 5694379 w 8962098"/>
              <a:gd name="connsiteY23" fmla="*/ 1992066 h 1992066"/>
              <a:gd name="connsiteX24" fmla="*/ 5094608 w 8962098"/>
              <a:gd name="connsiteY24" fmla="*/ 1992066 h 1992066"/>
              <a:gd name="connsiteX25" fmla="*/ 4315595 w 8962098"/>
              <a:gd name="connsiteY25" fmla="*/ 1992066 h 1992066"/>
              <a:gd name="connsiteX26" fmla="*/ 3805445 w 8962098"/>
              <a:gd name="connsiteY26" fmla="*/ 1992066 h 1992066"/>
              <a:gd name="connsiteX27" fmla="*/ 3295294 w 8962098"/>
              <a:gd name="connsiteY27" fmla="*/ 1992066 h 1992066"/>
              <a:gd name="connsiteX28" fmla="*/ 2516281 w 8962098"/>
              <a:gd name="connsiteY28" fmla="*/ 1992066 h 1992066"/>
              <a:gd name="connsiteX29" fmla="*/ 1916510 w 8962098"/>
              <a:gd name="connsiteY29" fmla="*/ 1992066 h 1992066"/>
              <a:gd name="connsiteX30" fmla="*/ 1227118 w 8962098"/>
              <a:gd name="connsiteY30" fmla="*/ 1992066 h 1992066"/>
              <a:gd name="connsiteX31" fmla="*/ 627347 w 8962098"/>
              <a:gd name="connsiteY31" fmla="*/ 1992066 h 1992066"/>
              <a:gd name="connsiteX32" fmla="*/ 0 w 8962098"/>
              <a:gd name="connsiteY32" fmla="*/ 1992066 h 1992066"/>
              <a:gd name="connsiteX33" fmla="*/ 0 w 8962098"/>
              <a:gd name="connsiteY33" fmla="*/ 1288203 h 1992066"/>
              <a:gd name="connsiteX34" fmla="*/ 0 w 8962098"/>
              <a:gd name="connsiteY34" fmla="*/ 683943 h 1992066"/>
              <a:gd name="connsiteX35" fmla="*/ 0 w 8962098"/>
              <a:gd name="connsiteY35" fmla="*/ 0 h 1992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62098" h="1992066" fill="none" extrusionOk="0">
                <a:moveTo>
                  <a:pt x="0" y="0"/>
                </a:moveTo>
                <a:cubicBezTo>
                  <a:pt x="180912" y="-9047"/>
                  <a:pt x="382992" y="-5112"/>
                  <a:pt x="510150" y="0"/>
                </a:cubicBezTo>
                <a:cubicBezTo>
                  <a:pt x="637308" y="5112"/>
                  <a:pt x="802085" y="-9074"/>
                  <a:pt x="930679" y="0"/>
                </a:cubicBezTo>
                <a:cubicBezTo>
                  <a:pt x="1059273" y="9074"/>
                  <a:pt x="1240044" y="4253"/>
                  <a:pt x="1440830" y="0"/>
                </a:cubicBezTo>
                <a:cubicBezTo>
                  <a:pt x="1641616" y="-4253"/>
                  <a:pt x="1913285" y="11627"/>
                  <a:pt x="2040601" y="0"/>
                </a:cubicBezTo>
                <a:cubicBezTo>
                  <a:pt x="2167917" y="-11627"/>
                  <a:pt x="2285150" y="18199"/>
                  <a:pt x="2461130" y="0"/>
                </a:cubicBezTo>
                <a:cubicBezTo>
                  <a:pt x="2637110" y="-18199"/>
                  <a:pt x="2828636" y="4492"/>
                  <a:pt x="3060901" y="0"/>
                </a:cubicBezTo>
                <a:cubicBezTo>
                  <a:pt x="3293166" y="-4492"/>
                  <a:pt x="3400102" y="-11615"/>
                  <a:pt x="3660672" y="0"/>
                </a:cubicBezTo>
                <a:cubicBezTo>
                  <a:pt x="3921242" y="11615"/>
                  <a:pt x="4103222" y="33240"/>
                  <a:pt x="4439685" y="0"/>
                </a:cubicBezTo>
                <a:cubicBezTo>
                  <a:pt x="4776148" y="-33240"/>
                  <a:pt x="4682591" y="17857"/>
                  <a:pt x="4860215" y="0"/>
                </a:cubicBezTo>
                <a:cubicBezTo>
                  <a:pt x="5037839" y="-17857"/>
                  <a:pt x="5363902" y="-10920"/>
                  <a:pt x="5549607" y="0"/>
                </a:cubicBezTo>
                <a:cubicBezTo>
                  <a:pt x="5735312" y="10920"/>
                  <a:pt x="5956019" y="9149"/>
                  <a:pt x="6059757" y="0"/>
                </a:cubicBezTo>
                <a:cubicBezTo>
                  <a:pt x="6163495" y="-9149"/>
                  <a:pt x="6329987" y="5934"/>
                  <a:pt x="6480286" y="0"/>
                </a:cubicBezTo>
                <a:cubicBezTo>
                  <a:pt x="6630585" y="-5934"/>
                  <a:pt x="7107847" y="-26784"/>
                  <a:pt x="7348920" y="0"/>
                </a:cubicBezTo>
                <a:cubicBezTo>
                  <a:pt x="7589993" y="26784"/>
                  <a:pt x="7767262" y="-14219"/>
                  <a:pt x="7948692" y="0"/>
                </a:cubicBezTo>
                <a:cubicBezTo>
                  <a:pt x="8130122" y="14219"/>
                  <a:pt x="8523513" y="2118"/>
                  <a:pt x="8962098" y="0"/>
                </a:cubicBezTo>
                <a:cubicBezTo>
                  <a:pt x="8971269" y="258688"/>
                  <a:pt x="8934737" y="495523"/>
                  <a:pt x="8962098" y="664022"/>
                </a:cubicBezTo>
                <a:cubicBezTo>
                  <a:pt x="8989459" y="832521"/>
                  <a:pt x="8933478" y="1137387"/>
                  <a:pt x="8962098" y="1328044"/>
                </a:cubicBezTo>
                <a:cubicBezTo>
                  <a:pt x="8990718" y="1518701"/>
                  <a:pt x="8974363" y="1749488"/>
                  <a:pt x="8962098" y="1992066"/>
                </a:cubicBezTo>
                <a:cubicBezTo>
                  <a:pt x="8768339" y="1993204"/>
                  <a:pt x="8635883" y="1994841"/>
                  <a:pt x="8451948" y="1992066"/>
                </a:cubicBezTo>
                <a:cubicBezTo>
                  <a:pt x="8268013" y="1989292"/>
                  <a:pt x="7906679" y="1958382"/>
                  <a:pt x="7762556" y="1992066"/>
                </a:cubicBezTo>
                <a:cubicBezTo>
                  <a:pt x="7618433" y="2025750"/>
                  <a:pt x="7274105" y="1991171"/>
                  <a:pt x="7073163" y="1992066"/>
                </a:cubicBezTo>
                <a:cubicBezTo>
                  <a:pt x="6872221" y="1992961"/>
                  <a:pt x="6624613" y="1983448"/>
                  <a:pt x="6473392" y="1992066"/>
                </a:cubicBezTo>
                <a:cubicBezTo>
                  <a:pt x="6322171" y="2000684"/>
                  <a:pt x="6050537" y="2007733"/>
                  <a:pt x="5694379" y="1992066"/>
                </a:cubicBezTo>
                <a:cubicBezTo>
                  <a:pt x="5338221" y="1976399"/>
                  <a:pt x="5248367" y="2020931"/>
                  <a:pt x="5094608" y="1992066"/>
                </a:cubicBezTo>
                <a:cubicBezTo>
                  <a:pt x="4940849" y="1963201"/>
                  <a:pt x="4475351" y="1972777"/>
                  <a:pt x="4315595" y="1992066"/>
                </a:cubicBezTo>
                <a:cubicBezTo>
                  <a:pt x="4155839" y="2011355"/>
                  <a:pt x="4056568" y="2016071"/>
                  <a:pt x="3805445" y="1992066"/>
                </a:cubicBezTo>
                <a:cubicBezTo>
                  <a:pt x="3554322" y="1968062"/>
                  <a:pt x="3547939" y="2003552"/>
                  <a:pt x="3295294" y="1992066"/>
                </a:cubicBezTo>
                <a:cubicBezTo>
                  <a:pt x="3042649" y="1980580"/>
                  <a:pt x="2707632" y="1959610"/>
                  <a:pt x="2516281" y="1992066"/>
                </a:cubicBezTo>
                <a:cubicBezTo>
                  <a:pt x="2324930" y="2024522"/>
                  <a:pt x="2073134" y="1985180"/>
                  <a:pt x="1916510" y="1992066"/>
                </a:cubicBezTo>
                <a:cubicBezTo>
                  <a:pt x="1759886" y="1998952"/>
                  <a:pt x="1421649" y="1970772"/>
                  <a:pt x="1227118" y="1992066"/>
                </a:cubicBezTo>
                <a:cubicBezTo>
                  <a:pt x="1032587" y="2013360"/>
                  <a:pt x="901337" y="1989793"/>
                  <a:pt x="627347" y="1992066"/>
                </a:cubicBezTo>
                <a:cubicBezTo>
                  <a:pt x="353357" y="1994339"/>
                  <a:pt x="301530" y="2005677"/>
                  <a:pt x="0" y="1992066"/>
                </a:cubicBezTo>
                <a:cubicBezTo>
                  <a:pt x="27869" y="1720660"/>
                  <a:pt x="-34250" y="1603812"/>
                  <a:pt x="0" y="1288203"/>
                </a:cubicBezTo>
                <a:cubicBezTo>
                  <a:pt x="34250" y="972594"/>
                  <a:pt x="28427" y="863540"/>
                  <a:pt x="0" y="683943"/>
                </a:cubicBezTo>
                <a:cubicBezTo>
                  <a:pt x="-28427" y="504346"/>
                  <a:pt x="4984" y="215324"/>
                  <a:pt x="0" y="0"/>
                </a:cubicBezTo>
                <a:close/>
              </a:path>
              <a:path w="8962098" h="199206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81477" y="313931"/>
                  <a:pt x="8968961" y="441203"/>
                  <a:pt x="8962098" y="703863"/>
                </a:cubicBezTo>
                <a:cubicBezTo>
                  <a:pt x="8955235" y="966523"/>
                  <a:pt x="8988148" y="1075062"/>
                  <a:pt x="8962098" y="1387806"/>
                </a:cubicBezTo>
                <a:cubicBezTo>
                  <a:pt x="8936048" y="1700550"/>
                  <a:pt x="8978962" y="1834091"/>
                  <a:pt x="8962098" y="1992066"/>
                </a:cubicBezTo>
                <a:cubicBezTo>
                  <a:pt x="8796241" y="2003650"/>
                  <a:pt x="8685247" y="1994175"/>
                  <a:pt x="8541569" y="1992066"/>
                </a:cubicBezTo>
                <a:cubicBezTo>
                  <a:pt x="8397891" y="1989957"/>
                  <a:pt x="8145758" y="1977169"/>
                  <a:pt x="7852177" y="1992066"/>
                </a:cubicBezTo>
                <a:cubicBezTo>
                  <a:pt x="7558596" y="2006963"/>
                  <a:pt x="7304328" y="1949805"/>
                  <a:pt x="6983543" y="1992066"/>
                </a:cubicBezTo>
                <a:cubicBezTo>
                  <a:pt x="6662758" y="2034327"/>
                  <a:pt x="6600854" y="1957887"/>
                  <a:pt x="6294150" y="1992066"/>
                </a:cubicBezTo>
                <a:cubicBezTo>
                  <a:pt x="5987446" y="2026245"/>
                  <a:pt x="5839644" y="2003531"/>
                  <a:pt x="5515137" y="1992066"/>
                </a:cubicBezTo>
                <a:cubicBezTo>
                  <a:pt x="5190630" y="1980601"/>
                  <a:pt x="5109494" y="1987725"/>
                  <a:pt x="4736124" y="1992066"/>
                </a:cubicBezTo>
                <a:cubicBezTo>
                  <a:pt x="4362754" y="1996407"/>
                  <a:pt x="4365982" y="1969000"/>
                  <a:pt x="4136353" y="1992066"/>
                </a:cubicBezTo>
                <a:cubicBezTo>
                  <a:pt x="3906724" y="2015132"/>
                  <a:pt x="3787067" y="1977137"/>
                  <a:pt x="3626203" y="1992066"/>
                </a:cubicBezTo>
                <a:cubicBezTo>
                  <a:pt x="3465339" y="2006996"/>
                  <a:pt x="3152702" y="1956592"/>
                  <a:pt x="2757569" y="1992066"/>
                </a:cubicBezTo>
                <a:cubicBezTo>
                  <a:pt x="2362436" y="2027540"/>
                  <a:pt x="2209304" y="1980047"/>
                  <a:pt x="2068176" y="1992066"/>
                </a:cubicBezTo>
                <a:cubicBezTo>
                  <a:pt x="1927048" y="2004085"/>
                  <a:pt x="1448099" y="1978879"/>
                  <a:pt x="1199542" y="1992066"/>
                </a:cubicBezTo>
                <a:cubicBezTo>
                  <a:pt x="950985" y="2005253"/>
                  <a:pt x="527239" y="1941691"/>
                  <a:pt x="0" y="1992066"/>
                </a:cubicBezTo>
                <a:cubicBezTo>
                  <a:pt x="10028" y="1841393"/>
                  <a:pt x="23820" y="1676298"/>
                  <a:pt x="0" y="1367885"/>
                </a:cubicBezTo>
                <a:cubicBezTo>
                  <a:pt x="-23820" y="1059472"/>
                  <a:pt x="-22458" y="974942"/>
                  <a:pt x="0" y="763625"/>
                </a:cubicBezTo>
                <a:cubicBezTo>
                  <a:pt x="22458" y="552308"/>
                  <a:pt x="-28301" y="17822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72000" rIns="288000" bIns="72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*2) foo</a:t>
            </a:r>
            <a:r>
              <a:rPr lang="ko-KR" altLang="en-US" sz="1000">
                <a:solidFill>
                  <a:srgbClr val="00B050"/>
                </a:solidFill>
              </a:rPr>
              <a:t>형을 </a:t>
            </a:r>
            <a:r>
              <a:rPr lang="en-US" altLang="ko-KR" sz="1000">
                <a:solidFill>
                  <a:srgbClr val="00B050"/>
                </a:solidFill>
              </a:rPr>
              <a:t>extract</a:t>
            </a:r>
            <a:r>
              <a:rPr lang="ko-KR" altLang="en-US" sz="1000">
                <a:solidFill>
                  <a:srgbClr val="00B050"/>
                </a:solidFill>
              </a:rPr>
              <a:t>해서 읽어낸다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</a:rPr>
              <a:t>auto</a:t>
            </a:r>
            <a:r>
              <a:rPr lang="en-US" altLang="ko-KR" sz="1000"/>
              <a:t> v1 = bar.extract&lt;foo&gt;();</a:t>
            </a:r>
          </a:p>
          <a:p>
            <a:endParaRPr lang="ko-KR" altLang="en-US" sz="1000"/>
          </a:p>
          <a:p>
            <a:r>
              <a:rPr lang="en-US" altLang="ko-KR" sz="1000">
                <a:solidFill>
                  <a:srgbClr val="00B050"/>
                </a:solidFill>
              </a:rPr>
              <a:t>// - foo</a:t>
            </a:r>
            <a:r>
              <a:rPr lang="ko-KR" altLang="en-US" sz="1000">
                <a:solidFill>
                  <a:srgbClr val="00B050"/>
                </a:solidFill>
              </a:rPr>
              <a:t>를 출력한다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/>
              <a:t>std::cout &lt;&lt; "a: " &lt;&lt; v1.a &lt;&lt; '\n';</a:t>
            </a:r>
          </a:p>
          <a:p>
            <a:r>
              <a:rPr lang="en-US" altLang="ko-KR" sz="1000"/>
              <a:t>std::cout &lt;&lt; "b: " &lt;&lt; static_cast&lt;int32_t&gt;(v1.b) &lt;&lt; '\n';</a:t>
            </a:r>
          </a:p>
          <a:p>
            <a:r>
              <a:rPr lang="en-US" altLang="ko-KR" sz="1000"/>
              <a:t>std::cout &lt;&lt; "c: " &lt;&lt; v1.c &lt;&lt; '\n';</a:t>
            </a:r>
          </a:p>
          <a:p>
            <a:r>
              <a:rPr lang="en-US" altLang="ko-KR" sz="1000"/>
              <a:t>std::cout &lt;&lt; "d: " &lt;&lt; v1.d &lt;&lt; '\n';</a:t>
            </a:r>
          </a:p>
          <a:p>
            <a:r>
              <a:rPr lang="en-US" altLang="ko-KR" sz="1000"/>
              <a:t>std::cout &lt;&lt; "e: ";</a:t>
            </a:r>
          </a:p>
          <a:p>
            <a:r>
              <a:rPr lang="pt-BR" altLang="ko-KR" sz="1000"/>
              <a:t>for(auto iter: v1.e)</a:t>
            </a:r>
          </a:p>
          <a:p>
            <a:r>
              <a:rPr lang="en-US" altLang="ko-KR" sz="1000"/>
              <a:t>  std::cout &lt;&lt; iter &lt;&lt; " ";</a:t>
            </a:r>
          </a:p>
          <a:p>
            <a:r>
              <a:rPr lang="en-US" altLang="ko-KR" sz="1000"/>
              <a:t>std::cout &lt;&lt; '\n' &lt;&lt; '\n';</a:t>
            </a:r>
          </a:p>
        </p:txBody>
      </p:sp>
    </p:spTree>
    <p:extLst>
      <p:ext uri="{BB962C8B-B14F-4D97-AF65-F5344CB8AC3E}">
        <p14:creationId xmlns:p14="http://schemas.microsoft.com/office/powerpoint/2010/main" val="3853919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250586" y="-12879"/>
            <a:ext cx="7328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buffer system .Ibuffer_serializable.DEFINE_BUFFER_SERIALIZABLE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115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멤버 변수들의 조함만으로 직렬화를 하고 싶다면 직접 가상 함수를 일일이 정의할 필요 없이</a:t>
            </a:r>
            <a:r>
              <a:rPr lang="en-US" altLang="ko-KR" sz="1200">
                <a:latin typeface="HY견명조" panose="02030600000101010101" pitchFamily="18" charset="-127"/>
                <a:ea typeface="HY견명조" panose="02030600000101010101" pitchFamily="18" charset="-127"/>
              </a:rPr>
              <a:t>‘DEFINE_BUFFER_SERIALIZE’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를 사용하면 간단히 구현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즉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앞의 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foo </a:t>
            </a:r>
            <a:r>
              <a:rPr lang="ko-KR" altLang="en-US" sz="1200">
                <a:latin typeface="HY신명조" panose="02030600000101010101" pitchFamily="18" charset="-127"/>
                <a:ea typeface="HY신명조" panose="02030600000101010101" pitchFamily="18" charset="-127"/>
              </a:rPr>
              <a:t>클래스의 직렬화는 아래처럼 간단히 구현 가능하다</a:t>
            </a:r>
            <a:r>
              <a:rPr lang="en-US" altLang="ko-KR" sz="1200"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74D4C4-2940-4554-BB65-0330E36AF16F}"/>
              </a:ext>
            </a:extLst>
          </p:cNvPr>
          <p:cNvSpPr/>
          <p:nvPr/>
        </p:nvSpPr>
        <p:spPr>
          <a:xfrm>
            <a:off x="1638315" y="1805853"/>
            <a:ext cx="8962098" cy="2979616"/>
          </a:xfrm>
          <a:custGeom>
            <a:avLst/>
            <a:gdLst>
              <a:gd name="connsiteX0" fmla="*/ 0 w 8962098"/>
              <a:gd name="connsiteY0" fmla="*/ 0 h 2979616"/>
              <a:gd name="connsiteX1" fmla="*/ 420529 w 8962098"/>
              <a:gd name="connsiteY1" fmla="*/ 0 h 2979616"/>
              <a:gd name="connsiteX2" fmla="*/ 1020300 w 8962098"/>
              <a:gd name="connsiteY2" fmla="*/ 0 h 2979616"/>
              <a:gd name="connsiteX3" fmla="*/ 1620072 w 8962098"/>
              <a:gd name="connsiteY3" fmla="*/ 0 h 2979616"/>
              <a:gd name="connsiteX4" fmla="*/ 2399085 w 8962098"/>
              <a:gd name="connsiteY4" fmla="*/ 0 h 2979616"/>
              <a:gd name="connsiteX5" fmla="*/ 2819614 w 8962098"/>
              <a:gd name="connsiteY5" fmla="*/ 0 h 2979616"/>
              <a:gd name="connsiteX6" fmla="*/ 3509006 w 8962098"/>
              <a:gd name="connsiteY6" fmla="*/ 0 h 2979616"/>
              <a:gd name="connsiteX7" fmla="*/ 4019156 w 8962098"/>
              <a:gd name="connsiteY7" fmla="*/ 0 h 2979616"/>
              <a:gd name="connsiteX8" fmla="*/ 4439685 w 8962098"/>
              <a:gd name="connsiteY8" fmla="*/ 0 h 2979616"/>
              <a:gd name="connsiteX9" fmla="*/ 5308320 w 8962098"/>
              <a:gd name="connsiteY9" fmla="*/ 0 h 2979616"/>
              <a:gd name="connsiteX10" fmla="*/ 5908091 w 8962098"/>
              <a:gd name="connsiteY10" fmla="*/ 0 h 2979616"/>
              <a:gd name="connsiteX11" fmla="*/ 6687104 w 8962098"/>
              <a:gd name="connsiteY11" fmla="*/ 0 h 2979616"/>
              <a:gd name="connsiteX12" fmla="*/ 7376496 w 8962098"/>
              <a:gd name="connsiteY12" fmla="*/ 0 h 2979616"/>
              <a:gd name="connsiteX13" fmla="*/ 7886646 w 8962098"/>
              <a:gd name="connsiteY13" fmla="*/ 0 h 2979616"/>
              <a:gd name="connsiteX14" fmla="*/ 8307175 w 8962098"/>
              <a:gd name="connsiteY14" fmla="*/ 0 h 2979616"/>
              <a:gd name="connsiteX15" fmla="*/ 8962098 w 8962098"/>
              <a:gd name="connsiteY15" fmla="*/ 0 h 2979616"/>
              <a:gd name="connsiteX16" fmla="*/ 8962098 w 8962098"/>
              <a:gd name="connsiteY16" fmla="*/ 595923 h 2979616"/>
              <a:gd name="connsiteX17" fmla="*/ 8962098 w 8962098"/>
              <a:gd name="connsiteY17" fmla="*/ 1162050 h 2979616"/>
              <a:gd name="connsiteX18" fmla="*/ 8962098 w 8962098"/>
              <a:gd name="connsiteY18" fmla="*/ 1728177 h 2979616"/>
              <a:gd name="connsiteX19" fmla="*/ 8962098 w 8962098"/>
              <a:gd name="connsiteY19" fmla="*/ 2353897 h 2979616"/>
              <a:gd name="connsiteX20" fmla="*/ 8962098 w 8962098"/>
              <a:gd name="connsiteY20" fmla="*/ 2979616 h 2979616"/>
              <a:gd name="connsiteX21" fmla="*/ 8093464 w 8962098"/>
              <a:gd name="connsiteY21" fmla="*/ 2979616 h 2979616"/>
              <a:gd name="connsiteX22" fmla="*/ 7583314 w 8962098"/>
              <a:gd name="connsiteY22" fmla="*/ 2979616 h 2979616"/>
              <a:gd name="connsiteX23" fmla="*/ 7073163 w 8962098"/>
              <a:gd name="connsiteY23" fmla="*/ 2979616 h 2979616"/>
              <a:gd name="connsiteX24" fmla="*/ 6294150 w 8962098"/>
              <a:gd name="connsiteY24" fmla="*/ 2979616 h 2979616"/>
              <a:gd name="connsiteX25" fmla="*/ 5694379 w 8962098"/>
              <a:gd name="connsiteY25" fmla="*/ 2979616 h 2979616"/>
              <a:gd name="connsiteX26" fmla="*/ 5004987 w 8962098"/>
              <a:gd name="connsiteY26" fmla="*/ 2979616 h 2979616"/>
              <a:gd name="connsiteX27" fmla="*/ 4405216 w 8962098"/>
              <a:gd name="connsiteY27" fmla="*/ 2979616 h 2979616"/>
              <a:gd name="connsiteX28" fmla="*/ 3984687 w 8962098"/>
              <a:gd name="connsiteY28" fmla="*/ 2979616 h 2979616"/>
              <a:gd name="connsiteX29" fmla="*/ 3116053 w 8962098"/>
              <a:gd name="connsiteY29" fmla="*/ 2979616 h 2979616"/>
              <a:gd name="connsiteX30" fmla="*/ 2605902 w 8962098"/>
              <a:gd name="connsiteY30" fmla="*/ 2979616 h 2979616"/>
              <a:gd name="connsiteX31" fmla="*/ 1737268 w 8962098"/>
              <a:gd name="connsiteY31" fmla="*/ 2979616 h 2979616"/>
              <a:gd name="connsiteX32" fmla="*/ 1047876 w 8962098"/>
              <a:gd name="connsiteY32" fmla="*/ 2979616 h 2979616"/>
              <a:gd name="connsiteX33" fmla="*/ 0 w 8962098"/>
              <a:gd name="connsiteY33" fmla="*/ 2979616 h 2979616"/>
              <a:gd name="connsiteX34" fmla="*/ 0 w 8962098"/>
              <a:gd name="connsiteY34" fmla="*/ 2413489 h 2979616"/>
              <a:gd name="connsiteX35" fmla="*/ 0 w 8962098"/>
              <a:gd name="connsiteY35" fmla="*/ 1906954 h 2979616"/>
              <a:gd name="connsiteX36" fmla="*/ 0 w 8962098"/>
              <a:gd name="connsiteY36" fmla="*/ 1311031 h 2979616"/>
              <a:gd name="connsiteX37" fmla="*/ 0 w 8962098"/>
              <a:gd name="connsiteY37" fmla="*/ 685312 h 2979616"/>
              <a:gd name="connsiteX38" fmla="*/ 0 w 8962098"/>
              <a:gd name="connsiteY38" fmla="*/ 0 h 297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962098" h="2979616" fill="none" extrusionOk="0">
                <a:moveTo>
                  <a:pt x="0" y="0"/>
                </a:moveTo>
                <a:cubicBezTo>
                  <a:pt x="156530" y="-18817"/>
                  <a:pt x="244549" y="18199"/>
                  <a:pt x="420529" y="0"/>
                </a:cubicBezTo>
                <a:cubicBezTo>
                  <a:pt x="596509" y="-18199"/>
                  <a:pt x="788035" y="4492"/>
                  <a:pt x="1020300" y="0"/>
                </a:cubicBezTo>
                <a:cubicBezTo>
                  <a:pt x="1252565" y="-4492"/>
                  <a:pt x="1358839" y="-13409"/>
                  <a:pt x="1620072" y="0"/>
                </a:cubicBezTo>
                <a:cubicBezTo>
                  <a:pt x="1881305" y="13409"/>
                  <a:pt x="2062622" y="33240"/>
                  <a:pt x="2399085" y="0"/>
                </a:cubicBezTo>
                <a:cubicBezTo>
                  <a:pt x="2735548" y="-33240"/>
                  <a:pt x="2649888" y="18316"/>
                  <a:pt x="2819614" y="0"/>
                </a:cubicBezTo>
                <a:cubicBezTo>
                  <a:pt x="2989340" y="-18316"/>
                  <a:pt x="3323301" y="-10920"/>
                  <a:pt x="3509006" y="0"/>
                </a:cubicBezTo>
                <a:cubicBezTo>
                  <a:pt x="3694711" y="10920"/>
                  <a:pt x="3915418" y="9149"/>
                  <a:pt x="4019156" y="0"/>
                </a:cubicBezTo>
                <a:cubicBezTo>
                  <a:pt x="4122894" y="-9149"/>
                  <a:pt x="4289386" y="5934"/>
                  <a:pt x="4439685" y="0"/>
                </a:cubicBezTo>
                <a:cubicBezTo>
                  <a:pt x="4589984" y="-5934"/>
                  <a:pt x="5065601" y="-31499"/>
                  <a:pt x="5308320" y="0"/>
                </a:cubicBezTo>
                <a:cubicBezTo>
                  <a:pt x="5551040" y="31499"/>
                  <a:pt x="5730014" y="-7531"/>
                  <a:pt x="5908091" y="0"/>
                </a:cubicBezTo>
                <a:cubicBezTo>
                  <a:pt x="6086168" y="7531"/>
                  <a:pt x="6364135" y="-5864"/>
                  <a:pt x="6687104" y="0"/>
                </a:cubicBezTo>
                <a:cubicBezTo>
                  <a:pt x="7010073" y="5864"/>
                  <a:pt x="7189343" y="22350"/>
                  <a:pt x="7376496" y="0"/>
                </a:cubicBezTo>
                <a:cubicBezTo>
                  <a:pt x="7563649" y="-22350"/>
                  <a:pt x="7693827" y="6674"/>
                  <a:pt x="7886646" y="0"/>
                </a:cubicBezTo>
                <a:cubicBezTo>
                  <a:pt x="8079465" y="-6674"/>
                  <a:pt x="8215525" y="2799"/>
                  <a:pt x="8307175" y="0"/>
                </a:cubicBezTo>
                <a:cubicBezTo>
                  <a:pt x="8398825" y="-2799"/>
                  <a:pt x="8784665" y="2145"/>
                  <a:pt x="8962098" y="0"/>
                </a:cubicBezTo>
                <a:cubicBezTo>
                  <a:pt x="8939732" y="294114"/>
                  <a:pt x="8934399" y="391192"/>
                  <a:pt x="8962098" y="595923"/>
                </a:cubicBezTo>
                <a:cubicBezTo>
                  <a:pt x="8989797" y="800654"/>
                  <a:pt x="8971231" y="1016845"/>
                  <a:pt x="8962098" y="1162050"/>
                </a:cubicBezTo>
                <a:cubicBezTo>
                  <a:pt x="8952965" y="1307255"/>
                  <a:pt x="8959778" y="1480325"/>
                  <a:pt x="8962098" y="1728177"/>
                </a:cubicBezTo>
                <a:cubicBezTo>
                  <a:pt x="8964418" y="1976029"/>
                  <a:pt x="8935290" y="2066152"/>
                  <a:pt x="8962098" y="2353897"/>
                </a:cubicBezTo>
                <a:cubicBezTo>
                  <a:pt x="8988906" y="2641642"/>
                  <a:pt x="8975787" y="2814639"/>
                  <a:pt x="8962098" y="2979616"/>
                </a:cubicBezTo>
                <a:cubicBezTo>
                  <a:pt x="8755478" y="3003142"/>
                  <a:pt x="8509740" y="2976644"/>
                  <a:pt x="8093464" y="2979616"/>
                </a:cubicBezTo>
                <a:cubicBezTo>
                  <a:pt x="7677188" y="2982588"/>
                  <a:pt x="7834437" y="3003621"/>
                  <a:pt x="7583314" y="2979616"/>
                </a:cubicBezTo>
                <a:cubicBezTo>
                  <a:pt x="7332191" y="2955612"/>
                  <a:pt x="7325808" y="2991102"/>
                  <a:pt x="7073163" y="2979616"/>
                </a:cubicBezTo>
                <a:cubicBezTo>
                  <a:pt x="6820518" y="2968130"/>
                  <a:pt x="6485501" y="2947160"/>
                  <a:pt x="6294150" y="2979616"/>
                </a:cubicBezTo>
                <a:cubicBezTo>
                  <a:pt x="6102799" y="3012072"/>
                  <a:pt x="5851003" y="2972730"/>
                  <a:pt x="5694379" y="2979616"/>
                </a:cubicBezTo>
                <a:cubicBezTo>
                  <a:pt x="5537755" y="2986502"/>
                  <a:pt x="5199518" y="2958322"/>
                  <a:pt x="5004987" y="2979616"/>
                </a:cubicBezTo>
                <a:cubicBezTo>
                  <a:pt x="4810456" y="3000910"/>
                  <a:pt x="4679206" y="2977343"/>
                  <a:pt x="4405216" y="2979616"/>
                </a:cubicBezTo>
                <a:cubicBezTo>
                  <a:pt x="4131226" y="2981889"/>
                  <a:pt x="4119756" y="2970093"/>
                  <a:pt x="3984687" y="2979616"/>
                </a:cubicBezTo>
                <a:cubicBezTo>
                  <a:pt x="3849618" y="2989139"/>
                  <a:pt x="3393649" y="2972292"/>
                  <a:pt x="3116053" y="2979616"/>
                </a:cubicBezTo>
                <a:cubicBezTo>
                  <a:pt x="2838457" y="2986940"/>
                  <a:pt x="2859977" y="2992793"/>
                  <a:pt x="2605902" y="2979616"/>
                </a:cubicBezTo>
                <a:cubicBezTo>
                  <a:pt x="2351827" y="2966439"/>
                  <a:pt x="2019755" y="2953884"/>
                  <a:pt x="1737268" y="2979616"/>
                </a:cubicBezTo>
                <a:cubicBezTo>
                  <a:pt x="1454781" y="3005348"/>
                  <a:pt x="1298783" y="2974646"/>
                  <a:pt x="1047876" y="2979616"/>
                </a:cubicBezTo>
                <a:cubicBezTo>
                  <a:pt x="796969" y="2984586"/>
                  <a:pt x="405640" y="3027304"/>
                  <a:pt x="0" y="2979616"/>
                </a:cubicBezTo>
                <a:cubicBezTo>
                  <a:pt x="5040" y="2813409"/>
                  <a:pt x="-1190" y="2549154"/>
                  <a:pt x="0" y="2413489"/>
                </a:cubicBezTo>
                <a:cubicBezTo>
                  <a:pt x="1190" y="2277824"/>
                  <a:pt x="13537" y="2068395"/>
                  <a:pt x="0" y="1906954"/>
                </a:cubicBezTo>
                <a:cubicBezTo>
                  <a:pt x="-13537" y="1745514"/>
                  <a:pt x="-13032" y="1550366"/>
                  <a:pt x="0" y="1311031"/>
                </a:cubicBezTo>
                <a:cubicBezTo>
                  <a:pt x="13032" y="1071696"/>
                  <a:pt x="-8398" y="992511"/>
                  <a:pt x="0" y="685312"/>
                </a:cubicBezTo>
                <a:cubicBezTo>
                  <a:pt x="8398" y="378113"/>
                  <a:pt x="-5386" y="304772"/>
                  <a:pt x="0" y="0"/>
                </a:cubicBezTo>
                <a:close/>
              </a:path>
              <a:path w="8962098" h="2979616" stroke="0" extrusionOk="0">
                <a:moveTo>
                  <a:pt x="0" y="0"/>
                </a:moveTo>
                <a:cubicBezTo>
                  <a:pt x="156806" y="1635"/>
                  <a:pt x="434726" y="9495"/>
                  <a:pt x="599771" y="0"/>
                </a:cubicBezTo>
                <a:cubicBezTo>
                  <a:pt x="764816" y="-9495"/>
                  <a:pt x="999869" y="-8456"/>
                  <a:pt x="1378784" y="0"/>
                </a:cubicBezTo>
                <a:cubicBezTo>
                  <a:pt x="1757699" y="8456"/>
                  <a:pt x="2062341" y="-26859"/>
                  <a:pt x="2247418" y="0"/>
                </a:cubicBezTo>
                <a:cubicBezTo>
                  <a:pt x="2432495" y="26859"/>
                  <a:pt x="2537524" y="-5911"/>
                  <a:pt x="2667948" y="0"/>
                </a:cubicBezTo>
                <a:cubicBezTo>
                  <a:pt x="2798372" y="5911"/>
                  <a:pt x="3204122" y="33266"/>
                  <a:pt x="3357340" y="0"/>
                </a:cubicBezTo>
                <a:cubicBezTo>
                  <a:pt x="3510558" y="-33266"/>
                  <a:pt x="3590293" y="2565"/>
                  <a:pt x="3777869" y="0"/>
                </a:cubicBezTo>
                <a:cubicBezTo>
                  <a:pt x="3965445" y="-2565"/>
                  <a:pt x="4017727" y="-9989"/>
                  <a:pt x="4198398" y="0"/>
                </a:cubicBezTo>
                <a:cubicBezTo>
                  <a:pt x="4379069" y="9989"/>
                  <a:pt x="4704753" y="36085"/>
                  <a:pt x="4977411" y="0"/>
                </a:cubicBezTo>
                <a:cubicBezTo>
                  <a:pt x="5250069" y="-36085"/>
                  <a:pt x="5412491" y="-18792"/>
                  <a:pt x="5577183" y="0"/>
                </a:cubicBezTo>
                <a:cubicBezTo>
                  <a:pt x="5741875" y="18792"/>
                  <a:pt x="6244495" y="39718"/>
                  <a:pt x="6445817" y="0"/>
                </a:cubicBezTo>
                <a:cubicBezTo>
                  <a:pt x="6647139" y="-39718"/>
                  <a:pt x="6803557" y="12061"/>
                  <a:pt x="7135209" y="0"/>
                </a:cubicBezTo>
                <a:cubicBezTo>
                  <a:pt x="7466861" y="-12061"/>
                  <a:pt x="7449479" y="-3195"/>
                  <a:pt x="7645359" y="0"/>
                </a:cubicBezTo>
                <a:cubicBezTo>
                  <a:pt x="7841239" y="3195"/>
                  <a:pt x="8517902" y="60189"/>
                  <a:pt x="8962098" y="0"/>
                </a:cubicBezTo>
                <a:cubicBezTo>
                  <a:pt x="8974213" y="227943"/>
                  <a:pt x="8991420" y="520232"/>
                  <a:pt x="8962098" y="655516"/>
                </a:cubicBezTo>
                <a:cubicBezTo>
                  <a:pt x="8932776" y="790800"/>
                  <a:pt x="8974472" y="1003017"/>
                  <a:pt x="8962098" y="1281235"/>
                </a:cubicBezTo>
                <a:cubicBezTo>
                  <a:pt x="8949724" y="1559453"/>
                  <a:pt x="8939070" y="1609240"/>
                  <a:pt x="8962098" y="1877158"/>
                </a:cubicBezTo>
                <a:cubicBezTo>
                  <a:pt x="8985126" y="2145076"/>
                  <a:pt x="8982653" y="2251561"/>
                  <a:pt x="8962098" y="2383693"/>
                </a:cubicBezTo>
                <a:cubicBezTo>
                  <a:pt x="8941543" y="2515825"/>
                  <a:pt x="8944648" y="2708756"/>
                  <a:pt x="8962098" y="2979616"/>
                </a:cubicBezTo>
                <a:cubicBezTo>
                  <a:pt x="8764637" y="3008053"/>
                  <a:pt x="8441425" y="2996913"/>
                  <a:pt x="8183085" y="2979616"/>
                </a:cubicBezTo>
                <a:cubicBezTo>
                  <a:pt x="7924745" y="2962319"/>
                  <a:pt x="7799701" y="3013445"/>
                  <a:pt x="7493693" y="2979616"/>
                </a:cubicBezTo>
                <a:cubicBezTo>
                  <a:pt x="7187685" y="2945787"/>
                  <a:pt x="7039187" y="2991081"/>
                  <a:pt x="6714680" y="2979616"/>
                </a:cubicBezTo>
                <a:cubicBezTo>
                  <a:pt x="6390173" y="2968151"/>
                  <a:pt x="6312303" y="2975636"/>
                  <a:pt x="5935666" y="2979616"/>
                </a:cubicBezTo>
                <a:cubicBezTo>
                  <a:pt x="5559029" y="2983596"/>
                  <a:pt x="5565524" y="2956550"/>
                  <a:pt x="5335895" y="2979616"/>
                </a:cubicBezTo>
                <a:cubicBezTo>
                  <a:pt x="5106266" y="3002682"/>
                  <a:pt x="4986609" y="2964687"/>
                  <a:pt x="4825745" y="2979616"/>
                </a:cubicBezTo>
                <a:cubicBezTo>
                  <a:pt x="4664881" y="2994546"/>
                  <a:pt x="4352244" y="2944142"/>
                  <a:pt x="3957111" y="2979616"/>
                </a:cubicBezTo>
                <a:cubicBezTo>
                  <a:pt x="3561978" y="3015090"/>
                  <a:pt x="3611724" y="2965163"/>
                  <a:pt x="3267719" y="2979616"/>
                </a:cubicBezTo>
                <a:cubicBezTo>
                  <a:pt x="2923714" y="2994069"/>
                  <a:pt x="2647642" y="2966429"/>
                  <a:pt x="2399085" y="2979616"/>
                </a:cubicBezTo>
                <a:cubicBezTo>
                  <a:pt x="2150528" y="2992803"/>
                  <a:pt x="1780218" y="2967157"/>
                  <a:pt x="1620072" y="2979616"/>
                </a:cubicBezTo>
                <a:cubicBezTo>
                  <a:pt x="1459926" y="2992075"/>
                  <a:pt x="1360557" y="2955780"/>
                  <a:pt x="1109921" y="2979616"/>
                </a:cubicBezTo>
                <a:cubicBezTo>
                  <a:pt x="859285" y="3003452"/>
                  <a:pt x="313238" y="2972370"/>
                  <a:pt x="0" y="2979616"/>
                </a:cubicBezTo>
                <a:cubicBezTo>
                  <a:pt x="20653" y="2779431"/>
                  <a:pt x="-4654" y="2538443"/>
                  <a:pt x="0" y="2413489"/>
                </a:cubicBezTo>
                <a:cubicBezTo>
                  <a:pt x="4654" y="2288535"/>
                  <a:pt x="8310" y="1997694"/>
                  <a:pt x="0" y="1877158"/>
                </a:cubicBezTo>
                <a:cubicBezTo>
                  <a:pt x="-8310" y="1756622"/>
                  <a:pt x="7190" y="1395328"/>
                  <a:pt x="0" y="1221643"/>
                </a:cubicBezTo>
                <a:cubicBezTo>
                  <a:pt x="-7190" y="1047958"/>
                  <a:pt x="31112" y="889265"/>
                  <a:pt x="0" y="566127"/>
                </a:cubicBezTo>
                <a:cubicBezTo>
                  <a:pt x="-31112" y="242989"/>
                  <a:pt x="5179" y="18362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2587969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wrap="square" lIns="288000" tIns="180000" rIns="288000" bIns="180000">
            <a:spAutoFit/>
          </a:bodyPr>
          <a:lstStyle/>
          <a:p>
            <a:r>
              <a:rPr lang="en-US" altLang="ko-KR" sz="1000">
                <a:solidFill>
                  <a:srgbClr val="00B050"/>
                </a:solidFill>
              </a:rPr>
              <a:t>// Ibuffer_serialzable</a:t>
            </a:r>
            <a:r>
              <a:rPr lang="ko-KR" altLang="en-US" sz="1000">
                <a:solidFill>
                  <a:srgbClr val="00B050"/>
                </a:solidFill>
              </a:rPr>
              <a:t>을 정의한다</a:t>
            </a:r>
            <a:r>
              <a:rPr lang="en-US" altLang="ko-KR" sz="1000">
                <a:solidFill>
                  <a:srgbClr val="00B050"/>
                </a:solidFill>
              </a:rPr>
              <a:t>!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B050"/>
                </a:solidFill>
              </a:rPr>
              <a:t>// - DEFINE_BUFFER_SERIALIZE</a:t>
            </a:r>
            <a:r>
              <a:rPr lang="ko-KR" altLang="en-US" sz="1000">
                <a:solidFill>
                  <a:srgbClr val="00B050"/>
                </a:solidFill>
              </a:rPr>
              <a:t>를 사용하면 손쉽게 정의가 가능하다</a:t>
            </a:r>
            <a:r>
              <a:rPr lang="en-US" altLang="ko-KR" sz="1000">
                <a:solidFill>
                  <a:srgbClr val="00B050"/>
                </a:solidFill>
              </a:rPr>
              <a:t>.</a:t>
            </a:r>
            <a:endParaRPr lang="ko-KR" altLang="en-US" sz="1000">
              <a:solidFill>
                <a:srgbClr val="00B050"/>
              </a:solidFill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struct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foo : </a:t>
            </a:r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Ibuffer_serializable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int           a</a:t>
            </a:r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eMESSAGE_TYPE b;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std::string   c;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short         d;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vector&lt;int&gt;   e;</a:t>
            </a:r>
          </a:p>
          <a:p>
            <a:endParaRPr lang="en-US" altLang="ko-KR" sz="1000">
              <a:solidFill>
                <a:srgbClr val="00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public: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sz="1000" b="1"/>
              <a:t>DEFINE_BUFFER_SERIALIZE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(a, b, c, d, e);</a:t>
            </a:r>
          </a:p>
          <a:p>
            <a:r>
              <a:rPr lang="en-US" altLang="ko-KR" sz="1000">
                <a:solidFill>
                  <a:srgbClr val="0000F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465F9-E80B-416B-835A-AEF33DB5726C}"/>
              </a:ext>
            </a:extLst>
          </p:cNvPr>
          <p:cNvSpPr txBox="1"/>
          <p:nvPr/>
        </p:nvSpPr>
        <p:spPr>
          <a:xfrm>
            <a:off x="5200650" y="2405291"/>
            <a:ext cx="28841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1. Ibuffer_serializable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상속 받는다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1AE2753-A325-448B-95E9-CC80DA72810B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4505325" y="2405291"/>
            <a:ext cx="695325" cy="13850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621526-E3D9-47B7-847B-2E76A6731094}"/>
              </a:ext>
            </a:extLst>
          </p:cNvPr>
          <p:cNvSpPr txBox="1"/>
          <p:nvPr/>
        </p:nvSpPr>
        <p:spPr>
          <a:xfrm>
            <a:off x="4747352" y="3849012"/>
            <a:ext cx="3127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2. DEFINE_BUFFER_SERIALZE</a:t>
            </a:r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을 사용</a:t>
            </a:r>
            <a:endParaRPr lang="en-US" altLang="ko-KR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r>
              <a:rPr lang="ko-KR" altLang="en-US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나열된 멤버 변수들은 차례로 직렬화 된다</a:t>
            </a:r>
            <a:r>
              <a:rPr lang="en-US" altLang="ko-KR" sz="120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.</a:t>
            </a:r>
            <a:endParaRPr lang="ko-KR" altLang="en-US" sz="120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0C35F56-A94B-4B91-A710-0E4340A21F3A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438650" y="4079845"/>
            <a:ext cx="308702" cy="87532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774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250406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E4EB-2CF1-4DBC-9CE3-9BECDFECECCB}"/>
              </a:ext>
            </a:extLst>
          </p:cNvPr>
          <p:cNvSpPr txBox="1"/>
          <p:nvPr/>
        </p:nvSpPr>
        <p:spPr>
          <a:xfrm>
            <a:off x="538480" y="15240"/>
            <a:ext cx="7104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BUFFER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BB6FB-9184-4FAE-A952-8ACF6BFDE79D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C153B9-805B-489B-8741-4B5D93C359DA}"/>
              </a:ext>
            </a:extLst>
          </p:cNvPr>
          <p:cNvSpPr/>
          <p:nvPr/>
        </p:nvSpPr>
        <p:spPr>
          <a:xfrm>
            <a:off x="1217567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14392</TotalTime>
  <Words>1114</Words>
  <Application>Microsoft Office PowerPoint</Application>
  <PresentationFormat>와이드스크린</PresentationFormat>
  <Paragraphs>149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HY견명조</vt:lpstr>
      <vt:lpstr>HY신명조</vt:lpstr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조 상현</cp:lastModifiedBy>
  <cp:revision>386</cp:revision>
  <dcterms:created xsi:type="dcterms:W3CDTF">2019-08-08T18:29:33Z</dcterms:created>
  <dcterms:modified xsi:type="dcterms:W3CDTF">2020-01-14T05:33:26Z</dcterms:modified>
</cp:coreProperties>
</file>