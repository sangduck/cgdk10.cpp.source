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9" r:id="rId4"/>
    <p:sldId id="266" r:id="rId5"/>
    <p:sldId id="261" r:id="rId6"/>
    <p:sldId id="274" r:id="rId7"/>
    <p:sldId id="262" r:id="rId8"/>
    <p:sldId id="275" r:id="rId9"/>
    <p:sldId id="270" r:id="rId10"/>
    <p:sldId id="276" r:id="rId11"/>
    <p:sldId id="271" r:id="rId12"/>
    <p:sldId id="272" r:id="rId13"/>
    <p:sldId id="273" r:id="rId14"/>
    <p:sldId id="277" r:id="rId15"/>
    <p:sldId id="268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1" userDrawn="1">
          <p15:clr>
            <a:srgbClr val="A4A3A4"/>
          </p15:clr>
        </p15:guide>
        <p15:guide id="2" pos="8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9" autoAdjust="0"/>
    <p:restoredTop sz="94660"/>
  </p:normalViewPr>
  <p:slideViewPr>
    <p:cSldViewPr snapToGrid="0">
      <p:cViewPr>
        <p:scale>
          <a:sx n="100" d="100"/>
          <a:sy n="100" d="100"/>
        </p:scale>
        <p:origin x="-294" y="222"/>
      </p:cViewPr>
      <p:guideLst>
        <p:guide orient="horz" pos="391"/>
        <p:guide pos="8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22A7E5-9D6C-4D49-9F84-6FD5581D5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DF23D0-ACA9-4109-859D-3ECB447A1C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C36A17-8D0E-4BD4-9D11-B7A7E9E9A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D2E944-0ED1-4607-A36C-5BB69830A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B9B9D4-8BBC-476D-8064-35CFCD6B7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882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419A54-E745-4CC6-BB95-027B31215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527CD9-8FD6-41DB-92D5-543810226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C1E69F-6A0C-4988-A80C-D9E079982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A0A22F-E157-407D-9059-6BA690D7D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25A3EE-62DB-427A-BC57-1105595DD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982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69695-5C44-4966-9A13-1C984D986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BB4F0D-22E9-4085-831F-FD98A827D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A917BF-93D8-4FAE-9057-B5DC34BF0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4F97A2-C5F5-4A31-8A8E-9DB0E5BF0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8D523A-5E78-4084-9250-EA62E800A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3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4C6390-10D0-4FD4-A9C5-512525EC4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6AF698-79AC-473D-91BE-2AC4B6A9AE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47004C-44EF-4C97-90AD-CEC005B13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2DA3BB-F86B-423B-ADF0-0C45FFA7F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BA172-663F-4746-A340-81A5A245E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8ECEE4-F0CB-4000-8737-D35FA8E9B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085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133FDE-6868-41BC-989B-C7995DAA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2CE7D6-2226-4B65-8C8E-7CC6A6A5A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092D66-1FD3-41EB-97C7-DE6FA7F9FC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8733F04-26EC-425A-A594-4302ABE0AB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AAB9B29-E3A0-4BA3-A785-C6DCCEF71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C93CB7F-B41A-4C1B-ABF3-7333EA9C9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4B76826-AE98-4493-AE44-3F7ACB5BD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249C020-97C1-43ED-95BF-408B8BF82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908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1FE3F6-CD7E-4531-9825-DA1294BB7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364A65-7602-4E2F-AB3A-1DB84F3C2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B370FC8-7EFF-42A1-A3DD-2E35F1F49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EA32FA-FEE4-4DBD-930C-A337BE210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2637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D4FEF22-CFFB-471E-8960-DC35A80D0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98E9B52-4735-4887-B334-2DAF94848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849622-257C-4566-88C3-8C0E40D10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711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14B03-A7BA-4811-B9E6-F4B68F507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AABAA1-C57E-4FE1-B2AD-CB2F1C6B5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1A1A2C-F9BA-416A-BBF9-D65DDE042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0EEA2E-4425-4FB2-B940-D630ECB66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5F14BC-4609-49B0-B88F-71ED21D8B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B2F4A1-01AF-4213-B737-2A01F210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582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543167-4408-4C58-ADD5-FC60A11ED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678274A-E2D6-47D8-8667-1D77CFAB27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29D13A-7EED-4A00-A107-5A9D6EE83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2886C8-A6B0-4365-8DF4-783E16274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C8015C-9296-41FD-8594-A6F545A4C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82F2D0-7A4D-4569-A726-EFB2F9A6D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462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8FE90C-3B64-42E6-831B-DF1AF8BE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F9955E-804B-4847-A548-B8FAB8A8F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016D88-EA8C-4E33-9AA0-265D828D1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26A646-1DCD-47EA-9189-479181E5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40B22C-804C-4B5E-BC7E-9728A7D22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035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C339A3-C568-40CC-80EA-0D67438C8E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0BA901-4156-43E5-997D-B97D552566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5A3A72-6D07-48D1-A145-8C8FC73BF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5FE233-6062-4295-98E2-CDA8399D8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A950D5-233D-4487-955B-863FE15ED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5246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959FC0F-2DDD-468F-8DBD-6A2807FE1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676674-756A-42FE-BD0C-C3CECBFD8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6A869F-4294-4684-B447-EA0E579528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B7EA6-29B8-4261-8591-86CDF1CF1D8C}" type="datetimeFigureOut">
              <a:rPr lang="ko-KR" altLang="en-US" smtClean="0"/>
              <a:t>2020-01-14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C5D8D2-D0ED-4DCE-B1CA-EB46F385A5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2C4440-5EEA-42C9-BA7E-B3A419EF5D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375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1B87DE33-CDB2-4028-8B35-64B351BA78D0}"/>
              </a:ext>
            </a:extLst>
          </p:cNvPr>
          <p:cNvSpPr/>
          <p:nvPr/>
        </p:nvSpPr>
        <p:spPr>
          <a:xfrm>
            <a:off x="0" y="0"/>
            <a:ext cx="141605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416050" y="905483"/>
            <a:ext cx="391086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6213" indent="-176213">
              <a:buFont typeface="Wingdings" panose="05000000000000000000" pitchFamily="2" charset="2"/>
              <a:buChar char="§"/>
            </a:pPr>
            <a:r>
              <a:rPr lang="en-US" altLang="ko-KR" sz="1200"/>
              <a:t>append-extract for various</a:t>
            </a:r>
            <a:r>
              <a:rPr lang="ko-KR" altLang="en-US" sz="1200"/>
              <a:t> </a:t>
            </a:r>
            <a:r>
              <a:rPr lang="en-US" altLang="ko-KR" sz="1200"/>
              <a:t>data</a:t>
            </a:r>
            <a:r>
              <a:rPr lang="ko-KR" altLang="en-US" sz="1200"/>
              <a:t> </a:t>
            </a:r>
            <a:r>
              <a:rPr lang="en-US" altLang="ko-KR" sz="1200"/>
              <a:t>types</a:t>
            </a:r>
            <a:endParaRPr lang="en-US" altLang="ko-KR" sz="1200" dirty="0"/>
          </a:p>
          <a:p>
            <a:pPr marL="176213" indent="-176213">
              <a:buFont typeface="Wingdings" panose="05000000000000000000" pitchFamily="2" charset="2"/>
              <a:buChar char="§"/>
            </a:pPr>
            <a:r>
              <a:rPr lang="en-US" altLang="ko-KR" sz="1200"/>
              <a:t>basic data types</a:t>
            </a:r>
            <a:endParaRPr lang="en-US" altLang="ko-KR" sz="1200" dirty="0"/>
          </a:p>
          <a:p>
            <a:pPr marL="176213" indent="-176213">
              <a:buFont typeface="Wingdings" panose="05000000000000000000" pitchFamily="2" charset="2"/>
              <a:buChar char="§"/>
            </a:pPr>
            <a:r>
              <a:rPr lang="en-US" altLang="ko-KR" sz="1200"/>
              <a:t>string types</a:t>
            </a:r>
            <a:endParaRPr lang="en-US" altLang="ko-KR" sz="1200" dirty="0"/>
          </a:p>
          <a:p>
            <a:pPr marL="176213" indent="-176213">
              <a:buFont typeface="Wingdings" panose="05000000000000000000" pitchFamily="2" charset="2"/>
              <a:buChar char="§"/>
            </a:pPr>
            <a:r>
              <a:rPr lang="en-US" altLang="ko-KR" sz="1200"/>
              <a:t>linear containers</a:t>
            </a:r>
          </a:p>
          <a:p>
            <a:pPr marL="176213" indent="-176213">
              <a:buFont typeface="Wingdings" panose="05000000000000000000" pitchFamily="2" charset="2"/>
              <a:buChar char="§"/>
            </a:pPr>
            <a:r>
              <a:rPr lang="en-US" altLang="ko-KR" sz="1200"/>
              <a:t>time classes</a:t>
            </a:r>
          </a:p>
          <a:p>
            <a:pPr marL="176213" indent="-176213">
              <a:buFont typeface="Wingdings" panose="05000000000000000000" pitchFamily="2" charset="2"/>
              <a:buChar char="§"/>
            </a:pPr>
            <a:r>
              <a:rPr lang="en-US" altLang="ko-KR" sz="1200"/>
              <a:t>tuple class</a:t>
            </a:r>
          </a:p>
          <a:p>
            <a:pPr marL="176213" indent="-176213">
              <a:buFont typeface="Wingdings" panose="05000000000000000000" pitchFamily="2" charset="2"/>
              <a:buChar char="§"/>
            </a:pPr>
            <a:r>
              <a:rPr lang="en-US" altLang="ko-KR" sz="1200"/>
              <a:t>array</a:t>
            </a:r>
            <a:endParaRPr lang="ko-KR" altLang="en-US" sz="1200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63D706D0-7F00-44B7-8338-DA6DCD0C282B}"/>
              </a:ext>
            </a:extLst>
          </p:cNvPr>
          <p:cNvSpPr txBox="1">
            <a:spLocks/>
          </p:cNvSpPr>
          <p:nvPr/>
        </p:nvSpPr>
        <p:spPr>
          <a:xfrm>
            <a:off x="378691" y="347663"/>
            <a:ext cx="5207000" cy="66833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>
                    <a:lumMod val="50000"/>
                  </a:schemeClr>
                </a:solidFill>
              </a:rPr>
              <a:t>CGC.II..</a:t>
            </a:r>
            <a:r>
              <a:rPr lang="en-US" altLang="ko-KR" sz="3200" b="1" dirty="0"/>
              <a:t>BUFFER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97255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250586" y="-12879"/>
            <a:ext cx="1708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buffer system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20713"/>
            <a:ext cx="7708900" cy="880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CGD.buffer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는 다양한 종류의 데이터 직렬화를 제공한다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int, float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등과 같은 기본 자료형 뿐만 아니라 문자열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, std::vector&lt;T&gt;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나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std::map&lt;K,T&gt;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와 같은 표준 컨테이너 등과 같은 복합적 데이터 역시 지원해 준다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DB527DD-0C6B-41DE-808A-162236B8F49B}"/>
              </a:ext>
            </a:extLst>
          </p:cNvPr>
          <p:cNvSpPr/>
          <p:nvPr/>
        </p:nvSpPr>
        <p:spPr>
          <a:xfrm>
            <a:off x="1687403" y="1679358"/>
            <a:ext cx="7679025" cy="36502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9388" indent="-179388" defTabSz="360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기본형 자료형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	char, short, int, float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등과 같은 기본 자료형</a:t>
            </a:r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79388" indent="-179388" defTabSz="360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enum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형 자료형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	enum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으로 정의된 자료형</a:t>
            </a:r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79388" indent="-179388" defTabSz="360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문자열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			char*, wchar_t*, char16_t* …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Abadi Extra Light" panose="020B0204020104020204" pitchFamily="34" charset="0"/>
                <a:ea typeface="HY견명조" panose="02030600000101010101" pitchFamily="18" charset="-127"/>
              </a:rPr>
              <a:t>				std::string, std::wstring, …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				std::string_view, std::wstring_view …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등</a:t>
            </a:r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79388" indent="-179388" defTabSz="360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선형 컨테이너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	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std::vector&lt;T&gt;(), std::deque&lt;T&gt;, std::list&lt;T&gt;, …</a:t>
            </a:r>
          </a:p>
          <a:p>
            <a:pPr marL="179388" indent="-179388" defTabSz="360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연관 컨테이너 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	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std::map&lt;K,T&gt;(), std::set&lt;T&gt;() , std::unordered_mapt&lt;T&gt;(), …</a:t>
            </a:r>
          </a:p>
          <a:p>
            <a:pPr marL="179388" indent="-179388" defTabSz="360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시간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			tm, std::chrono::time_point, …</a:t>
            </a:r>
            <a:endParaRPr lang="ko-KR" altLang="en-US" sz="1200"/>
          </a:p>
          <a:p>
            <a:pPr marL="179388" indent="-179388" defTabSz="360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튜플 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			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std::tuple&lt;T&gt;()</a:t>
            </a:r>
          </a:p>
          <a:p>
            <a:pPr marL="179388" indent="-179388" defTabSz="360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버퍼 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			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CGDK::buffer_view, CGDK::shared_buffer, …</a:t>
            </a:r>
            <a:endParaRPr lang="ko-KR" altLang="en-US" sz="1200"/>
          </a:p>
          <a:p>
            <a:pPr marL="179388" indent="-179388" defTabSz="360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배열</a:t>
            </a:r>
            <a:endParaRPr lang="en-US" altLang="ko-KR" sz="120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179388" indent="-179388" defTabSz="360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구조체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클래스</a:t>
            </a:r>
            <a:endParaRPr lang="en-US" altLang="ko-KR" sz="120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179388" indent="-179388" defTabSz="360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포인터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			object_ptr&lt;T&gt;(), own_ptr&lt;T&gt;() (Ibuffer_serializable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일 경우에 한정적으로 지원함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3738245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250586" y="-12879"/>
            <a:ext cx="2976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buffer classes.basic_types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20713"/>
            <a:ext cx="770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기본 자료형</a:t>
            </a:r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5AB4CCF-EA42-4C10-B88B-BECA5B46AC45}"/>
              </a:ext>
            </a:extLst>
          </p:cNvPr>
          <p:cNvSpPr/>
          <p:nvPr/>
        </p:nvSpPr>
        <p:spPr>
          <a:xfrm>
            <a:off x="1638315" y="1131017"/>
            <a:ext cx="8962098" cy="2761507"/>
          </a:xfrm>
          <a:custGeom>
            <a:avLst/>
            <a:gdLst>
              <a:gd name="connsiteX0" fmla="*/ 0 w 8962098"/>
              <a:gd name="connsiteY0" fmla="*/ 0 h 2761507"/>
              <a:gd name="connsiteX1" fmla="*/ 868634 w 8962098"/>
              <a:gd name="connsiteY1" fmla="*/ 0 h 2761507"/>
              <a:gd name="connsiteX2" fmla="*/ 1468405 w 8962098"/>
              <a:gd name="connsiteY2" fmla="*/ 0 h 2761507"/>
              <a:gd name="connsiteX3" fmla="*/ 1888935 w 8962098"/>
              <a:gd name="connsiteY3" fmla="*/ 0 h 2761507"/>
              <a:gd name="connsiteX4" fmla="*/ 2488706 w 8962098"/>
              <a:gd name="connsiteY4" fmla="*/ 0 h 2761507"/>
              <a:gd name="connsiteX5" fmla="*/ 3088477 w 8962098"/>
              <a:gd name="connsiteY5" fmla="*/ 0 h 2761507"/>
              <a:gd name="connsiteX6" fmla="*/ 3867490 w 8962098"/>
              <a:gd name="connsiteY6" fmla="*/ 0 h 2761507"/>
              <a:gd name="connsiteX7" fmla="*/ 4288019 w 8962098"/>
              <a:gd name="connsiteY7" fmla="*/ 0 h 2761507"/>
              <a:gd name="connsiteX8" fmla="*/ 4977411 w 8962098"/>
              <a:gd name="connsiteY8" fmla="*/ 0 h 2761507"/>
              <a:gd name="connsiteX9" fmla="*/ 5487562 w 8962098"/>
              <a:gd name="connsiteY9" fmla="*/ 0 h 2761507"/>
              <a:gd name="connsiteX10" fmla="*/ 5908091 w 8962098"/>
              <a:gd name="connsiteY10" fmla="*/ 0 h 2761507"/>
              <a:gd name="connsiteX11" fmla="*/ 6776725 w 8962098"/>
              <a:gd name="connsiteY11" fmla="*/ 0 h 2761507"/>
              <a:gd name="connsiteX12" fmla="*/ 7376496 w 8962098"/>
              <a:gd name="connsiteY12" fmla="*/ 0 h 2761507"/>
              <a:gd name="connsiteX13" fmla="*/ 8155509 w 8962098"/>
              <a:gd name="connsiteY13" fmla="*/ 0 h 2761507"/>
              <a:gd name="connsiteX14" fmla="*/ 8962098 w 8962098"/>
              <a:gd name="connsiteY14" fmla="*/ 0 h 2761507"/>
              <a:gd name="connsiteX15" fmla="*/ 8962098 w 8962098"/>
              <a:gd name="connsiteY15" fmla="*/ 635147 h 2761507"/>
              <a:gd name="connsiteX16" fmla="*/ 8962098 w 8962098"/>
              <a:gd name="connsiteY16" fmla="*/ 1297908 h 2761507"/>
              <a:gd name="connsiteX17" fmla="*/ 8962098 w 8962098"/>
              <a:gd name="connsiteY17" fmla="*/ 1933055 h 2761507"/>
              <a:gd name="connsiteX18" fmla="*/ 8962098 w 8962098"/>
              <a:gd name="connsiteY18" fmla="*/ 2761507 h 2761507"/>
              <a:gd name="connsiteX19" fmla="*/ 8362327 w 8962098"/>
              <a:gd name="connsiteY19" fmla="*/ 2761507 h 2761507"/>
              <a:gd name="connsiteX20" fmla="*/ 7762556 w 8962098"/>
              <a:gd name="connsiteY20" fmla="*/ 2761507 h 2761507"/>
              <a:gd name="connsiteX21" fmla="*/ 6983543 w 8962098"/>
              <a:gd name="connsiteY21" fmla="*/ 2761507 h 2761507"/>
              <a:gd name="connsiteX22" fmla="*/ 6383771 w 8962098"/>
              <a:gd name="connsiteY22" fmla="*/ 2761507 h 2761507"/>
              <a:gd name="connsiteX23" fmla="*/ 5604758 w 8962098"/>
              <a:gd name="connsiteY23" fmla="*/ 2761507 h 2761507"/>
              <a:gd name="connsiteX24" fmla="*/ 5094608 w 8962098"/>
              <a:gd name="connsiteY24" fmla="*/ 2761507 h 2761507"/>
              <a:gd name="connsiteX25" fmla="*/ 4584458 w 8962098"/>
              <a:gd name="connsiteY25" fmla="*/ 2761507 h 2761507"/>
              <a:gd name="connsiteX26" fmla="*/ 3805445 w 8962098"/>
              <a:gd name="connsiteY26" fmla="*/ 2761507 h 2761507"/>
              <a:gd name="connsiteX27" fmla="*/ 3205674 w 8962098"/>
              <a:gd name="connsiteY27" fmla="*/ 2761507 h 2761507"/>
              <a:gd name="connsiteX28" fmla="*/ 2516281 w 8962098"/>
              <a:gd name="connsiteY28" fmla="*/ 2761507 h 2761507"/>
              <a:gd name="connsiteX29" fmla="*/ 1916510 w 8962098"/>
              <a:gd name="connsiteY29" fmla="*/ 2761507 h 2761507"/>
              <a:gd name="connsiteX30" fmla="*/ 1495981 w 8962098"/>
              <a:gd name="connsiteY30" fmla="*/ 2761507 h 2761507"/>
              <a:gd name="connsiteX31" fmla="*/ 627347 w 8962098"/>
              <a:gd name="connsiteY31" fmla="*/ 2761507 h 2761507"/>
              <a:gd name="connsiteX32" fmla="*/ 0 w 8962098"/>
              <a:gd name="connsiteY32" fmla="*/ 2761507 h 2761507"/>
              <a:gd name="connsiteX33" fmla="*/ 0 w 8962098"/>
              <a:gd name="connsiteY33" fmla="*/ 2015900 h 2761507"/>
              <a:gd name="connsiteX34" fmla="*/ 0 w 8962098"/>
              <a:gd name="connsiteY34" fmla="*/ 1270293 h 2761507"/>
              <a:gd name="connsiteX35" fmla="*/ 0 w 8962098"/>
              <a:gd name="connsiteY35" fmla="*/ 0 h 2761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962098" h="2761507" fill="none" extrusionOk="0">
                <a:moveTo>
                  <a:pt x="0" y="0"/>
                </a:moveTo>
                <a:cubicBezTo>
                  <a:pt x="298731" y="-4631"/>
                  <a:pt x="675027" y="14842"/>
                  <a:pt x="868634" y="0"/>
                </a:cubicBezTo>
                <a:cubicBezTo>
                  <a:pt x="1062241" y="-14842"/>
                  <a:pt x="1341089" y="11627"/>
                  <a:pt x="1468405" y="0"/>
                </a:cubicBezTo>
                <a:cubicBezTo>
                  <a:pt x="1595721" y="-11627"/>
                  <a:pt x="1710587" y="16825"/>
                  <a:pt x="1888935" y="0"/>
                </a:cubicBezTo>
                <a:cubicBezTo>
                  <a:pt x="2067283" y="-16825"/>
                  <a:pt x="2256441" y="4492"/>
                  <a:pt x="2488706" y="0"/>
                </a:cubicBezTo>
                <a:cubicBezTo>
                  <a:pt x="2720971" y="-4492"/>
                  <a:pt x="2827907" y="-11615"/>
                  <a:pt x="3088477" y="0"/>
                </a:cubicBezTo>
                <a:cubicBezTo>
                  <a:pt x="3349047" y="11615"/>
                  <a:pt x="3531027" y="33240"/>
                  <a:pt x="3867490" y="0"/>
                </a:cubicBezTo>
                <a:cubicBezTo>
                  <a:pt x="4203953" y="-33240"/>
                  <a:pt x="4118293" y="18316"/>
                  <a:pt x="4288019" y="0"/>
                </a:cubicBezTo>
                <a:cubicBezTo>
                  <a:pt x="4457745" y="-18316"/>
                  <a:pt x="4791706" y="-10920"/>
                  <a:pt x="4977411" y="0"/>
                </a:cubicBezTo>
                <a:cubicBezTo>
                  <a:pt x="5163116" y="10920"/>
                  <a:pt x="5378473" y="5305"/>
                  <a:pt x="5487562" y="0"/>
                </a:cubicBezTo>
                <a:cubicBezTo>
                  <a:pt x="5596651" y="-5305"/>
                  <a:pt x="5757792" y="5934"/>
                  <a:pt x="5908091" y="0"/>
                </a:cubicBezTo>
                <a:cubicBezTo>
                  <a:pt x="6058390" y="-5934"/>
                  <a:pt x="6535652" y="-26784"/>
                  <a:pt x="6776725" y="0"/>
                </a:cubicBezTo>
                <a:cubicBezTo>
                  <a:pt x="7017798" y="26784"/>
                  <a:pt x="7198419" y="-7531"/>
                  <a:pt x="7376496" y="0"/>
                </a:cubicBezTo>
                <a:cubicBezTo>
                  <a:pt x="7554573" y="7531"/>
                  <a:pt x="7832540" y="-5864"/>
                  <a:pt x="8155509" y="0"/>
                </a:cubicBezTo>
                <a:cubicBezTo>
                  <a:pt x="8478478" y="5864"/>
                  <a:pt x="8658734" y="-30889"/>
                  <a:pt x="8962098" y="0"/>
                </a:cubicBezTo>
                <a:cubicBezTo>
                  <a:pt x="8969739" y="153974"/>
                  <a:pt x="8987660" y="409772"/>
                  <a:pt x="8962098" y="635147"/>
                </a:cubicBezTo>
                <a:cubicBezTo>
                  <a:pt x="8936536" y="860522"/>
                  <a:pt x="8929674" y="1134633"/>
                  <a:pt x="8962098" y="1297908"/>
                </a:cubicBezTo>
                <a:cubicBezTo>
                  <a:pt x="8994522" y="1461183"/>
                  <a:pt x="8957949" y="1738829"/>
                  <a:pt x="8962098" y="1933055"/>
                </a:cubicBezTo>
                <a:cubicBezTo>
                  <a:pt x="8966247" y="2127281"/>
                  <a:pt x="8931949" y="2367250"/>
                  <a:pt x="8962098" y="2761507"/>
                </a:cubicBezTo>
                <a:cubicBezTo>
                  <a:pt x="8687274" y="2774716"/>
                  <a:pt x="8494791" y="2760074"/>
                  <a:pt x="8362327" y="2761507"/>
                </a:cubicBezTo>
                <a:cubicBezTo>
                  <a:pt x="8229863" y="2762940"/>
                  <a:pt x="7913777" y="2752889"/>
                  <a:pt x="7762556" y="2761507"/>
                </a:cubicBezTo>
                <a:cubicBezTo>
                  <a:pt x="7611335" y="2770125"/>
                  <a:pt x="7339701" y="2777174"/>
                  <a:pt x="6983543" y="2761507"/>
                </a:cubicBezTo>
                <a:cubicBezTo>
                  <a:pt x="6627385" y="2745840"/>
                  <a:pt x="6543892" y="2731809"/>
                  <a:pt x="6383771" y="2761507"/>
                </a:cubicBezTo>
                <a:cubicBezTo>
                  <a:pt x="6223650" y="2791205"/>
                  <a:pt x="5764514" y="2742218"/>
                  <a:pt x="5604758" y="2761507"/>
                </a:cubicBezTo>
                <a:cubicBezTo>
                  <a:pt x="5445002" y="2780796"/>
                  <a:pt x="5345731" y="2785512"/>
                  <a:pt x="5094608" y="2761507"/>
                </a:cubicBezTo>
                <a:cubicBezTo>
                  <a:pt x="4843485" y="2737503"/>
                  <a:pt x="4833978" y="2772020"/>
                  <a:pt x="4584458" y="2761507"/>
                </a:cubicBezTo>
                <a:cubicBezTo>
                  <a:pt x="4334938" y="2750995"/>
                  <a:pt x="3996796" y="2729051"/>
                  <a:pt x="3805445" y="2761507"/>
                </a:cubicBezTo>
                <a:cubicBezTo>
                  <a:pt x="3614094" y="2793963"/>
                  <a:pt x="3362298" y="2754621"/>
                  <a:pt x="3205674" y="2761507"/>
                </a:cubicBezTo>
                <a:cubicBezTo>
                  <a:pt x="3049050" y="2768393"/>
                  <a:pt x="2714112" y="2744663"/>
                  <a:pt x="2516281" y="2761507"/>
                </a:cubicBezTo>
                <a:cubicBezTo>
                  <a:pt x="2318450" y="2778351"/>
                  <a:pt x="2190500" y="2759234"/>
                  <a:pt x="1916510" y="2761507"/>
                </a:cubicBezTo>
                <a:cubicBezTo>
                  <a:pt x="1642520" y="2763780"/>
                  <a:pt x="1631050" y="2751984"/>
                  <a:pt x="1495981" y="2761507"/>
                </a:cubicBezTo>
                <a:cubicBezTo>
                  <a:pt x="1360912" y="2771030"/>
                  <a:pt x="904943" y="2754183"/>
                  <a:pt x="627347" y="2761507"/>
                </a:cubicBezTo>
                <a:cubicBezTo>
                  <a:pt x="349751" y="2768831"/>
                  <a:pt x="215136" y="2760278"/>
                  <a:pt x="0" y="2761507"/>
                </a:cubicBezTo>
                <a:cubicBezTo>
                  <a:pt x="-1432" y="2463150"/>
                  <a:pt x="-34336" y="2377894"/>
                  <a:pt x="0" y="2015900"/>
                </a:cubicBezTo>
                <a:cubicBezTo>
                  <a:pt x="34336" y="1653906"/>
                  <a:pt x="31983" y="1547377"/>
                  <a:pt x="0" y="1270293"/>
                </a:cubicBezTo>
                <a:cubicBezTo>
                  <a:pt x="-31983" y="993209"/>
                  <a:pt x="-51300" y="428792"/>
                  <a:pt x="0" y="0"/>
                </a:cubicBezTo>
                <a:close/>
              </a:path>
              <a:path w="8962098" h="2761507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65724" y="182425"/>
                  <a:pt x="8926163" y="465695"/>
                  <a:pt x="8962098" y="745607"/>
                </a:cubicBezTo>
                <a:cubicBezTo>
                  <a:pt x="8998033" y="1025519"/>
                  <a:pt x="8926634" y="1249517"/>
                  <a:pt x="8962098" y="1463599"/>
                </a:cubicBezTo>
                <a:cubicBezTo>
                  <a:pt x="8997562" y="1677681"/>
                  <a:pt x="8972909" y="1890937"/>
                  <a:pt x="8962098" y="2153975"/>
                </a:cubicBezTo>
                <a:cubicBezTo>
                  <a:pt x="8951287" y="2417013"/>
                  <a:pt x="8960637" y="2603886"/>
                  <a:pt x="8962098" y="2761507"/>
                </a:cubicBezTo>
                <a:cubicBezTo>
                  <a:pt x="8798611" y="2770143"/>
                  <a:pt x="8595103" y="2757751"/>
                  <a:pt x="8451948" y="2761507"/>
                </a:cubicBezTo>
                <a:cubicBezTo>
                  <a:pt x="8308793" y="2765264"/>
                  <a:pt x="7904099" y="2719246"/>
                  <a:pt x="7583314" y="2761507"/>
                </a:cubicBezTo>
                <a:cubicBezTo>
                  <a:pt x="7262529" y="2803768"/>
                  <a:pt x="7199930" y="2795336"/>
                  <a:pt x="6893922" y="2761507"/>
                </a:cubicBezTo>
                <a:cubicBezTo>
                  <a:pt x="6587914" y="2727678"/>
                  <a:pt x="6441786" y="2777861"/>
                  <a:pt x="6114908" y="2761507"/>
                </a:cubicBezTo>
                <a:cubicBezTo>
                  <a:pt x="5788030" y="2745153"/>
                  <a:pt x="5709265" y="2757166"/>
                  <a:pt x="5335895" y="2761507"/>
                </a:cubicBezTo>
                <a:cubicBezTo>
                  <a:pt x="4962525" y="2765848"/>
                  <a:pt x="4965753" y="2738441"/>
                  <a:pt x="4736124" y="2761507"/>
                </a:cubicBezTo>
                <a:cubicBezTo>
                  <a:pt x="4506495" y="2784573"/>
                  <a:pt x="4386838" y="2746578"/>
                  <a:pt x="4225974" y="2761507"/>
                </a:cubicBezTo>
                <a:cubicBezTo>
                  <a:pt x="4065110" y="2776437"/>
                  <a:pt x="3752473" y="2726033"/>
                  <a:pt x="3357340" y="2761507"/>
                </a:cubicBezTo>
                <a:cubicBezTo>
                  <a:pt x="2962207" y="2796981"/>
                  <a:pt x="3011953" y="2747054"/>
                  <a:pt x="2667948" y="2761507"/>
                </a:cubicBezTo>
                <a:cubicBezTo>
                  <a:pt x="2323943" y="2775960"/>
                  <a:pt x="2047871" y="2748320"/>
                  <a:pt x="1799314" y="2761507"/>
                </a:cubicBezTo>
                <a:cubicBezTo>
                  <a:pt x="1550757" y="2774694"/>
                  <a:pt x="1180727" y="2752782"/>
                  <a:pt x="1020300" y="2761507"/>
                </a:cubicBezTo>
                <a:cubicBezTo>
                  <a:pt x="859873" y="2770232"/>
                  <a:pt x="498026" y="2811553"/>
                  <a:pt x="0" y="2761507"/>
                </a:cubicBezTo>
                <a:cubicBezTo>
                  <a:pt x="-3173" y="2583154"/>
                  <a:pt x="-24651" y="2405930"/>
                  <a:pt x="0" y="2071130"/>
                </a:cubicBezTo>
                <a:cubicBezTo>
                  <a:pt x="24651" y="1736330"/>
                  <a:pt x="13259" y="1748939"/>
                  <a:pt x="0" y="1463599"/>
                </a:cubicBezTo>
                <a:cubicBezTo>
                  <a:pt x="-13259" y="1178259"/>
                  <a:pt x="-7546" y="1141297"/>
                  <a:pt x="0" y="828452"/>
                </a:cubicBezTo>
                <a:cubicBezTo>
                  <a:pt x="7546" y="515607"/>
                  <a:pt x="27553" y="384872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r>
              <a:rPr lang="en-US" altLang="ko-KR" sz="1000">
                <a:solidFill>
                  <a:srgbClr val="00B050"/>
                </a:solidFill>
              </a:rPr>
              <a:t>// - 1000byte </a:t>
            </a:r>
            <a:r>
              <a:rPr lang="ko-KR" altLang="en-US" sz="1000">
                <a:solidFill>
                  <a:srgbClr val="00B050"/>
                </a:solidFill>
              </a:rPr>
              <a:t>버퍼를 생성함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baz = alloc_shared_buffer(1000);</a:t>
            </a:r>
          </a:p>
          <a:p>
            <a:endParaRPr lang="ko-KR" altLang="en-US" sz="1000"/>
          </a:p>
          <a:p>
            <a:r>
              <a:rPr lang="en-US" altLang="ko-KR" sz="1000">
                <a:solidFill>
                  <a:srgbClr val="00B050"/>
                </a:solidFill>
              </a:rPr>
              <a:t>// - </a:t>
            </a:r>
            <a:r>
              <a:rPr lang="ko-KR" altLang="en-US" sz="1000">
                <a:solidFill>
                  <a:srgbClr val="00B050"/>
                </a:solidFill>
              </a:rPr>
              <a:t>기본형 데이터들을 </a:t>
            </a:r>
            <a:r>
              <a:rPr lang="en-US" altLang="ko-KR" sz="1000">
                <a:solidFill>
                  <a:srgbClr val="00B050"/>
                </a:solidFill>
              </a:rPr>
              <a:t>append&lt;T&gt;</a:t>
            </a:r>
            <a:r>
              <a:rPr lang="ko-KR" altLang="en-US" sz="1000">
                <a:solidFill>
                  <a:srgbClr val="00B050"/>
                </a:solidFill>
              </a:rPr>
              <a:t>로 써넣는다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/>
              <a:t>baz.append&lt;</a:t>
            </a:r>
            <a:r>
              <a:rPr lang="en-US" altLang="ko-KR" sz="1000">
                <a:solidFill>
                  <a:srgbClr val="0000FF"/>
                </a:solidFill>
              </a:rPr>
              <a:t>char</a:t>
            </a:r>
            <a:r>
              <a:rPr lang="en-US" altLang="ko-KR" sz="1000"/>
              <a:t>&gt;(12);</a:t>
            </a:r>
          </a:p>
          <a:p>
            <a:r>
              <a:rPr lang="en-US" altLang="ko-KR" sz="1000"/>
              <a:t>baz.append&lt;</a:t>
            </a:r>
            <a:r>
              <a:rPr lang="en-US" altLang="ko-KR" sz="1000">
                <a:solidFill>
                  <a:srgbClr val="0000FF"/>
                </a:solidFill>
              </a:rPr>
              <a:t>unsigned char</a:t>
            </a:r>
            <a:r>
              <a:rPr lang="en-US" altLang="ko-KR" sz="1000"/>
              <a:t>&gt;(3);</a:t>
            </a:r>
          </a:p>
          <a:p>
            <a:r>
              <a:rPr lang="de-DE" altLang="ko-KR" sz="1000"/>
              <a:t>baz.append&lt;</a:t>
            </a:r>
            <a:r>
              <a:rPr lang="de-DE" altLang="ko-KR" sz="1000">
                <a:solidFill>
                  <a:srgbClr val="0000FF"/>
                </a:solidFill>
              </a:rPr>
              <a:t>wchar_t</a:t>
            </a:r>
            <a:r>
              <a:rPr lang="de-DE" altLang="ko-KR" sz="1000"/>
              <a:t>&gt;(4);</a:t>
            </a:r>
          </a:p>
          <a:p>
            <a:r>
              <a:rPr lang="fr-FR" altLang="ko-KR" sz="1000"/>
              <a:t>baz.append&lt;</a:t>
            </a:r>
            <a:r>
              <a:rPr lang="fr-FR" altLang="ko-KR" sz="1000">
                <a:solidFill>
                  <a:srgbClr val="0000FF"/>
                </a:solidFill>
              </a:rPr>
              <a:t>char16_t</a:t>
            </a:r>
            <a:r>
              <a:rPr lang="fr-FR" altLang="ko-KR" sz="1000"/>
              <a:t>&gt;(10);</a:t>
            </a:r>
          </a:p>
          <a:p>
            <a:r>
              <a:rPr lang="fr-FR" altLang="ko-KR" sz="1000"/>
              <a:t>baz.append&lt;</a:t>
            </a:r>
            <a:r>
              <a:rPr lang="fr-FR" altLang="ko-KR" sz="1000">
                <a:solidFill>
                  <a:srgbClr val="0000FF"/>
                </a:solidFill>
              </a:rPr>
              <a:t>char32_t</a:t>
            </a:r>
            <a:r>
              <a:rPr lang="fr-FR" altLang="ko-KR" sz="1000"/>
              <a:t>&gt;(22);</a:t>
            </a:r>
          </a:p>
          <a:p>
            <a:r>
              <a:rPr lang="en-US" altLang="ko-KR" sz="1000"/>
              <a:t>baz.append&lt;</a:t>
            </a:r>
            <a:r>
              <a:rPr lang="en-US" altLang="ko-KR" sz="1000">
                <a:solidFill>
                  <a:srgbClr val="0000FF"/>
                </a:solidFill>
              </a:rPr>
              <a:t>int16_t</a:t>
            </a:r>
            <a:r>
              <a:rPr lang="en-US" altLang="ko-KR" sz="1000"/>
              <a:t>&gt;(4100);</a:t>
            </a:r>
          </a:p>
          <a:p>
            <a:r>
              <a:rPr lang="en-US" altLang="ko-KR" sz="1000"/>
              <a:t>baz.append&lt;</a:t>
            </a:r>
            <a:r>
              <a:rPr lang="en-US" altLang="ko-KR" sz="1000">
                <a:solidFill>
                  <a:srgbClr val="0000FF"/>
                </a:solidFill>
              </a:rPr>
              <a:t>uint16_t</a:t>
            </a:r>
            <a:r>
              <a:rPr lang="en-US" altLang="ko-KR" sz="1000"/>
              <a:t>&gt;(32210);</a:t>
            </a:r>
          </a:p>
          <a:p>
            <a:r>
              <a:rPr lang="en-US" altLang="ko-KR" sz="1000"/>
              <a:t>baz.append&lt;</a:t>
            </a:r>
            <a:r>
              <a:rPr lang="en-US" altLang="ko-KR" sz="1000">
                <a:solidFill>
                  <a:srgbClr val="0000FF"/>
                </a:solidFill>
              </a:rPr>
              <a:t>int32_t</a:t>
            </a:r>
            <a:r>
              <a:rPr lang="en-US" altLang="ko-KR" sz="1000"/>
              <a:t>&gt;(123310);</a:t>
            </a:r>
          </a:p>
          <a:p>
            <a:r>
              <a:rPr lang="en-US" altLang="ko-KR" sz="1000"/>
              <a:t>baz.append&lt;</a:t>
            </a:r>
            <a:r>
              <a:rPr lang="en-US" altLang="ko-KR" sz="1000">
                <a:solidFill>
                  <a:srgbClr val="0000FF"/>
                </a:solidFill>
              </a:rPr>
              <a:t>uint32_t</a:t>
            </a:r>
            <a:r>
              <a:rPr lang="en-US" altLang="ko-KR" sz="1000"/>
              <a:t>&gt;(121234);</a:t>
            </a:r>
          </a:p>
          <a:p>
            <a:r>
              <a:rPr lang="en-US" altLang="ko-KR" sz="1000"/>
              <a:t>baz.append&lt;</a:t>
            </a:r>
            <a:r>
              <a:rPr lang="en-US" altLang="ko-KR" sz="1000">
                <a:solidFill>
                  <a:srgbClr val="0000FF"/>
                </a:solidFill>
              </a:rPr>
              <a:t>int64_t</a:t>
            </a:r>
            <a:r>
              <a:rPr lang="en-US" altLang="ko-KR" sz="1000"/>
              <a:t>&gt;(-1000443);</a:t>
            </a:r>
          </a:p>
          <a:p>
            <a:r>
              <a:rPr lang="en-US" altLang="ko-KR" sz="1000"/>
              <a:t>baz.append&lt;</a:t>
            </a:r>
            <a:r>
              <a:rPr lang="en-US" altLang="ko-KR" sz="1000">
                <a:solidFill>
                  <a:srgbClr val="0000FF"/>
                </a:solidFill>
              </a:rPr>
              <a:t>uint64_t</a:t>
            </a:r>
            <a:r>
              <a:rPr lang="en-US" altLang="ko-KR" sz="1000"/>
              <a:t>&gt;(12233094310);</a:t>
            </a:r>
          </a:p>
          <a:p>
            <a:r>
              <a:rPr lang="en-US" altLang="ko-KR" sz="1000"/>
              <a:t>baz.append&lt;</a:t>
            </a:r>
            <a:r>
              <a:rPr lang="en-US" altLang="ko-KR" sz="1000">
                <a:solidFill>
                  <a:srgbClr val="0000FF"/>
                </a:solidFill>
              </a:rPr>
              <a:t>float</a:t>
            </a:r>
            <a:r>
              <a:rPr lang="en-US" altLang="ko-KR" sz="1000"/>
              <a:t>&gt;(1.0f);</a:t>
            </a:r>
          </a:p>
          <a:p>
            <a:r>
              <a:rPr lang="en-US" altLang="ko-KR" sz="1000"/>
              <a:t>baz.append&lt;</a:t>
            </a:r>
            <a:r>
              <a:rPr lang="en-US" altLang="ko-KR" sz="1000">
                <a:solidFill>
                  <a:srgbClr val="0000FF"/>
                </a:solidFill>
              </a:rPr>
              <a:t>double</a:t>
            </a:r>
            <a:r>
              <a:rPr lang="en-US" altLang="ko-KR" sz="1000"/>
              <a:t>&gt;(2.0);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90617A3-DE9B-4F95-B822-DAA80A05A19C}"/>
              </a:ext>
            </a:extLst>
          </p:cNvPr>
          <p:cNvSpPr/>
          <p:nvPr/>
        </p:nvSpPr>
        <p:spPr>
          <a:xfrm>
            <a:off x="1638315" y="4178158"/>
            <a:ext cx="8962098" cy="2299842"/>
          </a:xfrm>
          <a:custGeom>
            <a:avLst/>
            <a:gdLst>
              <a:gd name="connsiteX0" fmla="*/ 0 w 8962098"/>
              <a:gd name="connsiteY0" fmla="*/ 0 h 2299842"/>
              <a:gd name="connsiteX1" fmla="*/ 868634 w 8962098"/>
              <a:gd name="connsiteY1" fmla="*/ 0 h 2299842"/>
              <a:gd name="connsiteX2" fmla="*/ 1468405 w 8962098"/>
              <a:gd name="connsiteY2" fmla="*/ 0 h 2299842"/>
              <a:gd name="connsiteX3" fmla="*/ 1888935 w 8962098"/>
              <a:gd name="connsiteY3" fmla="*/ 0 h 2299842"/>
              <a:gd name="connsiteX4" fmla="*/ 2488706 w 8962098"/>
              <a:gd name="connsiteY4" fmla="*/ 0 h 2299842"/>
              <a:gd name="connsiteX5" fmla="*/ 3088477 w 8962098"/>
              <a:gd name="connsiteY5" fmla="*/ 0 h 2299842"/>
              <a:gd name="connsiteX6" fmla="*/ 3867490 w 8962098"/>
              <a:gd name="connsiteY6" fmla="*/ 0 h 2299842"/>
              <a:gd name="connsiteX7" fmla="*/ 4288019 w 8962098"/>
              <a:gd name="connsiteY7" fmla="*/ 0 h 2299842"/>
              <a:gd name="connsiteX8" fmla="*/ 4977411 w 8962098"/>
              <a:gd name="connsiteY8" fmla="*/ 0 h 2299842"/>
              <a:gd name="connsiteX9" fmla="*/ 5487562 w 8962098"/>
              <a:gd name="connsiteY9" fmla="*/ 0 h 2299842"/>
              <a:gd name="connsiteX10" fmla="*/ 5908091 w 8962098"/>
              <a:gd name="connsiteY10" fmla="*/ 0 h 2299842"/>
              <a:gd name="connsiteX11" fmla="*/ 6776725 w 8962098"/>
              <a:gd name="connsiteY11" fmla="*/ 0 h 2299842"/>
              <a:gd name="connsiteX12" fmla="*/ 7376496 w 8962098"/>
              <a:gd name="connsiteY12" fmla="*/ 0 h 2299842"/>
              <a:gd name="connsiteX13" fmla="*/ 8155509 w 8962098"/>
              <a:gd name="connsiteY13" fmla="*/ 0 h 2299842"/>
              <a:gd name="connsiteX14" fmla="*/ 8962098 w 8962098"/>
              <a:gd name="connsiteY14" fmla="*/ 0 h 2299842"/>
              <a:gd name="connsiteX15" fmla="*/ 8962098 w 8962098"/>
              <a:gd name="connsiteY15" fmla="*/ 528964 h 2299842"/>
              <a:gd name="connsiteX16" fmla="*/ 8962098 w 8962098"/>
              <a:gd name="connsiteY16" fmla="*/ 1080926 h 2299842"/>
              <a:gd name="connsiteX17" fmla="*/ 8962098 w 8962098"/>
              <a:gd name="connsiteY17" fmla="*/ 1609889 h 2299842"/>
              <a:gd name="connsiteX18" fmla="*/ 8962098 w 8962098"/>
              <a:gd name="connsiteY18" fmla="*/ 2299842 h 2299842"/>
              <a:gd name="connsiteX19" fmla="*/ 8362327 w 8962098"/>
              <a:gd name="connsiteY19" fmla="*/ 2299842 h 2299842"/>
              <a:gd name="connsiteX20" fmla="*/ 7762556 w 8962098"/>
              <a:gd name="connsiteY20" fmla="*/ 2299842 h 2299842"/>
              <a:gd name="connsiteX21" fmla="*/ 6983543 w 8962098"/>
              <a:gd name="connsiteY21" fmla="*/ 2299842 h 2299842"/>
              <a:gd name="connsiteX22" fmla="*/ 6383771 w 8962098"/>
              <a:gd name="connsiteY22" fmla="*/ 2299842 h 2299842"/>
              <a:gd name="connsiteX23" fmla="*/ 5604758 w 8962098"/>
              <a:gd name="connsiteY23" fmla="*/ 2299842 h 2299842"/>
              <a:gd name="connsiteX24" fmla="*/ 5094608 w 8962098"/>
              <a:gd name="connsiteY24" fmla="*/ 2299842 h 2299842"/>
              <a:gd name="connsiteX25" fmla="*/ 4584458 w 8962098"/>
              <a:gd name="connsiteY25" fmla="*/ 2299842 h 2299842"/>
              <a:gd name="connsiteX26" fmla="*/ 3805445 w 8962098"/>
              <a:gd name="connsiteY26" fmla="*/ 2299842 h 2299842"/>
              <a:gd name="connsiteX27" fmla="*/ 3205674 w 8962098"/>
              <a:gd name="connsiteY27" fmla="*/ 2299842 h 2299842"/>
              <a:gd name="connsiteX28" fmla="*/ 2516281 w 8962098"/>
              <a:gd name="connsiteY28" fmla="*/ 2299842 h 2299842"/>
              <a:gd name="connsiteX29" fmla="*/ 1916510 w 8962098"/>
              <a:gd name="connsiteY29" fmla="*/ 2299842 h 2299842"/>
              <a:gd name="connsiteX30" fmla="*/ 1495981 w 8962098"/>
              <a:gd name="connsiteY30" fmla="*/ 2299842 h 2299842"/>
              <a:gd name="connsiteX31" fmla="*/ 627347 w 8962098"/>
              <a:gd name="connsiteY31" fmla="*/ 2299842 h 2299842"/>
              <a:gd name="connsiteX32" fmla="*/ 0 w 8962098"/>
              <a:gd name="connsiteY32" fmla="*/ 2299842 h 2299842"/>
              <a:gd name="connsiteX33" fmla="*/ 0 w 8962098"/>
              <a:gd name="connsiteY33" fmla="*/ 1678885 h 2299842"/>
              <a:gd name="connsiteX34" fmla="*/ 0 w 8962098"/>
              <a:gd name="connsiteY34" fmla="*/ 1057927 h 2299842"/>
              <a:gd name="connsiteX35" fmla="*/ 0 w 8962098"/>
              <a:gd name="connsiteY35" fmla="*/ 0 h 2299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962098" h="2299842" fill="none" extrusionOk="0">
                <a:moveTo>
                  <a:pt x="0" y="0"/>
                </a:moveTo>
                <a:cubicBezTo>
                  <a:pt x="298731" y="-4631"/>
                  <a:pt x="675027" y="14842"/>
                  <a:pt x="868634" y="0"/>
                </a:cubicBezTo>
                <a:cubicBezTo>
                  <a:pt x="1062241" y="-14842"/>
                  <a:pt x="1341089" y="11627"/>
                  <a:pt x="1468405" y="0"/>
                </a:cubicBezTo>
                <a:cubicBezTo>
                  <a:pt x="1595721" y="-11627"/>
                  <a:pt x="1710587" y="16825"/>
                  <a:pt x="1888935" y="0"/>
                </a:cubicBezTo>
                <a:cubicBezTo>
                  <a:pt x="2067283" y="-16825"/>
                  <a:pt x="2256441" y="4492"/>
                  <a:pt x="2488706" y="0"/>
                </a:cubicBezTo>
                <a:cubicBezTo>
                  <a:pt x="2720971" y="-4492"/>
                  <a:pt x="2827907" y="-11615"/>
                  <a:pt x="3088477" y="0"/>
                </a:cubicBezTo>
                <a:cubicBezTo>
                  <a:pt x="3349047" y="11615"/>
                  <a:pt x="3531027" y="33240"/>
                  <a:pt x="3867490" y="0"/>
                </a:cubicBezTo>
                <a:cubicBezTo>
                  <a:pt x="4203953" y="-33240"/>
                  <a:pt x="4118293" y="18316"/>
                  <a:pt x="4288019" y="0"/>
                </a:cubicBezTo>
                <a:cubicBezTo>
                  <a:pt x="4457745" y="-18316"/>
                  <a:pt x="4791706" y="-10920"/>
                  <a:pt x="4977411" y="0"/>
                </a:cubicBezTo>
                <a:cubicBezTo>
                  <a:pt x="5163116" y="10920"/>
                  <a:pt x="5378473" y="5305"/>
                  <a:pt x="5487562" y="0"/>
                </a:cubicBezTo>
                <a:cubicBezTo>
                  <a:pt x="5596651" y="-5305"/>
                  <a:pt x="5757792" y="5934"/>
                  <a:pt x="5908091" y="0"/>
                </a:cubicBezTo>
                <a:cubicBezTo>
                  <a:pt x="6058390" y="-5934"/>
                  <a:pt x="6535652" y="-26784"/>
                  <a:pt x="6776725" y="0"/>
                </a:cubicBezTo>
                <a:cubicBezTo>
                  <a:pt x="7017798" y="26784"/>
                  <a:pt x="7198419" y="-7531"/>
                  <a:pt x="7376496" y="0"/>
                </a:cubicBezTo>
                <a:cubicBezTo>
                  <a:pt x="7554573" y="7531"/>
                  <a:pt x="7832540" y="-5864"/>
                  <a:pt x="8155509" y="0"/>
                </a:cubicBezTo>
                <a:cubicBezTo>
                  <a:pt x="8478478" y="5864"/>
                  <a:pt x="8658734" y="-30889"/>
                  <a:pt x="8962098" y="0"/>
                </a:cubicBezTo>
                <a:cubicBezTo>
                  <a:pt x="8942082" y="226690"/>
                  <a:pt x="8978992" y="277139"/>
                  <a:pt x="8962098" y="528964"/>
                </a:cubicBezTo>
                <a:cubicBezTo>
                  <a:pt x="8945204" y="780789"/>
                  <a:pt x="8965512" y="840607"/>
                  <a:pt x="8962098" y="1080926"/>
                </a:cubicBezTo>
                <a:cubicBezTo>
                  <a:pt x="8958684" y="1321245"/>
                  <a:pt x="8939799" y="1392191"/>
                  <a:pt x="8962098" y="1609889"/>
                </a:cubicBezTo>
                <a:cubicBezTo>
                  <a:pt x="8984397" y="1827587"/>
                  <a:pt x="8988332" y="2036006"/>
                  <a:pt x="8962098" y="2299842"/>
                </a:cubicBezTo>
                <a:cubicBezTo>
                  <a:pt x="8687274" y="2313051"/>
                  <a:pt x="8494791" y="2298409"/>
                  <a:pt x="8362327" y="2299842"/>
                </a:cubicBezTo>
                <a:cubicBezTo>
                  <a:pt x="8229863" y="2301275"/>
                  <a:pt x="7913777" y="2291224"/>
                  <a:pt x="7762556" y="2299842"/>
                </a:cubicBezTo>
                <a:cubicBezTo>
                  <a:pt x="7611335" y="2308460"/>
                  <a:pt x="7339701" y="2315509"/>
                  <a:pt x="6983543" y="2299842"/>
                </a:cubicBezTo>
                <a:cubicBezTo>
                  <a:pt x="6627385" y="2284175"/>
                  <a:pt x="6543892" y="2270144"/>
                  <a:pt x="6383771" y="2299842"/>
                </a:cubicBezTo>
                <a:cubicBezTo>
                  <a:pt x="6223650" y="2329540"/>
                  <a:pt x="5764514" y="2280553"/>
                  <a:pt x="5604758" y="2299842"/>
                </a:cubicBezTo>
                <a:cubicBezTo>
                  <a:pt x="5445002" y="2319131"/>
                  <a:pt x="5345731" y="2323847"/>
                  <a:pt x="5094608" y="2299842"/>
                </a:cubicBezTo>
                <a:cubicBezTo>
                  <a:pt x="4843485" y="2275838"/>
                  <a:pt x="4833978" y="2310355"/>
                  <a:pt x="4584458" y="2299842"/>
                </a:cubicBezTo>
                <a:cubicBezTo>
                  <a:pt x="4334938" y="2289330"/>
                  <a:pt x="3996796" y="2267386"/>
                  <a:pt x="3805445" y="2299842"/>
                </a:cubicBezTo>
                <a:cubicBezTo>
                  <a:pt x="3614094" y="2332298"/>
                  <a:pt x="3362298" y="2292956"/>
                  <a:pt x="3205674" y="2299842"/>
                </a:cubicBezTo>
                <a:cubicBezTo>
                  <a:pt x="3049050" y="2306728"/>
                  <a:pt x="2714112" y="2282998"/>
                  <a:pt x="2516281" y="2299842"/>
                </a:cubicBezTo>
                <a:cubicBezTo>
                  <a:pt x="2318450" y="2316686"/>
                  <a:pt x="2190500" y="2297569"/>
                  <a:pt x="1916510" y="2299842"/>
                </a:cubicBezTo>
                <a:cubicBezTo>
                  <a:pt x="1642520" y="2302115"/>
                  <a:pt x="1631050" y="2290319"/>
                  <a:pt x="1495981" y="2299842"/>
                </a:cubicBezTo>
                <a:cubicBezTo>
                  <a:pt x="1360912" y="2309365"/>
                  <a:pt x="904943" y="2292518"/>
                  <a:pt x="627347" y="2299842"/>
                </a:cubicBezTo>
                <a:cubicBezTo>
                  <a:pt x="349751" y="2307166"/>
                  <a:pt x="215136" y="2298613"/>
                  <a:pt x="0" y="2299842"/>
                </a:cubicBezTo>
                <a:cubicBezTo>
                  <a:pt x="1788" y="2170176"/>
                  <a:pt x="-12606" y="1939154"/>
                  <a:pt x="0" y="1678885"/>
                </a:cubicBezTo>
                <a:cubicBezTo>
                  <a:pt x="12606" y="1418616"/>
                  <a:pt x="18755" y="1348157"/>
                  <a:pt x="0" y="1057927"/>
                </a:cubicBezTo>
                <a:cubicBezTo>
                  <a:pt x="-18755" y="767697"/>
                  <a:pt x="17227" y="214481"/>
                  <a:pt x="0" y="0"/>
                </a:cubicBezTo>
                <a:close/>
              </a:path>
              <a:path w="8962098" h="2299842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75370" y="269340"/>
                  <a:pt x="8967949" y="367725"/>
                  <a:pt x="8962098" y="620957"/>
                </a:cubicBezTo>
                <a:cubicBezTo>
                  <a:pt x="8956247" y="874189"/>
                  <a:pt x="8991816" y="1049689"/>
                  <a:pt x="8962098" y="1218916"/>
                </a:cubicBezTo>
                <a:cubicBezTo>
                  <a:pt x="8932380" y="1388143"/>
                  <a:pt x="8955631" y="1544425"/>
                  <a:pt x="8962098" y="1793877"/>
                </a:cubicBezTo>
                <a:cubicBezTo>
                  <a:pt x="8968565" y="2043329"/>
                  <a:pt x="8945218" y="2145712"/>
                  <a:pt x="8962098" y="2299842"/>
                </a:cubicBezTo>
                <a:cubicBezTo>
                  <a:pt x="8798611" y="2308478"/>
                  <a:pt x="8595103" y="2296086"/>
                  <a:pt x="8451948" y="2299842"/>
                </a:cubicBezTo>
                <a:cubicBezTo>
                  <a:pt x="8308793" y="2303599"/>
                  <a:pt x="7904099" y="2257581"/>
                  <a:pt x="7583314" y="2299842"/>
                </a:cubicBezTo>
                <a:cubicBezTo>
                  <a:pt x="7262529" y="2342103"/>
                  <a:pt x="7199930" y="2333671"/>
                  <a:pt x="6893922" y="2299842"/>
                </a:cubicBezTo>
                <a:cubicBezTo>
                  <a:pt x="6587914" y="2266013"/>
                  <a:pt x="6441786" y="2316196"/>
                  <a:pt x="6114908" y="2299842"/>
                </a:cubicBezTo>
                <a:cubicBezTo>
                  <a:pt x="5788030" y="2283488"/>
                  <a:pt x="5709265" y="2295501"/>
                  <a:pt x="5335895" y="2299842"/>
                </a:cubicBezTo>
                <a:cubicBezTo>
                  <a:pt x="4962525" y="2304183"/>
                  <a:pt x="4965753" y="2276776"/>
                  <a:pt x="4736124" y="2299842"/>
                </a:cubicBezTo>
                <a:cubicBezTo>
                  <a:pt x="4506495" y="2322908"/>
                  <a:pt x="4386838" y="2284913"/>
                  <a:pt x="4225974" y="2299842"/>
                </a:cubicBezTo>
                <a:cubicBezTo>
                  <a:pt x="4065110" y="2314772"/>
                  <a:pt x="3752473" y="2264368"/>
                  <a:pt x="3357340" y="2299842"/>
                </a:cubicBezTo>
                <a:cubicBezTo>
                  <a:pt x="2962207" y="2335316"/>
                  <a:pt x="3011953" y="2285389"/>
                  <a:pt x="2667948" y="2299842"/>
                </a:cubicBezTo>
                <a:cubicBezTo>
                  <a:pt x="2323943" y="2314295"/>
                  <a:pt x="2047871" y="2286655"/>
                  <a:pt x="1799314" y="2299842"/>
                </a:cubicBezTo>
                <a:cubicBezTo>
                  <a:pt x="1550757" y="2313029"/>
                  <a:pt x="1180727" y="2291117"/>
                  <a:pt x="1020300" y="2299842"/>
                </a:cubicBezTo>
                <a:cubicBezTo>
                  <a:pt x="859873" y="2308567"/>
                  <a:pt x="498026" y="2349888"/>
                  <a:pt x="0" y="2299842"/>
                </a:cubicBezTo>
                <a:cubicBezTo>
                  <a:pt x="-1882" y="2036976"/>
                  <a:pt x="13023" y="1848441"/>
                  <a:pt x="0" y="1724882"/>
                </a:cubicBezTo>
                <a:cubicBezTo>
                  <a:pt x="-13023" y="1601323"/>
                  <a:pt x="4139" y="1453472"/>
                  <a:pt x="0" y="1218916"/>
                </a:cubicBezTo>
                <a:cubicBezTo>
                  <a:pt x="-4139" y="984360"/>
                  <a:pt x="-11581" y="858999"/>
                  <a:pt x="0" y="689953"/>
                </a:cubicBezTo>
                <a:cubicBezTo>
                  <a:pt x="11581" y="520907"/>
                  <a:pt x="-17215" y="259944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r>
              <a:rPr lang="en-US" altLang="ko-KR" sz="1000">
                <a:solidFill>
                  <a:srgbClr val="00B050"/>
                </a:solidFill>
              </a:rPr>
              <a:t>// - </a:t>
            </a:r>
            <a:r>
              <a:rPr lang="ko-KR" altLang="en-US" sz="1000">
                <a:solidFill>
                  <a:srgbClr val="00B050"/>
                </a:solidFill>
              </a:rPr>
              <a:t>기본형 데이터들을 </a:t>
            </a:r>
            <a:r>
              <a:rPr lang="en-US" altLang="ko-KR" sz="1000">
                <a:solidFill>
                  <a:srgbClr val="00B050"/>
                </a:solidFill>
              </a:rPr>
              <a:t>extract&lt;T&gt;</a:t>
            </a:r>
            <a:r>
              <a:rPr lang="ko-KR" altLang="en-US" sz="1000">
                <a:solidFill>
                  <a:srgbClr val="00B050"/>
                </a:solidFill>
              </a:rPr>
              <a:t>로 읽어낸다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v1  = baz.extract&lt;</a:t>
            </a:r>
            <a:r>
              <a:rPr lang="en-US" altLang="ko-KR" sz="1000">
                <a:solidFill>
                  <a:srgbClr val="0000FF"/>
                </a:solidFill>
              </a:rPr>
              <a:t>char</a:t>
            </a:r>
            <a:r>
              <a:rPr lang="en-US" altLang="ko-KR" sz="1000"/>
              <a:t>&gt;();</a:t>
            </a:r>
          </a:p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v2  = baz.extract&lt;</a:t>
            </a:r>
            <a:r>
              <a:rPr lang="en-US" altLang="ko-KR" sz="1000">
                <a:solidFill>
                  <a:srgbClr val="0000FF"/>
                </a:solidFill>
              </a:rPr>
              <a:t>unsigned char</a:t>
            </a:r>
            <a:r>
              <a:rPr lang="en-US" altLang="ko-KR" sz="1000"/>
              <a:t>&gt;();</a:t>
            </a:r>
          </a:p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v3  = baz.extract&lt;</a:t>
            </a:r>
            <a:r>
              <a:rPr lang="en-US" altLang="ko-KR" sz="1000">
                <a:solidFill>
                  <a:srgbClr val="0000FF"/>
                </a:solidFill>
              </a:rPr>
              <a:t>wchar_t</a:t>
            </a:r>
            <a:r>
              <a:rPr lang="en-US" altLang="ko-KR" sz="1000"/>
              <a:t>&gt;();</a:t>
            </a:r>
          </a:p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v4  = baz.extract&lt;</a:t>
            </a:r>
            <a:r>
              <a:rPr lang="en-US" altLang="ko-KR" sz="1000">
                <a:solidFill>
                  <a:srgbClr val="0000FF"/>
                </a:solidFill>
              </a:rPr>
              <a:t>char16_t</a:t>
            </a:r>
            <a:r>
              <a:rPr lang="en-US" altLang="ko-KR" sz="1000"/>
              <a:t>&gt;();</a:t>
            </a:r>
          </a:p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v5  = baz.extract&lt;</a:t>
            </a:r>
            <a:r>
              <a:rPr lang="en-US" altLang="ko-KR" sz="1000">
                <a:solidFill>
                  <a:srgbClr val="0000FF"/>
                </a:solidFill>
              </a:rPr>
              <a:t>char32_t</a:t>
            </a:r>
            <a:r>
              <a:rPr lang="en-US" altLang="ko-KR" sz="1000"/>
              <a:t>&gt;();</a:t>
            </a:r>
          </a:p>
          <a:p>
            <a:r>
              <a:rPr lang="fr-FR" altLang="ko-KR" sz="1000">
                <a:solidFill>
                  <a:srgbClr val="0000FF"/>
                </a:solidFill>
              </a:rPr>
              <a:t>auto</a:t>
            </a:r>
            <a:r>
              <a:rPr lang="fr-FR" altLang="ko-KR" sz="1000"/>
              <a:t> v6  = baz.extract&lt;</a:t>
            </a:r>
            <a:r>
              <a:rPr lang="fr-FR" altLang="ko-KR" sz="1000">
                <a:solidFill>
                  <a:srgbClr val="0000FF"/>
                </a:solidFill>
              </a:rPr>
              <a:t>int16_t</a:t>
            </a:r>
            <a:r>
              <a:rPr lang="fr-FR" altLang="ko-KR" sz="1000"/>
              <a:t>&gt;();</a:t>
            </a:r>
          </a:p>
          <a:p>
            <a:r>
              <a:rPr lang="fr-FR" altLang="ko-KR" sz="1000">
                <a:solidFill>
                  <a:srgbClr val="0000FF"/>
                </a:solidFill>
              </a:rPr>
              <a:t>auto</a:t>
            </a:r>
            <a:r>
              <a:rPr lang="fr-FR" altLang="ko-KR" sz="1000"/>
              <a:t> v7  = baz.extract&lt;</a:t>
            </a:r>
            <a:r>
              <a:rPr lang="fr-FR" altLang="ko-KR" sz="1000">
                <a:solidFill>
                  <a:srgbClr val="0000FF"/>
                </a:solidFill>
              </a:rPr>
              <a:t>uint16_t</a:t>
            </a:r>
            <a:r>
              <a:rPr lang="fr-FR" altLang="ko-KR" sz="1000"/>
              <a:t>&gt;();</a:t>
            </a:r>
          </a:p>
          <a:p>
            <a:r>
              <a:rPr lang="fr-FR" altLang="ko-KR" sz="1000">
                <a:solidFill>
                  <a:srgbClr val="0000FF"/>
                </a:solidFill>
              </a:rPr>
              <a:t>auto</a:t>
            </a:r>
            <a:r>
              <a:rPr lang="fr-FR" altLang="ko-KR" sz="1000"/>
              <a:t> v8  = baz.extract&lt;</a:t>
            </a:r>
            <a:r>
              <a:rPr lang="fr-FR" altLang="ko-KR" sz="1000">
                <a:solidFill>
                  <a:srgbClr val="0000FF"/>
                </a:solidFill>
              </a:rPr>
              <a:t>int32_t</a:t>
            </a:r>
            <a:r>
              <a:rPr lang="fr-FR" altLang="ko-KR" sz="1000"/>
              <a:t>&gt;();</a:t>
            </a:r>
          </a:p>
          <a:p>
            <a:r>
              <a:rPr lang="fr-FR" altLang="ko-KR" sz="1000">
                <a:solidFill>
                  <a:srgbClr val="0000FF"/>
                </a:solidFill>
              </a:rPr>
              <a:t>auto</a:t>
            </a:r>
            <a:r>
              <a:rPr lang="fr-FR" altLang="ko-KR" sz="1000"/>
              <a:t> v9  = baz.extract&lt;</a:t>
            </a:r>
            <a:r>
              <a:rPr lang="fr-FR" altLang="ko-KR" sz="1000">
                <a:solidFill>
                  <a:srgbClr val="0000FF"/>
                </a:solidFill>
              </a:rPr>
              <a:t>uint32_t</a:t>
            </a:r>
            <a:r>
              <a:rPr lang="fr-FR" altLang="ko-KR" sz="1000"/>
              <a:t>&gt;();</a:t>
            </a:r>
          </a:p>
          <a:p>
            <a:r>
              <a:rPr lang="fr-FR" altLang="ko-KR" sz="1000">
                <a:solidFill>
                  <a:srgbClr val="0000FF"/>
                </a:solidFill>
              </a:rPr>
              <a:t>auto</a:t>
            </a:r>
            <a:r>
              <a:rPr lang="fr-FR" altLang="ko-KR" sz="1000"/>
              <a:t> v10 = baz.extract&lt;</a:t>
            </a:r>
            <a:r>
              <a:rPr lang="fr-FR" altLang="ko-KR" sz="1000">
                <a:solidFill>
                  <a:srgbClr val="0000FF"/>
                </a:solidFill>
              </a:rPr>
              <a:t>int64_t</a:t>
            </a:r>
            <a:r>
              <a:rPr lang="fr-FR" altLang="ko-KR" sz="1000"/>
              <a:t>&gt;();</a:t>
            </a:r>
          </a:p>
          <a:p>
            <a:r>
              <a:rPr lang="fr-FR" altLang="ko-KR" sz="1000">
                <a:solidFill>
                  <a:srgbClr val="0000FF"/>
                </a:solidFill>
              </a:rPr>
              <a:t>auto</a:t>
            </a:r>
            <a:r>
              <a:rPr lang="fr-FR" altLang="ko-KR" sz="1000"/>
              <a:t> v11 = baz.extract&lt;</a:t>
            </a:r>
            <a:r>
              <a:rPr lang="fr-FR" altLang="ko-KR" sz="1000">
                <a:solidFill>
                  <a:srgbClr val="0000FF"/>
                </a:solidFill>
              </a:rPr>
              <a:t>uint64_t</a:t>
            </a:r>
            <a:r>
              <a:rPr lang="fr-FR" altLang="ko-KR" sz="1000"/>
              <a:t>&gt;();</a:t>
            </a:r>
          </a:p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v12 = baz.extract&lt;</a:t>
            </a:r>
            <a:r>
              <a:rPr lang="en-US" altLang="ko-KR" sz="1000">
                <a:solidFill>
                  <a:srgbClr val="0000FF"/>
                </a:solidFill>
              </a:rPr>
              <a:t>float</a:t>
            </a:r>
            <a:r>
              <a:rPr lang="en-US" altLang="ko-KR" sz="1000"/>
              <a:t>&gt;();</a:t>
            </a:r>
          </a:p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v13 = baz.extract&lt;</a:t>
            </a:r>
            <a:r>
              <a:rPr lang="en-US" altLang="ko-KR" sz="1000">
                <a:solidFill>
                  <a:srgbClr val="0000FF"/>
                </a:solidFill>
              </a:rPr>
              <a:t>double</a:t>
            </a:r>
            <a:r>
              <a:rPr lang="en-US" altLang="ko-KR" sz="1000"/>
              <a:t>&gt;();</a:t>
            </a:r>
          </a:p>
        </p:txBody>
      </p:sp>
    </p:spTree>
    <p:extLst>
      <p:ext uri="{BB962C8B-B14F-4D97-AF65-F5344CB8AC3E}">
        <p14:creationId xmlns:p14="http://schemas.microsoft.com/office/powerpoint/2010/main" val="3139703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48085"/>
            <a:ext cx="89309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enum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형 자료형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006D0F-F453-4C6D-BBA4-644C87F249E3}"/>
              </a:ext>
            </a:extLst>
          </p:cNvPr>
          <p:cNvSpPr txBox="1"/>
          <p:nvPr/>
        </p:nvSpPr>
        <p:spPr>
          <a:xfrm>
            <a:off x="1250586" y="-12879"/>
            <a:ext cx="3233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append-extract.enum_types</a:t>
            </a:r>
            <a:endParaRPr lang="ko-KR" alt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A3E5B5-3C3E-4C82-9924-A6C717D61565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C89425-E421-4621-A613-A5BCA5C17D23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5003A3C-A24C-409D-8EBD-C4ECEFD7F112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1BE0B0C-04F1-424F-B53B-D0341EF634E9}"/>
              </a:ext>
            </a:extLst>
          </p:cNvPr>
          <p:cNvSpPr/>
          <p:nvPr/>
        </p:nvSpPr>
        <p:spPr>
          <a:xfrm>
            <a:off x="1638315" y="1131017"/>
            <a:ext cx="8962098" cy="914848"/>
          </a:xfrm>
          <a:custGeom>
            <a:avLst/>
            <a:gdLst>
              <a:gd name="connsiteX0" fmla="*/ 0 w 8962098"/>
              <a:gd name="connsiteY0" fmla="*/ 0 h 914848"/>
              <a:gd name="connsiteX1" fmla="*/ 420529 w 8962098"/>
              <a:gd name="connsiteY1" fmla="*/ 0 h 914848"/>
              <a:gd name="connsiteX2" fmla="*/ 1199542 w 8962098"/>
              <a:gd name="connsiteY2" fmla="*/ 0 h 914848"/>
              <a:gd name="connsiteX3" fmla="*/ 1620072 w 8962098"/>
              <a:gd name="connsiteY3" fmla="*/ 0 h 914848"/>
              <a:gd name="connsiteX4" fmla="*/ 2040601 w 8962098"/>
              <a:gd name="connsiteY4" fmla="*/ 0 h 914848"/>
              <a:gd name="connsiteX5" fmla="*/ 2550751 w 8962098"/>
              <a:gd name="connsiteY5" fmla="*/ 0 h 914848"/>
              <a:gd name="connsiteX6" fmla="*/ 3150522 w 8962098"/>
              <a:gd name="connsiteY6" fmla="*/ 0 h 914848"/>
              <a:gd name="connsiteX7" fmla="*/ 3571051 w 8962098"/>
              <a:gd name="connsiteY7" fmla="*/ 0 h 914848"/>
              <a:gd name="connsiteX8" fmla="*/ 4170823 w 8962098"/>
              <a:gd name="connsiteY8" fmla="*/ 0 h 914848"/>
              <a:gd name="connsiteX9" fmla="*/ 4770594 w 8962098"/>
              <a:gd name="connsiteY9" fmla="*/ 0 h 914848"/>
              <a:gd name="connsiteX10" fmla="*/ 5549607 w 8962098"/>
              <a:gd name="connsiteY10" fmla="*/ 0 h 914848"/>
              <a:gd name="connsiteX11" fmla="*/ 5970136 w 8962098"/>
              <a:gd name="connsiteY11" fmla="*/ 0 h 914848"/>
              <a:gd name="connsiteX12" fmla="*/ 6659528 w 8962098"/>
              <a:gd name="connsiteY12" fmla="*/ 0 h 914848"/>
              <a:gd name="connsiteX13" fmla="*/ 7169678 w 8962098"/>
              <a:gd name="connsiteY13" fmla="*/ 0 h 914848"/>
              <a:gd name="connsiteX14" fmla="*/ 7590208 w 8962098"/>
              <a:gd name="connsiteY14" fmla="*/ 0 h 914848"/>
              <a:gd name="connsiteX15" fmla="*/ 8962098 w 8962098"/>
              <a:gd name="connsiteY15" fmla="*/ 0 h 914848"/>
              <a:gd name="connsiteX16" fmla="*/ 8962098 w 8962098"/>
              <a:gd name="connsiteY16" fmla="*/ 448276 h 914848"/>
              <a:gd name="connsiteX17" fmla="*/ 8962098 w 8962098"/>
              <a:gd name="connsiteY17" fmla="*/ 914848 h 914848"/>
              <a:gd name="connsiteX18" fmla="*/ 8541569 w 8962098"/>
              <a:gd name="connsiteY18" fmla="*/ 914848 h 914848"/>
              <a:gd name="connsiteX19" fmla="*/ 7672935 w 8962098"/>
              <a:gd name="connsiteY19" fmla="*/ 914848 h 914848"/>
              <a:gd name="connsiteX20" fmla="*/ 7252405 w 8962098"/>
              <a:gd name="connsiteY20" fmla="*/ 914848 h 914848"/>
              <a:gd name="connsiteX21" fmla="*/ 6473392 w 8962098"/>
              <a:gd name="connsiteY21" fmla="*/ 914848 h 914848"/>
              <a:gd name="connsiteX22" fmla="*/ 5784000 w 8962098"/>
              <a:gd name="connsiteY22" fmla="*/ 914848 h 914848"/>
              <a:gd name="connsiteX23" fmla="*/ 5094608 w 8962098"/>
              <a:gd name="connsiteY23" fmla="*/ 914848 h 914848"/>
              <a:gd name="connsiteX24" fmla="*/ 4494837 w 8962098"/>
              <a:gd name="connsiteY24" fmla="*/ 914848 h 914848"/>
              <a:gd name="connsiteX25" fmla="*/ 3715824 w 8962098"/>
              <a:gd name="connsiteY25" fmla="*/ 914848 h 914848"/>
              <a:gd name="connsiteX26" fmla="*/ 3116053 w 8962098"/>
              <a:gd name="connsiteY26" fmla="*/ 914848 h 914848"/>
              <a:gd name="connsiteX27" fmla="*/ 2337039 w 8962098"/>
              <a:gd name="connsiteY27" fmla="*/ 914848 h 914848"/>
              <a:gd name="connsiteX28" fmla="*/ 1826889 w 8962098"/>
              <a:gd name="connsiteY28" fmla="*/ 914848 h 914848"/>
              <a:gd name="connsiteX29" fmla="*/ 1316739 w 8962098"/>
              <a:gd name="connsiteY29" fmla="*/ 914848 h 914848"/>
              <a:gd name="connsiteX30" fmla="*/ 0 w 8962098"/>
              <a:gd name="connsiteY30" fmla="*/ 914848 h 914848"/>
              <a:gd name="connsiteX31" fmla="*/ 0 w 8962098"/>
              <a:gd name="connsiteY31" fmla="*/ 466572 h 914848"/>
              <a:gd name="connsiteX32" fmla="*/ 0 w 8962098"/>
              <a:gd name="connsiteY32" fmla="*/ 0 h 914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62098" h="914848" fill="none" extrusionOk="0">
                <a:moveTo>
                  <a:pt x="0" y="0"/>
                </a:moveTo>
                <a:cubicBezTo>
                  <a:pt x="106741" y="-5227"/>
                  <a:pt x="258086" y="10078"/>
                  <a:pt x="420529" y="0"/>
                </a:cubicBezTo>
                <a:cubicBezTo>
                  <a:pt x="582972" y="-10078"/>
                  <a:pt x="967967" y="-21079"/>
                  <a:pt x="1199542" y="0"/>
                </a:cubicBezTo>
                <a:cubicBezTo>
                  <a:pt x="1431117" y="21079"/>
                  <a:pt x="1447174" y="13280"/>
                  <a:pt x="1620072" y="0"/>
                </a:cubicBezTo>
                <a:cubicBezTo>
                  <a:pt x="1792970" y="-13280"/>
                  <a:pt x="1912007" y="-9074"/>
                  <a:pt x="2040601" y="0"/>
                </a:cubicBezTo>
                <a:cubicBezTo>
                  <a:pt x="2169195" y="9074"/>
                  <a:pt x="2355610" y="5328"/>
                  <a:pt x="2550751" y="0"/>
                </a:cubicBezTo>
                <a:cubicBezTo>
                  <a:pt x="2745892" y="-5328"/>
                  <a:pt x="3023206" y="11627"/>
                  <a:pt x="3150522" y="0"/>
                </a:cubicBezTo>
                <a:cubicBezTo>
                  <a:pt x="3277838" y="-11627"/>
                  <a:pt x="3395071" y="18199"/>
                  <a:pt x="3571051" y="0"/>
                </a:cubicBezTo>
                <a:cubicBezTo>
                  <a:pt x="3747031" y="-18199"/>
                  <a:pt x="3938407" y="1645"/>
                  <a:pt x="4170823" y="0"/>
                </a:cubicBezTo>
                <a:cubicBezTo>
                  <a:pt x="4403239" y="-1645"/>
                  <a:pt x="4510024" y="-11615"/>
                  <a:pt x="4770594" y="0"/>
                </a:cubicBezTo>
                <a:cubicBezTo>
                  <a:pt x="5031164" y="11615"/>
                  <a:pt x="5213144" y="33240"/>
                  <a:pt x="5549607" y="0"/>
                </a:cubicBezTo>
                <a:cubicBezTo>
                  <a:pt x="5886070" y="-33240"/>
                  <a:pt x="5800410" y="18316"/>
                  <a:pt x="5970136" y="0"/>
                </a:cubicBezTo>
                <a:cubicBezTo>
                  <a:pt x="6139862" y="-18316"/>
                  <a:pt x="6473823" y="-10920"/>
                  <a:pt x="6659528" y="0"/>
                </a:cubicBezTo>
                <a:cubicBezTo>
                  <a:pt x="6845233" y="10920"/>
                  <a:pt x="7065940" y="9149"/>
                  <a:pt x="7169678" y="0"/>
                </a:cubicBezTo>
                <a:cubicBezTo>
                  <a:pt x="7273416" y="-9149"/>
                  <a:pt x="7434842" y="-822"/>
                  <a:pt x="7590208" y="0"/>
                </a:cubicBezTo>
                <a:cubicBezTo>
                  <a:pt x="7745574" y="822"/>
                  <a:pt x="8285488" y="40359"/>
                  <a:pt x="8962098" y="0"/>
                </a:cubicBezTo>
                <a:cubicBezTo>
                  <a:pt x="8956909" y="109552"/>
                  <a:pt x="8945128" y="332873"/>
                  <a:pt x="8962098" y="448276"/>
                </a:cubicBezTo>
                <a:cubicBezTo>
                  <a:pt x="8979068" y="563679"/>
                  <a:pt x="8969283" y="744220"/>
                  <a:pt x="8962098" y="914848"/>
                </a:cubicBezTo>
                <a:cubicBezTo>
                  <a:pt x="8773150" y="900515"/>
                  <a:pt x="8713881" y="894534"/>
                  <a:pt x="8541569" y="914848"/>
                </a:cubicBezTo>
                <a:cubicBezTo>
                  <a:pt x="8369257" y="935162"/>
                  <a:pt x="7946817" y="944256"/>
                  <a:pt x="7672935" y="914848"/>
                </a:cubicBezTo>
                <a:cubicBezTo>
                  <a:pt x="7399053" y="885440"/>
                  <a:pt x="7433511" y="904376"/>
                  <a:pt x="7252405" y="914848"/>
                </a:cubicBezTo>
                <a:cubicBezTo>
                  <a:pt x="7071299" y="925321"/>
                  <a:pt x="6730593" y="927062"/>
                  <a:pt x="6473392" y="914848"/>
                </a:cubicBezTo>
                <a:cubicBezTo>
                  <a:pt x="6216191" y="902634"/>
                  <a:pt x="5928123" y="881164"/>
                  <a:pt x="5784000" y="914848"/>
                </a:cubicBezTo>
                <a:cubicBezTo>
                  <a:pt x="5639877" y="948532"/>
                  <a:pt x="5290102" y="909814"/>
                  <a:pt x="5094608" y="914848"/>
                </a:cubicBezTo>
                <a:cubicBezTo>
                  <a:pt x="4899114" y="919882"/>
                  <a:pt x="4646058" y="906230"/>
                  <a:pt x="4494837" y="914848"/>
                </a:cubicBezTo>
                <a:cubicBezTo>
                  <a:pt x="4343616" y="923466"/>
                  <a:pt x="4071982" y="930515"/>
                  <a:pt x="3715824" y="914848"/>
                </a:cubicBezTo>
                <a:cubicBezTo>
                  <a:pt x="3359666" y="899181"/>
                  <a:pt x="3269812" y="943713"/>
                  <a:pt x="3116053" y="914848"/>
                </a:cubicBezTo>
                <a:cubicBezTo>
                  <a:pt x="2962294" y="885983"/>
                  <a:pt x="2501003" y="899227"/>
                  <a:pt x="2337039" y="914848"/>
                </a:cubicBezTo>
                <a:cubicBezTo>
                  <a:pt x="2173075" y="930469"/>
                  <a:pt x="2078012" y="938853"/>
                  <a:pt x="1826889" y="914848"/>
                </a:cubicBezTo>
                <a:cubicBezTo>
                  <a:pt x="1575766" y="890844"/>
                  <a:pt x="1566259" y="925361"/>
                  <a:pt x="1316739" y="914848"/>
                </a:cubicBezTo>
                <a:cubicBezTo>
                  <a:pt x="1067219" y="904336"/>
                  <a:pt x="586745" y="943680"/>
                  <a:pt x="0" y="914848"/>
                </a:cubicBezTo>
                <a:cubicBezTo>
                  <a:pt x="5175" y="800676"/>
                  <a:pt x="-20151" y="562901"/>
                  <a:pt x="0" y="466572"/>
                </a:cubicBezTo>
                <a:cubicBezTo>
                  <a:pt x="20151" y="370243"/>
                  <a:pt x="11470" y="122345"/>
                  <a:pt x="0" y="0"/>
                </a:cubicBezTo>
                <a:close/>
              </a:path>
              <a:path w="8962098" h="914848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77273" y="228072"/>
                  <a:pt x="8966174" y="238647"/>
                  <a:pt x="8962098" y="475721"/>
                </a:cubicBezTo>
                <a:cubicBezTo>
                  <a:pt x="8958022" y="712795"/>
                  <a:pt x="8967130" y="721905"/>
                  <a:pt x="8962098" y="914848"/>
                </a:cubicBezTo>
                <a:cubicBezTo>
                  <a:pt x="8742154" y="890194"/>
                  <a:pt x="8448095" y="893252"/>
                  <a:pt x="8272706" y="914848"/>
                </a:cubicBezTo>
                <a:cubicBezTo>
                  <a:pt x="8097317" y="936444"/>
                  <a:pt x="7820885" y="919309"/>
                  <a:pt x="7583314" y="914848"/>
                </a:cubicBezTo>
                <a:cubicBezTo>
                  <a:pt x="7345743" y="910387"/>
                  <a:pt x="7187503" y="899951"/>
                  <a:pt x="6893922" y="914848"/>
                </a:cubicBezTo>
                <a:cubicBezTo>
                  <a:pt x="6600341" y="929745"/>
                  <a:pt x="6348884" y="874693"/>
                  <a:pt x="6025287" y="914848"/>
                </a:cubicBezTo>
                <a:cubicBezTo>
                  <a:pt x="5701690" y="955003"/>
                  <a:pt x="5641903" y="948677"/>
                  <a:pt x="5335895" y="914848"/>
                </a:cubicBezTo>
                <a:cubicBezTo>
                  <a:pt x="5029887" y="881019"/>
                  <a:pt x="4881389" y="926313"/>
                  <a:pt x="4556882" y="914848"/>
                </a:cubicBezTo>
                <a:cubicBezTo>
                  <a:pt x="4232375" y="903383"/>
                  <a:pt x="4151239" y="910507"/>
                  <a:pt x="3777869" y="914848"/>
                </a:cubicBezTo>
                <a:cubicBezTo>
                  <a:pt x="3404499" y="919189"/>
                  <a:pt x="3407727" y="891782"/>
                  <a:pt x="3178098" y="914848"/>
                </a:cubicBezTo>
                <a:cubicBezTo>
                  <a:pt x="2948469" y="937914"/>
                  <a:pt x="2828812" y="899919"/>
                  <a:pt x="2667948" y="914848"/>
                </a:cubicBezTo>
                <a:cubicBezTo>
                  <a:pt x="2507084" y="929778"/>
                  <a:pt x="2194447" y="879374"/>
                  <a:pt x="1799314" y="914848"/>
                </a:cubicBezTo>
                <a:cubicBezTo>
                  <a:pt x="1404181" y="950322"/>
                  <a:pt x="1251049" y="902829"/>
                  <a:pt x="1109921" y="914848"/>
                </a:cubicBezTo>
                <a:cubicBezTo>
                  <a:pt x="968793" y="926867"/>
                  <a:pt x="382880" y="903452"/>
                  <a:pt x="0" y="914848"/>
                </a:cubicBezTo>
                <a:cubicBezTo>
                  <a:pt x="19907" y="809025"/>
                  <a:pt x="22154" y="636140"/>
                  <a:pt x="0" y="448276"/>
                </a:cubicBezTo>
                <a:cubicBezTo>
                  <a:pt x="-22154" y="260412"/>
                  <a:pt x="5315" y="122159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r>
              <a:rPr lang="en-US" altLang="ko-KR" sz="1000">
                <a:solidFill>
                  <a:srgbClr val="0000FF"/>
                </a:solidFill>
              </a:rPr>
              <a:t>enum</a:t>
            </a:r>
            <a:r>
              <a:rPr lang="en-US" altLang="ko-KR" sz="1000"/>
              <a:t> class eTEST : int32_t</a:t>
            </a:r>
          </a:p>
          <a:p>
            <a:r>
              <a:rPr lang="en-US" altLang="ko-KR" sz="1000"/>
              <a:t>{</a:t>
            </a:r>
          </a:p>
          <a:p>
            <a:r>
              <a:rPr lang="en-US" altLang="ko-KR" sz="1000"/>
              <a:t>  A = 1, </a:t>
            </a:r>
          </a:p>
          <a:p>
            <a:r>
              <a:rPr lang="en-US" altLang="ko-KR" sz="1000"/>
              <a:t>  B = 2</a:t>
            </a:r>
          </a:p>
          <a:p>
            <a:r>
              <a:rPr lang="en-US" altLang="ko-KR" sz="1000"/>
              <a:t>};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5C714F0-DB14-4B25-B744-037D5DC7C84D}"/>
              </a:ext>
            </a:extLst>
          </p:cNvPr>
          <p:cNvSpPr/>
          <p:nvPr/>
        </p:nvSpPr>
        <p:spPr>
          <a:xfrm>
            <a:off x="1638315" y="2251798"/>
            <a:ext cx="8962098" cy="1068736"/>
          </a:xfrm>
          <a:custGeom>
            <a:avLst/>
            <a:gdLst>
              <a:gd name="connsiteX0" fmla="*/ 0 w 8962098"/>
              <a:gd name="connsiteY0" fmla="*/ 0 h 1068736"/>
              <a:gd name="connsiteX1" fmla="*/ 420529 w 8962098"/>
              <a:gd name="connsiteY1" fmla="*/ 0 h 1068736"/>
              <a:gd name="connsiteX2" fmla="*/ 1199542 w 8962098"/>
              <a:gd name="connsiteY2" fmla="*/ 0 h 1068736"/>
              <a:gd name="connsiteX3" fmla="*/ 1620072 w 8962098"/>
              <a:gd name="connsiteY3" fmla="*/ 0 h 1068736"/>
              <a:gd name="connsiteX4" fmla="*/ 2040601 w 8962098"/>
              <a:gd name="connsiteY4" fmla="*/ 0 h 1068736"/>
              <a:gd name="connsiteX5" fmla="*/ 2550751 w 8962098"/>
              <a:gd name="connsiteY5" fmla="*/ 0 h 1068736"/>
              <a:gd name="connsiteX6" fmla="*/ 3150522 w 8962098"/>
              <a:gd name="connsiteY6" fmla="*/ 0 h 1068736"/>
              <a:gd name="connsiteX7" fmla="*/ 3571051 w 8962098"/>
              <a:gd name="connsiteY7" fmla="*/ 0 h 1068736"/>
              <a:gd name="connsiteX8" fmla="*/ 4170823 w 8962098"/>
              <a:gd name="connsiteY8" fmla="*/ 0 h 1068736"/>
              <a:gd name="connsiteX9" fmla="*/ 4770594 w 8962098"/>
              <a:gd name="connsiteY9" fmla="*/ 0 h 1068736"/>
              <a:gd name="connsiteX10" fmla="*/ 5549607 w 8962098"/>
              <a:gd name="connsiteY10" fmla="*/ 0 h 1068736"/>
              <a:gd name="connsiteX11" fmla="*/ 5970136 w 8962098"/>
              <a:gd name="connsiteY11" fmla="*/ 0 h 1068736"/>
              <a:gd name="connsiteX12" fmla="*/ 6659528 w 8962098"/>
              <a:gd name="connsiteY12" fmla="*/ 0 h 1068736"/>
              <a:gd name="connsiteX13" fmla="*/ 7169678 w 8962098"/>
              <a:gd name="connsiteY13" fmla="*/ 0 h 1068736"/>
              <a:gd name="connsiteX14" fmla="*/ 7590208 w 8962098"/>
              <a:gd name="connsiteY14" fmla="*/ 0 h 1068736"/>
              <a:gd name="connsiteX15" fmla="*/ 8962098 w 8962098"/>
              <a:gd name="connsiteY15" fmla="*/ 0 h 1068736"/>
              <a:gd name="connsiteX16" fmla="*/ 8962098 w 8962098"/>
              <a:gd name="connsiteY16" fmla="*/ 523681 h 1068736"/>
              <a:gd name="connsiteX17" fmla="*/ 8962098 w 8962098"/>
              <a:gd name="connsiteY17" fmla="*/ 1068736 h 1068736"/>
              <a:gd name="connsiteX18" fmla="*/ 8541569 w 8962098"/>
              <a:gd name="connsiteY18" fmla="*/ 1068736 h 1068736"/>
              <a:gd name="connsiteX19" fmla="*/ 7672935 w 8962098"/>
              <a:gd name="connsiteY19" fmla="*/ 1068736 h 1068736"/>
              <a:gd name="connsiteX20" fmla="*/ 7252405 w 8962098"/>
              <a:gd name="connsiteY20" fmla="*/ 1068736 h 1068736"/>
              <a:gd name="connsiteX21" fmla="*/ 6473392 w 8962098"/>
              <a:gd name="connsiteY21" fmla="*/ 1068736 h 1068736"/>
              <a:gd name="connsiteX22" fmla="*/ 5784000 w 8962098"/>
              <a:gd name="connsiteY22" fmla="*/ 1068736 h 1068736"/>
              <a:gd name="connsiteX23" fmla="*/ 5094608 w 8962098"/>
              <a:gd name="connsiteY23" fmla="*/ 1068736 h 1068736"/>
              <a:gd name="connsiteX24" fmla="*/ 4494837 w 8962098"/>
              <a:gd name="connsiteY24" fmla="*/ 1068736 h 1068736"/>
              <a:gd name="connsiteX25" fmla="*/ 3715824 w 8962098"/>
              <a:gd name="connsiteY25" fmla="*/ 1068736 h 1068736"/>
              <a:gd name="connsiteX26" fmla="*/ 3116053 w 8962098"/>
              <a:gd name="connsiteY26" fmla="*/ 1068736 h 1068736"/>
              <a:gd name="connsiteX27" fmla="*/ 2337039 w 8962098"/>
              <a:gd name="connsiteY27" fmla="*/ 1068736 h 1068736"/>
              <a:gd name="connsiteX28" fmla="*/ 1826889 w 8962098"/>
              <a:gd name="connsiteY28" fmla="*/ 1068736 h 1068736"/>
              <a:gd name="connsiteX29" fmla="*/ 1316739 w 8962098"/>
              <a:gd name="connsiteY29" fmla="*/ 1068736 h 1068736"/>
              <a:gd name="connsiteX30" fmla="*/ 0 w 8962098"/>
              <a:gd name="connsiteY30" fmla="*/ 1068736 h 1068736"/>
              <a:gd name="connsiteX31" fmla="*/ 0 w 8962098"/>
              <a:gd name="connsiteY31" fmla="*/ 545055 h 1068736"/>
              <a:gd name="connsiteX32" fmla="*/ 0 w 8962098"/>
              <a:gd name="connsiteY32" fmla="*/ 0 h 1068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62098" h="1068736" fill="none" extrusionOk="0">
                <a:moveTo>
                  <a:pt x="0" y="0"/>
                </a:moveTo>
                <a:cubicBezTo>
                  <a:pt x="106741" y="-5227"/>
                  <a:pt x="258086" y="10078"/>
                  <a:pt x="420529" y="0"/>
                </a:cubicBezTo>
                <a:cubicBezTo>
                  <a:pt x="582972" y="-10078"/>
                  <a:pt x="967967" y="-21079"/>
                  <a:pt x="1199542" y="0"/>
                </a:cubicBezTo>
                <a:cubicBezTo>
                  <a:pt x="1431117" y="21079"/>
                  <a:pt x="1447174" y="13280"/>
                  <a:pt x="1620072" y="0"/>
                </a:cubicBezTo>
                <a:cubicBezTo>
                  <a:pt x="1792970" y="-13280"/>
                  <a:pt x="1912007" y="-9074"/>
                  <a:pt x="2040601" y="0"/>
                </a:cubicBezTo>
                <a:cubicBezTo>
                  <a:pt x="2169195" y="9074"/>
                  <a:pt x="2355610" y="5328"/>
                  <a:pt x="2550751" y="0"/>
                </a:cubicBezTo>
                <a:cubicBezTo>
                  <a:pt x="2745892" y="-5328"/>
                  <a:pt x="3023206" y="11627"/>
                  <a:pt x="3150522" y="0"/>
                </a:cubicBezTo>
                <a:cubicBezTo>
                  <a:pt x="3277838" y="-11627"/>
                  <a:pt x="3395071" y="18199"/>
                  <a:pt x="3571051" y="0"/>
                </a:cubicBezTo>
                <a:cubicBezTo>
                  <a:pt x="3747031" y="-18199"/>
                  <a:pt x="3938407" y="1645"/>
                  <a:pt x="4170823" y="0"/>
                </a:cubicBezTo>
                <a:cubicBezTo>
                  <a:pt x="4403239" y="-1645"/>
                  <a:pt x="4510024" y="-11615"/>
                  <a:pt x="4770594" y="0"/>
                </a:cubicBezTo>
                <a:cubicBezTo>
                  <a:pt x="5031164" y="11615"/>
                  <a:pt x="5213144" y="33240"/>
                  <a:pt x="5549607" y="0"/>
                </a:cubicBezTo>
                <a:cubicBezTo>
                  <a:pt x="5886070" y="-33240"/>
                  <a:pt x="5800410" y="18316"/>
                  <a:pt x="5970136" y="0"/>
                </a:cubicBezTo>
                <a:cubicBezTo>
                  <a:pt x="6139862" y="-18316"/>
                  <a:pt x="6473823" y="-10920"/>
                  <a:pt x="6659528" y="0"/>
                </a:cubicBezTo>
                <a:cubicBezTo>
                  <a:pt x="6845233" y="10920"/>
                  <a:pt x="7065940" y="9149"/>
                  <a:pt x="7169678" y="0"/>
                </a:cubicBezTo>
                <a:cubicBezTo>
                  <a:pt x="7273416" y="-9149"/>
                  <a:pt x="7434842" y="-822"/>
                  <a:pt x="7590208" y="0"/>
                </a:cubicBezTo>
                <a:cubicBezTo>
                  <a:pt x="7745574" y="822"/>
                  <a:pt x="8285488" y="40359"/>
                  <a:pt x="8962098" y="0"/>
                </a:cubicBezTo>
                <a:cubicBezTo>
                  <a:pt x="8936732" y="224917"/>
                  <a:pt x="8985200" y="295036"/>
                  <a:pt x="8962098" y="523681"/>
                </a:cubicBezTo>
                <a:cubicBezTo>
                  <a:pt x="8938996" y="752326"/>
                  <a:pt x="8964924" y="892856"/>
                  <a:pt x="8962098" y="1068736"/>
                </a:cubicBezTo>
                <a:cubicBezTo>
                  <a:pt x="8773150" y="1054403"/>
                  <a:pt x="8713881" y="1048422"/>
                  <a:pt x="8541569" y="1068736"/>
                </a:cubicBezTo>
                <a:cubicBezTo>
                  <a:pt x="8369257" y="1089050"/>
                  <a:pt x="7946817" y="1098144"/>
                  <a:pt x="7672935" y="1068736"/>
                </a:cubicBezTo>
                <a:cubicBezTo>
                  <a:pt x="7399053" y="1039328"/>
                  <a:pt x="7433511" y="1058264"/>
                  <a:pt x="7252405" y="1068736"/>
                </a:cubicBezTo>
                <a:cubicBezTo>
                  <a:pt x="7071299" y="1079209"/>
                  <a:pt x="6730593" y="1080950"/>
                  <a:pt x="6473392" y="1068736"/>
                </a:cubicBezTo>
                <a:cubicBezTo>
                  <a:pt x="6216191" y="1056522"/>
                  <a:pt x="5928123" y="1035052"/>
                  <a:pt x="5784000" y="1068736"/>
                </a:cubicBezTo>
                <a:cubicBezTo>
                  <a:pt x="5639877" y="1102420"/>
                  <a:pt x="5290102" y="1063702"/>
                  <a:pt x="5094608" y="1068736"/>
                </a:cubicBezTo>
                <a:cubicBezTo>
                  <a:pt x="4899114" y="1073770"/>
                  <a:pt x="4646058" y="1060118"/>
                  <a:pt x="4494837" y="1068736"/>
                </a:cubicBezTo>
                <a:cubicBezTo>
                  <a:pt x="4343616" y="1077354"/>
                  <a:pt x="4071982" y="1084403"/>
                  <a:pt x="3715824" y="1068736"/>
                </a:cubicBezTo>
                <a:cubicBezTo>
                  <a:pt x="3359666" y="1053069"/>
                  <a:pt x="3269812" y="1097601"/>
                  <a:pt x="3116053" y="1068736"/>
                </a:cubicBezTo>
                <a:cubicBezTo>
                  <a:pt x="2962294" y="1039871"/>
                  <a:pt x="2501003" y="1053115"/>
                  <a:pt x="2337039" y="1068736"/>
                </a:cubicBezTo>
                <a:cubicBezTo>
                  <a:pt x="2173075" y="1084357"/>
                  <a:pt x="2078012" y="1092741"/>
                  <a:pt x="1826889" y="1068736"/>
                </a:cubicBezTo>
                <a:cubicBezTo>
                  <a:pt x="1575766" y="1044732"/>
                  <a:pt x="1566259" y="1079249"/>
                  <a:pt x="1316739" y="1068736"/>
                </a:cubicBezTo>
                <a:cubicBezTo>
                  <a:pt x="1067219" y="1058224"/>
                  <a:pt x="586745" y="1097568"/>
                  <a:pt x="0" y="1068736"/>
                </a:cubicBezTo>
                <a:cubicBezTo>
                  <a:pt x="5147" y="872828"/>
                  <a:pt x="-6177" y="747327"/>
                  <a:pt x="0" y="545055"/>
                </a:cubicBezTo>
                <a:cubicBezTo>
                  <a:pt x="6177" y="342783"/>
                  <a:pt x="-10399" y="127200"/>
                  <a:pt x="0" y="0"/>
                </a:cubicBezTo>
                <a:close/>
              </a:path>
              <a:path w="8962098" h="1068736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58463" y="128105"/>
                  <a:pt x="8972942" y="419646"/>
                  <a:pt x="8962098" y="555743"/>
                </a:cubicBezTo>
                <a:cubicBezTo>
                  <a:pt x="8951254" y="691840"/>
                  <a:pt x="8961410" y="955416"/>
                  <a:pt x="8962098" y="1068736"/>
                </a:cubicBezTo>
                <a:cubicBezTo>
                  <a:pt x="8742154" y="1044082"/>
                  <a:pt x="8448095" y="1047140"/>
                  <a:pt x="8272706" y="1068736"/>
                </a:cubicBezTo>
                <a:cubicBezTo>
                  <a:pt x="8097317" y="1090332"/>
                  <a:pt x="7820885" y="1073197"/>
                  <a:pt x="7583314" y="1068736"/>
                </a:cubicBezTo>
                <a:cubicBezTo>
                  <a:pt x="7345743" y="1064275"/>
                  <a:pt x="7187503" y="1053839"/>
                  <a:pt x="6893922" y="1068736"/>
                </a:cubicBezTo>
                <a:cubicBezTo>
                  <a:pt x="6600341" y="1083633"/>
                  <a:pt x="6348884" y="1028581"/>
                  <a:pt x="6025287" y="1068736"/>
                </a:cubicBezTo>
                <a:cubicBezTo>
                  <a:pt x="5701690" y="1108891"/>
                  <a:pt x="5641903" y="1102565"/>
                  <a:pt x="5335895" y="1068736"/>
                </a:cubicBezTo>
                <a:cubicBezTo>
                  <a:pt x="5029887" y="1034907"/>
                  <a:pt x="4881389" y="1080201"/>
                  <a:pt x="4556882" y="1068736"/>
                </a:cubicBezTo>
                <a:cubicBezTo>
                  <a:pt x="4232375" y="1057271"/>
                  <a:pt x="4151239" y="1064395"/>
                  <a:pt x="3777869" y="1068736"/>
                </a:cubicBezTo>
                <a:cubicBezTo>
                  <a:pt x="3404499" y="1073077"/>
                  <a:pt x="3407727" y="1045670"/>
                  <a:pt x="3178098" y="1068736"/>
                </a:cubicBezTo>
                <a:cubicBezTo>
                  <a:pt x="2948469" y="1091802"/>
                  <a:pt x="2828812" y="1053807"/>
                  <a:pt x="2667948" y="1068736"/>
                </a:cubicBezTo>
                <a:cubicBezTo>
                  <a:pt x="2507084" y="1083666"/>
                  <a:pt x="2194447" y="1033262"/>
                  <a:pt x="1799314" y="1068736"/>
                </a:cubicBezTo>
                <a:cubicBezTo>
                  <a:pt x="1404181" y="1104210"/>
                  <a:pt x="1251049" y="1056717"/>
                  <a:pt x="1109921" y="1068736"/>
                </a:cubicBezTo>
                <a:cubicBezTo>
                  <a:pt x="968793" y="1080755"/>
                  <a:pt x="382880" y="1057340"/>
                  <a:pt x="0" y="1068736"/>
                </a:cubicBezTo>
                <a:cubicBezTo>
                  <a:pt x="24857" y="909368"/>
                  <a:pt x="17598" y="783760"/>
                  <a:pt x="0" y="523681"/>
                </a:cubicBezTo>
                <a:cubicBezTo>
                  <a:pt x="-17598" y="263602"/>
                  <a:pt x="-148" y="136789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r>
              <a:rPr lang="en-US" altLang="ko-KR" sz="1000">
                <a:solidFill>
                  <a:srgbClr val="00B050"/>
                </a:solidFill>
              </a:rPr>
              <a:t>// - 1000byte </a:t>
            </a:r>
            <a:r>
              <a:rPr lang="ko-KR" altLang="en-US" sz="1000">
                <a:solidFill>
                  <a:srgbClr val="00B050"/>
                </a:solidFill>
              </a:rPr>
              <a:t>버퍼를 생성함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baz = alloc_shared_buffer(1000);</a:t>
            </a:r>
          </a:p>
          <a:p>
            <a:endParaRPr lang="ko-KR" altLang="en-US" sz="1000"/>
          </a:p>
          <a:p>
            <a:r>
              <a:rPr lang="en-US" altLang="ko-KR" sz="1000">
                <a:solidFill>
                  <a:srgbClr val="00B050"/>
                </a:solidFill>
              </a:rPr>
              <a:t>// - enum</a:t>
            </a:r>
            <a:r>
              <a:rPr lang="ko-KR" altLang="en-US" sz="1000">
                <a:solidFill>
                  <a:srgbClr val="00B050"/>
                </a:solidFill>
              </a:rPr>
              <a:t>형 데이터를 써넣는다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/>
              <a:t>baz.append&lt;</a:t>
            </a:r>
            <a:r>
              <a:rPr lang="en-US" altLang="ko-KR" sz="1000" b="1"/>
              <a:t>eTEST</a:t>
            </a:r>
            <a:r>
              <a:rPr lang="en-US" altLang="ko-KR" sz="1000"/>
              <a:t>&gt;(eTEST::A);</a:t>
            </a:r>
          </a:p>
          <a:p>
            <a:r>
              <a:rPr lang="en-US" altLang="ko-KR" sz="1000"/>
              <a:t>baz.append&lt;</a:t>
            </a:r>
            <a:r>
              <a:rPr lang="en-US" altLang="ko-KR" sz="1000" b="1"/>
              <a:t>eTEST</a:t>
            </a:r>
            <a:r>
              <a:rPr lang="en-US" altLang="ko-KR" sz="1000"/>
              <a:t>&gt;(eTEST::B);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DE653E1-E7E3-4AC9-A42F-F7FAB5DFA745}"/>
              </a:ext>
            </a:extLst>
          </p:cNvPr>
          <p:cNvSpPr/>
          <p:nvPr/>
        </p:nvSpPr>
        <p:spPr>
          <a:xfrm>
            <a:off x="1638315" y="3482798"/>
            <a:ext cx="8962098" cy="607071"/>
          </a:xfrm>
          <a:custGeom>
            <a:avLst/>
            <a:gdLst>
              <a:gd name="connsiteX0" fmla="*/ 0 w 8962098"/>
              <a:gd name="connsiteY0" fmla="*/ 0 h 607071"/>
              <a:gd name="connsiteX1" fmla="*/ 420529 w 8962098"/>
              <a:gd name="connsiteY1" fmla="*/ 0 h 607071"/>
              <a:gd name="connsiteX2" fmla="*/ 1109921 w 8962098"/>
              <a:gd name="connsiteY2" fmla="*/ 0 h 607071"/>
              <a:gd name="connsiteX3" fmla="*/ 1799314 w 8962098"/>
              <a:gd name="connsiteY3" fmla="*/ 0 h 607071"/>
              <a:gd name="connsiteX4" fmla="*/ 2578327 w 8962098"/>
              <a:gd name="connsiteY4" fmla="*/ 0 h 607071"/>
              <a:gd name="connsiteX5" fmla="*/ 2998856 w 8962098"/>
              <a:gd name="connsiteY5" fmla="*/ 0 h 607071"/>
              <a:gd name="connsiteX6" fmla="*/ 3419385 w 8962098"/>
              <a:gd name="connsiteY6" fmla="*/ 0 h 607071"/>
              <a:gd name="connsiteX7" fmla="*/ 3929535 w 8962098"/>
              <a:gd name="connsiteY7" fmla="*/ 0 h 607071"/>
              <a:gd name="connsiteX8" fmla="*/ 4529306 w 8962098"/>
              <a:gd name="connsiteY8" fmla="*/ 0 h 607071"/>
              <a:gd name="connsiteX9" fmla="*/ 4949836 w 8962098"/>
              <a:gd name="connsiteY9" fmla="*/ 0 h 607071"/>
              <a:gd name="connsiteX10" fmla="*/ 5549607 w 8962098"/>
              <a:gd name="connsiteY10" fmla="*/ 0 h 607071"/>
              <a:gd name="connsiteX11" fmla="*/ 6149378 w 8962098"/>
              <a:gd name="connsiteY11" fmla="*/ 0 h 607071"/>
              <a:gd name="connsiteX12" fmla="*/ 6928391 w 8962098"/>
              <a:gd name="connsiteY12" fmla="*/ 0 h 607071"/>
              <a:gd name="connsiteX13" fmla="*/ 7348920 w 8962098"/>
              <a:gd name="connsiteY13" fmla="*/ 0 h 607071"/>
              <a:gd name="connsiteX14" fmla="*/ 8038313 w 8962098"/>
              <a:gd name="connsiteY14" fmla="*/ 0 h 607071"/>
              <a:gd name="connsiteX15" fmla="*/ 8962098 w 8962098"/>
              <a:gd name="connsiteY15" fmla="*/ 0 h 607071"/>
              <a:gd name="connsiteX16" fmla="*/ 8962098 w 8962098"/>
              <a:gd name="connsiteY16" fmla="*/ 607071 h 607071"/>
              <a:gd name="connsiteX17" fmla="*/ 8541569 w 8962098"/>
              <a:gd name="connsiteY17" fmla="*/ 607071 h 607071"/>
              <a:gd name="connsiteX18" fmla="*/ 7941798 w 8962098"/>
              <a:gd name="connsiteY18" fmla="*/ 607071 h 607071"/>
              <a:gd name="connsiteX19" fmla="*/ 7431647 w 8962098"/>
              <a:gd name="connsiteY19" fmla="*/ 607071 h 607071"/>
              <a:gd name="connsiteX20" fmla="*/ 6652634 w 8962098"/>
              <a:gd name="connsiteY20" fmla="*/ 607071 h 607071"/>
              <a:gd name="connsiteX21" fmla="*/ 5784000 w 8962098"/>
              <a:gd name="connsiteY21" fmla="*/ 607071 h 607071"/>
              <a:gd name="connsiteX22" fmla="*/ 5363471 w 8962098"/>
              <a:gd name="connsiteY22" fmla="*/ 607071 h 607071"/>
              <a:gd name="connsiteX23" fmla="*/ 4584458 w 8962098"/>
              <a:gd name="connsiteY23" fmla="*/ 607071 h 607071"/>
              <a:gd name="connsiteX24" fmla="*/ 3895066 w 8962098"/>
              <a:gd name="connsiteY24" fmla="*/ 607071 h 607071"/>
              <a:gd name="connsiteX25" fmla="*/ 3205674 w 8962098"/>
              <a:gd name="connsiteY25" fmla="*/ 607071 h 607071"/>
              <a:gd name="connsiteX26" fmla="*/ 2605902 w 8962098"/>
              <a:gd name="connsiteY26" fmla="*/ 607071 h 607071"/>
              <a:gd name="connsiteX27" fmla="*/ 1826889 w 8962098"/>
              <a:gd name="connsiteY27" fmla="*/ 607071 h 607071"/>
              <a:gd name="connsiteX28" fmla="*/ 1227118 w 8962098"/>
              <a:gd name="connsiteY28" fmla="*/ 607071 h 607071"/>
              <a:gd name="connsiteX29" fmla="*/ 0 w 8962098"/>
              <a:gd name="connsiteY29" fmla="*/ 607071 h 607071"/>
              <a:gd name="connsiteX30" fmla="*/ 0 w 8962098"/>
              <a:gd name="connsiteY30" fmla="*/ 0 h 6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8962098" h="607071" fill="none" extrusionOk="0">
                <a:moveTo>
                  <a:pt x="0" y="0"/>
                </a:moveTo>
                <a:cubicBezTo>
                  <a:pt x="90760" y="18839"/>
                  <a:pt x="228306" y="-38"/>
                  <a:pt x="420529" y="0"/>
                </a:cubicBezTo>
                <a:cubicBezTo>
                  <a:pt x="612752" y="38"/>
                  <a:pt x="786818" y="-24006"/>
                  <a:pt x="1109921" y="0"/>
                </a:cubicBezTo>
                <a:cubicBezTo>
                  <a:pt x="1433024" y="24006"/>
                  <a:pt x="1649344" y="-21210"/>
                  <a:pt x="1799314" y="0"/>
                </a:cubicBezTo>
                <a:cubicBezTo>
                  <a:pt x="1949284" y="21210"/>
                  <a:pt x="2346752" y="-21079"/>
                  <a:pt x="2578327" y="0"/>
                </a:cubicBezTo>
                <a:cubicBezTo>
                  <a:pt x="2809902" y="21079"/>
                  <a:pt x="2833767" y="16066"/>
                  <a:pt x="2998856" y="0"/>
                </a:cubicBezTo>
                <a:cubicBezTo>
                  <a:pt x="3163945" y="-16066"/>
                  <a:pt x="3290791" y="-9074"/>
                  <a:pt x="3419385" y="0"/>
                </a:cubicBezTo>
                <a:cubicBezTo>
                  <a:pt x="3547979" y="9074"/>
                  <a:pt x="3734394" y="5328"/>
                  <a:pt x="3929535" y="0"/>
                </a:cubicBezTo>
                <a:cubicBezTo>
                  <a:pt x="4124676" y="-5328"/>
                  <a:pt x="4401990" y="11627"/>
                  <a:pt x="4529306" y="0"/>
                </a:cubicBezTo>
                <a:cubicBezTo>
                  <a:pt x="4656622" y="-11627"/>
                  <a:pt x="4771488" y="16825"/>
                  <a:pt x="4949836" y="0"/>
                </a:cubicBezTo>
                <a:cubicBezTo>
                  <a:pt x="5128184" y="-16825"/>
                  <a:pt x="5317342" y="4492"/>
                  <a:pt x="5549607" y="0"/>
                </a:cubicBezTo>
                <a:cubicBezTo>
                  <a:pt x="5781872" y="-4492"/>
                  <a:pt x="5888808" y="-11615"/>
                  <a:pt x="6149378" y="0"/>
                </a:cubicBezTo>
                <a:cubicBezTo>
                  <a:pt x="6409948" y="11615"/>
                  <a:pt x="6591928" y="33240"/>
                  <a:pt x="6928391" y="0"/>
                </a:cubicBezTo>
                <a:cubicBezTo>
                  <a:pt x="7264854" y="-33240"/>
                  <a:pt x="7179194" y="18316"/>
                  <a:pt x="7348920" y="0"/>
                </a:cubicBezTo>
                <a:cubicBezTo>
                  <a:pt x="7518646" y="-18316"/>
                  <a:pt x="7848320" y="-11638"/>
                  <a:pt x="8038313" y="0"/>
                </a:cubicBezTo>
                <a:cubicBezTo>
                  <a:pt x="8228306" y="11638"/>
                  <a:pt x="8556518" y="-2974"/>
                  <a:pt x="8962098" y="0"/>
                </a:cubicBezTo>
                <a:cubicBezTo>
                  <a:pt x="8954682" y="243766"/>
                  <a:pt x="8969504" y="344676"/>
                  <a:pt x="8962098" y="607071"/>
                </a:cubicBezTo>
                <a:cubicBezTo>
                  <a:pt x="8850386" y="624967"/>
                  <a:pt x="8708589" y="608299"/>
                  <a:pt x="8541569" y="607071"/>
                </a:cubicBezTo>
                <a:cubicBezTo>
                  <a:pt x="8374549" y="605843"/>
                  <a:pt x="8096765" y="600337"/>
                  <a:pt x="7941798" y="607071"/>
                </a:cubicBezTo>
                <a:cubicBezTo>
                  <a:pt x="7786831" y="613805"/>
                  <a:pt x="7566177" y="595339"/>
                  <a:pt x="7431647" y="607071"/>
                </a:cubicBezTo>
                <a:cubicBezTo>
                  <a:pt x="7297117" y="618803"/>
                  <a:pt x="7018011" y="570777"/>
                  <a:pt x="6652634" y="607071"/>
                </a:cubicBezTo>
                <a:cubicBezTo>
                  <a:pt x="6287257" y="643365"/>
                  <a:pt x="6057882" y="636479"/>
                  <a:pt x="5784000" y="607071"/>
                </a:cubicBezTo>
                <a:cubicBezTo>
                  <a:pt x="5510118" y="577663"/>
                  <a:pt x="5539657" y="587938"/>
                  <a:pt x="5363471" y="607071"/>
                </a:cubicBezTo>
                <a:cubicBezTo>
                  <a:pt x="5187285" y="626204"/>
                  <a:pt x="4841659" y="619285"/>
                  <a:pt x="4584458" y="607071"/>
                </a:cubicBezTo>
                <a:cubicBezTo>
                  <a:pt x="4327257" y="594857"/>
                  <a:pt x="4039189" y="573387"/>
                  <a:pt x="3895066" y="607071"/>
                </a:cubicBezTo>
                <a:cubicBezTo>
                  <a:pt x="3750943" y="640755"/>
                  <a:pt x="3401168" y="602037"/>
                  <a:pt x="3205674" y="607071"/>
                </a:cubicBezTo>
                <a:cubicBezTo>
                  <a:pt x="3010180" y="612105"/>
                  <a:pt x="2759549" y="600501"/>
                  <a:pt x="2605902" y="607071"/>
                </a:cubicBezTo>
                <a:cubicBezTo>
                  <a:pt x="2452255" y="613641"/>
                  <a:pt x="2183047" y="622738"/>
                  <a:pt x="1826889" y="607071"/>
                </a:cubicBezTo>
                <a:cubicBezTo>
                  <a:pt x="1470731" y="591404"/>
                  <a:pt x="1380877" y="635936"/>
                  <a:pt x="1227118" y="607071"/>
                </a:cubicBezTo>
                <a:cubicBezTo>
                  <a:pt x="1073359" y="578206"/>
                  <a:pt x="290229" y="645758"/>
                  <a:pt x="0" y="607071"/>
                </a:cubicBezTo>
                <a:cubicBezTo>
                  <a:pt x="11461" y="394829"/>
                  <a:pt x="-7958" y="144618"/>
                  <a:pt x="0" y="0"/>
                </a:cubicBezTo>
                <a:close/>
              </a:path>
              <a:path w="8962098" h="607071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45704" y="276959"/>
                  <a:pt x="8960770" y="398236"/>
                  <a:pt x="8962098" y="607071"/>
                </a:cubicBezTo>
                <a:cubicBezTo>
                  <a:pt x="8581962" y="595147"/>
                  <a:pt x="8458871" y="583178"/>
                  <a:pt x="8183085" y="607071"/>
                </a:cubicBezTo>
                <a:cubicBezTo>
                  <a:pt x="7907299" y="630964"/>
                  <a:pt x="7572570" y="591777"/>
                  <a:pt x="7314451" y="607071"/>
                </a:cubicBezTo>
                <a:cubicBezTo>
                  <a:pt x="7056332" y="622365"/>
                  <a:pt x="6862630" y="611532"/>
                  <a:pt x="6625059" y="607071"/>
                </a:cubicBezTo>
                <a:cubicBezTo>
                  <a:pt x="6387488" y="602610"/>
                  <a:pt x="6230415" y="597527"/>
                  <a:pt x="5935666" y="607071"/>
                </a:cubicBezTo>
                <a:cubicBezTo>
                  <a:pt x="5640917" y="616615"/>
                  <a:pt x="5387817" y="564810"/>
                  <a:pt x="5067032" y="607071"/>
                </a:cubicBezTo>
                <a:cubicBezTo>
                  <a:pt x="4746247" y="649332"/>
                  <a:pt x="4683648" y="640900"/>
                  <a:pt x="4377640" y="607071"/>
                </a:cubicBezTo>
                <a:cubicBezTo>
                  <a:pt x="4071632" y="573242"/>
                  <a:pt x="3923134" y="618536"/>
                  <a:pt x="3598627" y="607071"/>
                </a:cubicBezTo>
                <a:cubicBezTo>
                  <a:pt x="3274120" y="595606"/>
                  <a:pt x="3192984" y="602730"/>
                  <a:pt x="2819614" y="607071"/>
                </a:cubicBezTo>
                <a:cubicBezTo>
                  <a:pt x="2446244" y="611412"/>
                  <a:pt x="2449472" y="584005"/>
                  <a:pt x="2219843" y="607071"/>
                </a:cubicBezTo>
                <a:cubicBezTo>
                  <a:pt x="1990214" y="630137"/>
                  <a:pt x="1870557" y="592142"/>
                  <a:pt x="1709693" y="607071"/>
                </a:cubicBezTo>
                <a:cubicBezTo>
                  <a:pt x="1548829" y="622001"/>
                  <a:pt x="1236483" y="575721"/>
                  <a:pt x="841058" y="607071"/>
                </a:cubicBezTo>
                <a:cubicBezTo>
                  <a:pt x="445633" y="638421"/>
                  <a:pt x="201602" y="592829"/>
                  <a:pt x="0" y="607071"/>
                </a:cubicBezTo>
                <a:cubicBezTo>
                  <a:pt x="6033" y="394823"/>
                  <a:pt x="-5469" y="12159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r>
              <a:rPr lang="en-US" altLang="ko-KR" sz="1000">
                <a:solidFill>
                  <a:srgbClr val="00B050"/>
                </a:solidFill>
              </a:rPr>
              <a:t>// - enum</a:t>
            </a:r>
            <a:r>
              <a:rPr lang="ko-KR" altLang="en-US" sz="1000">
                <a:solidFill>
                  <a:srgbClr val="00B050"/>
                </a:solidFill>
              </a:rPr>
              <a:t>형 데이터를 읽어온다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value1 = baz.extract&lt;</a:t>
            </a:r>
            <a:r>
              <a:rPr lang="en-US" altLang="ko-KR" sz="1000" b="1"/>
              <a:t>eTEST</a:t>
            </a:r>
            <a:r>
              <a:rPr lang="en-US" altLang="ko-KR" sz="1000"/>
              <a:t>&gt;();</a:t>
            </a:r>
          </a:p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value2 = baz.extract&lt;</a:t>
            </a:r>
            <a:r>
              <a:rPr lang="en-US" altLang="ko-KR" sz="1000" b="1"/>
              <a:t>eTEST</a:t>
            </a:r>
            <a:r>
              <a:rPr lang="en-US" altLang="ko-KR" sz="1000"/>
              <a:t>&gt;();</a:t>
            </a:r>
          </a:p>
        </p:txBody>
      </p:sp>
    </p:spTree>
    <p:extLst>
      <p:ext uri="{BB962C8B-B14F-4D97-AF65-F5344CB8AC3E}">
        <p14:creationId xmlns:p14="http://schemas.microsoft.com/office/powerpoint/2010/main" val="1889135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A2105E-14D1-4432-8536-C8D29B2DD845}"/>
              </a:ext>
            </a:extLst>
          </p:cNvPr>
          <p:cNvSpPr txBox="1"/>
          <p:nvPr/>
        </p:nvSpPr>
        <p:spPr>
          <a:xfrm>
            <a:off x="1416050" y="620713"/>
            <a:ext cx="7162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유일하게 하나만 존재하는 동적 객체를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위한 것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CC42BA-4DA8-4315-A80E-7F8EE309DBFB}"/>
              </a:ext>
            </a:extLst>
          </p:cNvPr>
          <p:cNvSpPr txBox="1"/>
          <p:nvPr/>
        </p:nvSpPr>
        <p:spPr>
          <a:xfrm>
            <a:off x="1250586" y="-12879"/>
            <a:ext cx="3141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append-extract.string_type</a:t>
            </a:r>
            <a:endParaRPr lang="ko-KR" alt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24668E-AE4A-48A2-B757-6CD1732FC1F2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BDE015-FC3A-42D8-A6B5-B7A1582D6A0A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3054526-BC60-437F-981E-70ABDB9F68EC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6679F66-A67F-4541-9227-5B4752358B87}"/>
              </a:ext>
            </a:extLst>
          </p:cNvPr>
          <p:cNvSpPr/>
          <p:nvPr/>
        </p:nvSpPr>
        <p:spPr>
          <a:xfrm>
            <a:off x="1828218" y="2521460"/>
            <a:ext cx="5969870" cy="297366"/>
          </a:xfrm>
          <a:prstGeom prst="rect">
            <a:avLst/>
          </a:prstGeom>
          <a:solidFill>
            <a:schemeClr val="bg1"/>
          </a:solidFill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C3E62F6-D3A8-472B-B75C-A8320FF3692E}"/>
              </a:ext>
            </a:extLst>
          </p:cNvPr>
          <p:cNvSpPr/>
          <p:nvPr/>
        </p:nvSpPr>
        <p:spPr>
          <a:xfrm>
            <a:off x="2317073" y="3069953"/>
            <a:ext cx="2047581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문자열의 길이</a:t>
            </a:r>
            <a:r>
              <a:rPr lang="en-US" altLang="ko-KR" sz="14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(4bytes)</a:t>
            </a:r>
          </a:p>
          <a:p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NULL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을 포함한 길이다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A779510-7D4C-4C25-92DF-AF3A5DA7E26C}"/>
              </a:ext>
            </a:extLst>
          </p:cNvPr>
          <p:cNvSpPr/>
          <p:nvPr/>
        </p:nvSpPr>
        <p:spPr>
          <a:xfrm>
            <a:off x="1822657" y="2516303"/>
            <a:ext cx="1564115" cy="30777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4BF7359-9F2C-48D7-87E1-29E250E7625A}"/>
              </a:ext>
            </a:extLst>
          </p:cNvPr>
          <p:cNvSpPr/>
          <p:nvPr/>
        </p:nvSpPr>
        <p:spPr>
          <a:xfrm>
            <a:off x="3386694" y="2516303"/>
            <a:ext cx="731290" cy="307778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5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A07F239-EF1D-441C-8EDB-BF2D2CCFE903}"/>
              </a:ext>
            </a:extLst>
          </p:cNvPr>
          <p:cNvSpPr/>
          <p:nvPr/>
        </p:nvSpPr>
        <p:spPr>
          <a:xfrm>
            <a:off x="4120870" y="2516303"/>
            <a:ext cx="267282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t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A23EDCC-C378-4BFD-B6FF-DDCBCBE112E1}"/>
              </a:ext>
            </a:extLst>
          </p:cNvPr>
          <p:cNvSpPr/>
          <p:nvPr/>
        </p:nvSpPr>
        <p:spPr>
          <a:xfrm>
            <a:off x="4386706" y="2516303"/>
            <a:ext cx="267282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e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2773A9B-BF4F-4212-AA6A-146D3A9E2CD2}"/>
              </a:ext>
            </a:extLst>
          </p:cNvPr>
          <p:cNvSpPr/>
          <p:nvPr/>
        </p:nvSpPr>
        <p:spPr>
          <a:xfrm>
            <a:off x="4646390" y="2516303"/>
            <a:ext cx="267282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s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D27C241-6138-4A53-A481-7B7106EB033A}"/>
              </a:ext>
            </a:extLst>
          </p:cNvPr>
          <p:cNvSpPr/>
          <p:nvPr/>
        </p:nvSpPr>
        <p:spPr>
          <a:xfrm>
            <a:off x="4909966" y="2516303"/>
            <a:ext cx="271719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t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BDE88B3-3D54-43AA-BE13-4EE2421902CF}"/>
              </a:ext>
            </a:extLst>
          </p:cNvPr>
          <p:cNvSpPr/>
          <p:nvPr/>
        </p:nvSpPr>
        <p:spPr>
          <a:xfrm>
            <a:off x="5182419" y="2516303"/>
            <a:ext cx="267282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0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F435E34-F1F8-466C-AB40-2F7C97F92AA2}"/>
              </a:ext>
            </a:extLst>
          </p:cNvPr>
          <p:cNvSpPr/>
          <p:nvPr/>
        </p:nvSpPr>
        <p:spPr>
          <a:xfrm>
            <a:off x="4509025" y="3086540"/>
            <a:ext cx="188134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NULL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을 포함한 </a:t>
            </a:r>
            <a:r>
              <a:rPr lang="ko-KR" altLang="en-US" sz="14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문자열</a:t>
            </a:r>
            <a:endParaRPr lang="ko-KR" altLang="en-US" sz="14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28" name="왼쪽 중괄호 27">
            <a:extLst>
              <a:ext uri="{FF2B5EF4-FFF2-40B4-BE49-F238E27FC236}">
                <a16:creationId xmlns:a16="http://schemas.microsoft.com/office/drawing/2014/main" id="{B619D845-4D18-4BFA-ADF6-12A3C04CBBA9}"/>
              </a:ext>
            </a:extLst>
          </p:cNvPr>
          <p:cNvSpPr/>
          <p:nvPr/>
        </p:nvSpPr>
        <p:spPr>
          <a:xfrm rot="16200000">
            <a:off x="3656861" y="2628868"/>
            <a:ext cx="180000" cy="65288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왼쪽 중괄호 28">
            <a:extLst>
              <a:ext uri="{FF2B5EF4-FFF2-40B4-BE49-F238E27FC236}">
                <a16:creationId xmlns:a16="http://schemas.microsoft.com/office/drawing/2014/main" id="{B6C77B70-761E-429E-B8BB-15C7DF1641CD}"/>
              </a:ext>
            </a:extLst>
          </p:cNvPr>
          <p:cNvSpPr/>
          <p:nvPr/>
        </p:nvSpPr>
        <p:spPr>
          <a:xfrm rot="16200000">
            <a:off x="4661868" y="2366288"/>
            <a:ext cx="180000" cy="117804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C115B2D-CE43-43D7-BAAE-B7C9CEC4CDEF}"/>
              </a:ext>
            </a:extLst>
          </p:cNvPr>
          <p:cNvSpPr/>
          <p:nvPr/>
        </p:nvSpPr>
        <p:spPr>
          <a:xfrm>
            <a:off x="4117983" y="2521030"/>
            <a:ext cx="1331717" cy="307778"/>
          </a:xfrm>
          <a:prstGeom prst="rect">
            <a:avLst/>
          </a:prstGeom>
          <a:noFill/>
          <a:ln w="25400"/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8F575AB-A048-4848-B399-0B5BEC425C43}"/>
              </a:ext>
            </a:extLst>
          </p:cNvPr>
          <p:cNvSpPr txBox="1"/>
          <p:nvPr/>
        </p:nvSpPr>
        <p:spPr>
          <a:xfrm>
            <a:off x="1862911" y="1928135"/>
            <a:ext cx="38347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temp.append&lt;</a:t>
            </a:r>
            <a:r>
              <a:rPr lang="en-US" altLang="ko-KR" sz="14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std::string_view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&gt;(“test”);</a:t>
            </a:r>
            <a:endParaRPr lang="ko-KR" altLang="en-US" sz="14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2408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A2105E-14D1-4432-8536-C8D29B2DD845}"/>
              </a:ext>
            </a:extLst>
          </p:cNvPr>
          <p:cNvSpPr txBox="1"/>
          <p:nvPr/>
        </p:nvSpPr>
        <p:spPr>
          <a:xfrm>
            <a:off x="1416050" y="620713"/>
            <a:ext cx="7162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유일하게 하나만 존재하는 동적 객체를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위한 것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CC42BA-4DA8-4315-A80E-7F8EE309DBFB}"/>
              </a:ext>
            </a:extLst>
          </p:cNvPr>
          <p:cNvSpPr txBox="1"/>
          <p:nvPr/>
        </p:nvSpPr>
        <p:spPr>
          <a:xfrm>
            <a:off x="1250586" y="-12879"/>
            <a:ext cx="3141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append-extract.string_type</a:t>
            </a:r>
            <a:endParaRPr lang="ko-KR" alt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24668E-AE4A-48A2-B757-6CD1732FC1F2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BDE015-FC3A-42D8-A6B5-B7A1582D6A0A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3054526-BC60-437F-981E-70ABDB9F68EC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6BD0463-D439-4CC4-8877-F4826F573021}"/>
              </a:ext>
            </a:extLst>
          </p:cNvPr>
          <p:cNvSpPr/>
          <p:nvPr/>
        </p:nvSpPr>
        <p:spPr>
          <a:xfrm>
            <a:off x="1638315" y="1131017"/>
            <a:ext cx="8962098" cy="1838177"/>
          </a:xfrm>
          <a:custGeom>
            <a:avLst/>
            <a:gdLst>
              <a:gd name="connsiteX0" fmla="*/ 0 w 8962098"/>
              <a:gd name="connsiteY0" fmla="*/ 0 h 1838177"/>
              <a:gd name="connsiteX1" fmla="*/ 510150 w 8962098"/>
              <a:gd name="connsiteY1" fmla="*/ 0 h 1838177"/>
              <a:gd name="connsiteX2" fmla="*/ 930679 w 8962098"/>
              <a:gd name="connsiteY2" fmla="*/ 0 h 1838177"/>
              <a:gd name="connsiteX3" fmla="*/ 1440830 w 8962098"/>
              <a:gd name="connsiteY3" fmla="*/ 0 h 1838177"/>
              <a:gd name="connsiteX4" fmla="*/ 2040601 w 8962098"/>
              <a:gd name="connsiteY4" fmla="*/ 0 h 1838177"/>
              <a:gd name="connsiteX5" fmla="*/ 2461130 w 8962098"/>
              <a:gd name="connsiteY5" fmla="*/ 0 h 1838177"/>
              <a:gd name="connsiteX6" fmla="*/ 3060901 w 8962098"/>
              <a:gd name="connsiteY6" fmla="*/ 0 h 1838177"/>
              <a:gd name="connsiteX7" fmla="*/ 3660672 w 8962098"/>
              <a:gd name="connsiteY7" fmla="*/ 0 h 1838177"/>
              <a:gd name="connsiteX8" fmla="*/ 4439685 w 8962098"/>
              <a:gd name="connsiteY8" fmla="*/ 0 h 1838177"/>
              <a:gd name="connsiteX9" fmla="*/ 4860215 w 8962098"/>
              <a:gd name="connsiteY9" fmla="*/ 0 h 1838177"/>
              <a:gd name="connsiteX10" fmla="*/ 5549607 w 8962098"/>
              <a:gd name="connsiteY10" fmla="*/ 0 h 1838177"/>
              <a:gd name="connsiteX11" fmla="*/ 6059757 w 8962098"/>
              <a:gd name="connsiteY11" fmla="*/ 0 h 1838177"/>
              <a:gd name="connsiteX12" fmla="*/ 6480286 w 8962098"/>
              <a:gd name="connsiteY12" fmla="*/ 0 h 1838177"/>
              <a:gd name="connsiteX13" fmla="*/ 7348920 w 8962098"/>
              <a:gd name="connsiteY13" fmla="*/ 0 h 1838177"/>
              <a:gd name="connsiteX14" fmla="*/ 7948692 w 8962098"/>
              <a:gd name="connsiteY14" fmla="*/ 0 h 1838177"/>
              <a:gd name="connsiteX15" fmla="*/ 8962098 w 8962098"/>
              <a:gd name="connsiteY15" fmla="*/ 0 h 1838177"/>
              <a:gd name="connsiteX16" fmla="*/ 8962098 w 8962098"/>
              <a:gd name="connsiteY16" fmla="*/ 612726 h 1838177"/>
              <a:gd name="connsiteX17" fmla="*/ 8962098 w 8962098"/>
              <a:gd name="connsiteY17" fmla="*/ 1225451 h 1838177"/>
              <a:gd name="connsiteX18" fmla="*/ 8962098 w 8962098"/>
              <a:gd name="connsiteY18" fmla="*/ 1838177 h 1838177"/>
              <a:gd name="connsiteX19" fmla="*/ 8451948 w 8962098"/>
              <a:gd name="connsiteY19" fmla="*/ 1838177 h 1838177"/>
              <a:gd name="connsiteX20" fmla="*/ 7762556 w 8962098"/>
              <a:gd name="connsiteY20" fmla="*/ 1838177 h 1838177"/>
              <a:gd name="connsiteX21" fmla="*/ 7073163 w 8962098"/>
              <a:gd name="connsiteY21" fmla="*/ 1838177 h 1838177"/>
              <a:gd name="connsiteX22" fmla="*/ 6473392 w 8962098"/>
              <a:gd name="connsiteY22" fmla="*/ 1838177 h 1838177"/>
              <a:gd name="connsiteX23" fmla="*/ 5694379 w 8962098"/>
              <a:gd name="connsiteY23" fmla="*/ 1838177 h 1838177"/>
              <a:gd name="connsiteX24" fmla="*/ 5094608 w 8962098"/>
              <a:gd name="connsiteY24" fmla="*/ 1838177 h 1838177"/>
              <a:gd name="connsiteX25" fmla="*/ 4315595 w 8962098"/>
              <a:gd name="connsiteY25" fmla="*/ 1838177 h 1838177"/>
              <a:gd name="connsiteX26" fmla="*/ 3805445 w 8962098"/>
              <a:gd name="connsiteY26" fmla="*/ 1838177 h 1838177"/>
              <a:gd name="connsiteX27" fmla="*/ 3295294 w 8962098"/>
              <a:gd name="connsiteY27" fmla="*/ 1838177 h 1838177"/>
              <a:gd name="connsiteX28" fmla="*/ 2516281 w 8962098"/>
              <a:gd name="connsiteY28" fmla="*/ 1838177 h 1838177"/>
              <a:gd name="connsiteX29" fmla="*/ 1916510 w 8962098"/>
              <a:gd name="connsiteY29" fmla="*/ 1838177 h 1838177"/>
              <a:gd name="connsiteX30" fmla="*/ 1227118 w 8962098"/>
              <a:gd name="connsiteY30" fmla="*/ 1838177 h 1838177"/>
              <a:gd name="connsiteX31" fmla="*/ 627347 w 8962098"/>
              <a:gd name="connsiteY31" fmla="*/ 1838177 h 1838177"/>
              <a:gd name="connsiteX32" fmla="*/ 0 w 8962098"/>
              <a:gd name="connsiteY32" fmla="*/ 1838177 h 1838177"/>
              <a:gd name="connsiteX33" fmla="*/ 0 w 8962098"/>
              <a:gd name="connsiteY33" fmla="*/ 1188688 h 1838177"/>
              <a:gd name="connsiteX34" fmla="*/ 0 w 8962098"/>
              <a:gd name="connsiteY34" fmla="*/ 631107 h 1838177"/>
              <a:gd name="connsiteX35" fmla="*/ 0 w 8962098"/>
              <a:gd name="connsiteY35" fmla="*/ 0 h 1838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962098" h="1838177" fill="none" extrusionOk="0">
                <a:moveTo>
                  <a:pt x="0" y="0"/>
                </a:moveTo>
                <a:cubicBezTo>
                  <a:pt x="180912" y="-9047"/>
                  <a:pt x="382992" y="-5112"/>
                  <a:pt x="510150" y="0"/>
                </a:cubicBezTo>
                <a:cubicBezTo>
                  <a:pt x="637308" y="5112"/>
                  <a:pt x="802085" y="-9074"/>
                  <a:pt x="930679" y="0"/>
                </a:cubicBezTo>
                <a:cubicBezTo>
                  <a:pt x="1059273" y="9074"/>
                  <a:pt x="1240044" y="4253"/>
                  <a:pt x="1440830" y="0"/>
                </a:cubicBezTo>
                <a:cubicBezTo>
                  <a:pt x="1641616" y="-4253"/>
                  <a:pt x="1913285" y="11627"/>
                  <a:pt x="2040601" y="0"/>
                </a:cubicBezTo>
                <a:cubicBezTo>
                  <a:pt x="2167917" y="-11627"/>
                  <a:pt x="2285150" y="18199"/>
                  <a:pt x="2461130" y="0"/>
                </a:cubicBezTo>
                <a:cubicBezTo>
                  <a:pt x="2637110" y="-18199"/>
                  <a:pt x="2828636" y="4492"/>
                  <a:pt x="3060901" y="0"/>
                </a:cubicBezTo>
                <a:cubicBezTo>
                  <a:pt x="3293166" y="-4492"/>
                  <a:pt x="3400102" y="-11615"/>
                  <a:pt x="3660672" y="0"/>
                </a:cubicBezTo>
                <a:cubicBezTo>
                  <a:pt x="3921242" y="11615"/>
                  <a:pt x="4103222" y="33240"/>
                  <a:pt x="4439685" y="0"/>
                </a:cubicBezTo>
                <a:cubicBezTo>
                  <a:pt x="4776148" y="-33240"/>
                  <a:pt x="4682591" y="17857"/>
                  <a:pt x="4860215" y="0"/>
                </a:cubicBezTo>
                <a:cubicBezTo>
                  <a:pt x="5037839" y="-17857"/>
                  <a:pt x="5363902" y="-10920"/>
                  <a:pt x="5549607" y="0"/>
                </a:cubicBezTo>
                <a:cubicBezTo>
                  <a:pt x="5735312" y="10920"/>
                  <a:pt x="5956019" y="9149"/>
                  <a:pt x="6059757" y="0"/>
                </a:cubicBezTo>
                <a:cubicBezTo>
                  <a:pt x="6163495" y="-9149"/>
                  <a:pt x="6329987" y="5934"/>
                  <a:pt x="6480286" y="0"/>
                </a:cubicBezTo>
                <a:cubicBezTo>
                  <a:pt x="6630585" y="-5934"/>
                  <a:pt x="7107847" y="-26784"/>
                  <a:pt x="7348920" y="0"/>
                </a:cubicBezTo>
                <a:cubicBezTo>
                  <a:pt x="7589993" y="26784"/>
                  <a:pt x="7767262" y="-14219"/>
                  <a:pt x="7948692" y="0"/>
                </a:cubicBezTo>
                <a:cubicBezTo>
                  <a:pt x="8130122" y="14219"/>
                  <a:pt x="8523513" y="2118"/>
                  <a:pt x="8962098" y="0"/>
                </a:cubicBezTo>
                <a:cubicBezTo>
                  <a:pt x="8974346" y="152990"/>
                  <a:pt x="8953502" y="334197"/>
                  <a:pt x="8962098" y="612726"/>
                </a:cubicBezTo>
                <a:cubicBezTo>
                  <a:pt x="8970694" y="891255"/>
                  <a:pt x="8957489" y="1000157"/>
                  <a:pt x="8962098" y="1225451"/>
                </a:cubicBezTo>
                <a:cubicBezTo>
                  <a:pt x="8966707" y="1450746"/>
                  <a:pt x="8991988" y="1698033"/>
                  <a:pt x="8962098" y="1838177"/>
                </a:cubicBezTo>
                <a:cubicBezTo>
                  <a:pt x="8768339" y="1839315"/>
                  <a:pt x="8635883" y="1840952"/>
                  <a:pt x="8451948" y="1838177"/>
                </a:cubicBezTo>
                <a:cubicBezTo>
                  <a:pt x="8268013" y="1835403"/>
                  <a:pt x="7906679" y="1804493"/>
                  <a:pt x="7762556" y="1838177"/>
                </a:cubicBezTo>
                <a:cubicBezTo>
                  <a:pt x="7618433" y="1871861"/>
                  <a:pt x="7274105" y="1837282"/>
                  <a:pt x="7073163" y="1838177"/>
                </a:cubicBezTo>
                <a:cubicBezTo>
                  <a:pt x="6872221" y="1839072"/>
                  <a:pt x="6624613" y="1829559"/>
                  <a:pt x="6473392" y="1838177"/>
                </a:cubicBezTo>
                <a:cubicBezTo>
                  <a:pt x="6322171" y="1846795"/>
                  <a:pt x="6050537" y="1853844"/>
                  <a:pt x="5694379" y="1838177"/>
                </a:cubicBezTo>
                <a:cubicBezTo>
                  <a:pt x="5338221" y="1822510"/>
                  <a:pt x="5248367" y="1867042"/>
                  <a:pt x="5094608" y="1838177"/>
                </a:cubicBezTo>
                <a:cubicBezTo>
                  <a:pt x="4940849" y="1809312"/>
                  <a:pt x="4475351" y="1818888"/>
                  <a:pt x="4315595" y="1838177"/>
                </a:cubicBezTo>
                <a:cubicBezTo>
                  <a:pt x="4155839" y="1857466"/>
                  <a:pt x="4056568" y="1862182"/>
                  <a:pt x="3805445" y="1838177"/>
                </a:cubicBezTo>
                <a:cubicBezTo>
                  <a:pt x="3554322" y="1814173"/>
                  <a:pt x="3547939" y="1849663"/>
                  <a:pt x="3295294" y="1838177"/>
                </a:cubicBezTo>
                <a:cubicBezTo>
                  <a:pt x="3042649" y="1826691"/>
                  <a:pt x="2707632" y="1805721"/>
                  <a:pt x="2516281" y="1838177"/>
                </a:cubicBezTo>
                <a:cubicBezTo>
                  <a:pt x="2324930" y="1870633"/>
                  <a:pt x="2073134" y="1831291"/>
                  <a:pt x="1916510" y="1838177"/>
                </a:cubicBezTo>
                <a:cubicBezTo>
                  <a:pt x="1759886" y="1845063"/>
                  <a:pt x="1421649" y="1816883"/>
                  <a:pt x="1227118" y="1838177"/>
                </a:cubicBezTo>
                <a:cubicBezTo>
                  <a:pt x="1032587" y="1859471"/>
                  <a:pt x="901337" y="1835904"/>
                  <a:pt x="627347" y="1838177"/>
                </a:cubicBezTo>
                <a:cubicBezTo>
                  <a:pt x="353357" y="1840450"/>
                  <a:pt x="301530" y="1851788"/>
                  <a:pt x="0" y="1838177"/>
                </a:cubicBezTo>
                <a:cubicBezTo>
                  <a:pt x="-23103" y="1607537"/>
                  <a:pt x="-1959" y="1421760"/>
                  <a:pt x="0" y="1188688"/>
                </a:cubicBezTo>
                <a:cubicBezTo>
                  <a:pt x="1959" y="955616"/>
                  <a:pt x="3731" y="805366"/>
                  <a:pt x="0" y="631107"/>
                </a:cubicBezTo>
                <a:cubicBezTo>
                  <a:pt x="-3731" y="456848"/>
                  <a:pt x="31380" y="257430"/>
                  <a:pt x="0" y="0"/>
                </a:cubicBezTo>
                <a:close/>
              </a:path>
              <a:path w="8962098" h="1838177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30204" y="185790"/>
                  <a:pt x="8956463" y="343141"/>
                  <a:pt x="8962098" y="649489"/>
                </a:cubicBezTo>
                <a:cubicBezTo>
                  <a:pt x="8967733" y="955837"/>
                  <a:pt x="8957298" y="1098120"/>
                  <a:pt x="8962098" y="1280597"/>
                </a:cubicBezTo>
                <a:cubicBezTo>
                  <a:pt x="8966898" y="1463074"/>
                  <a:pt x="8969140" y="1562470"/>
                  <a:pt x="8962098" y="1838177"/>
                </a:cubicBezTo>
                <a:cubicBezTo>
                  <a:pt x="8796241" y="1849761"/>
                  <a:pt x="8685247" y="1840286"/>
                  <a:pt x="8541569" y="1838177"/>
                </a:cubicBezTo>
                <a:cubicBezTo>
                  <a:pt x="8397891" y="1836068"/>
                  <a:pt x="8145758" y="1823280"/>
                  <a:pt x="7852177" y="1838177"/>
                </a:cubicBezTo>
                <a:cubicBezTo>
                  <a:pt x="7558596" y="1853074"/>
                  <a:pt x="7304328" y="1795916"/>
                  <a:pt x="6983543" y="1838177"/>
                </a:cubicBezTo>
                <a:cubicBezTo>
                  <a:pt x="6662758" y="1880438"/>
                  <a:pt x="6600854" y="1803998"/>
                  <a:pt x="6294150" y="1838177"/>
                </a:cubicBezTo>
                <a:cubicBezTo>
                  <a:pt x="5987446" y="1872356"/>
                  <a:pt x="5839644" y="1849642"/>
                  <a:pt x="5515137" y="1838177"/>
                </a:cubicBezTo>
                <a:cubicBezTo>
                  <a:pt x="5190630" y="1826712"/>
                  <a:pt x="5109494" y="1833836"/>
                  <a:pt x="4736124" y="1838177"/>
                </a:cubicBezTo>
                <a:cubicBezTo>
                  <a:pt x="4362754" y="1842518"/>
                  <a:pt x="4365982" y="1815111"/>
                  <a:pt x="4136353" y="1838177"/>
                </a:cubicBezTo>
                <a:cubicBezTo>
                  <a:pt x="3906724" y="1861243"/>
                  <a:pt x="3787067" y="1823248"/>
                  <a:pt x="3626203" y="1838177"/>
                </a:cubicBezTo>
                <a:cubicBezTo>
                  <a:pt x="3465339" y="1853107"/>
                  <a:pt x="3152702" y="1802703"/>
                  <a:pt x="2757569" y="1838177"/>
                </a:cubicBezTo>
                <a:cubicBezTo>
                  <a:pt x="2362436" y="1873651"/>
                  <a:pt x="2209304" y="1826158"/>
                  <a:pt x="2068176" y="1838177"/>
                </a:cubicBezTo>
                <a:cubicBezTo>
                  <a:pt x="1927048" y="1850196"/>
                  <a:pt x="1448099" y="1824990"/>
                  <a:pt x="1199542" y="1838177"/>
                </a:cubicBezTo>
                <a:cubicBezTo>
                  <a:pt x="950985" y="1851364"/>
                  <a:pt x="527239" y="1787802"/>
                  <a:pt x="0" y="1838177"/>
                </a:cubicBezTo>
                <a:cubicBezTo>
                  <a:pt x="-16936" y="1649704"/>
                  <a:pt x="-17425" y="1502707"/>
                  <a:pt x="0" y="1262215"/>
                </a:cubicBezTo>
                <a:cubicBezTo>
                  <a:pt x="17425" y="1021723"/>
                  <a:pt x="-26562" y="896948"/>
                  <a:pt x="0" y="704635"/>
                </a:cubicBezTo>
                <a:cubicBezTo>
                  <a:pt x="26562" y="512322"/>
                  <a:pt x="4865" y="292271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r>
              <a:rPr lang="en-US" altLang="ko-KR" sz="1000">
                <a:solidFill>
                  <a:srgbClr val="00B050"/>
                </a:solidFill>
              </a:rPr>
              <a:t>// - 1000byte </a:t>
            </a:r>
            <a:r>
              <a:rPr lang="ko-KR" altLang="en-US" sz="1000">
                <a:solidFill>
                  <a:srgbClr val="00B050"/>
                </a:solidFill>
              </a:rPr>
              <a:t>버퍼를 생성함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baz = alloc_shared_buffer(1000);</a:t>
            </a:r>
          </a:p>
          <a:p>
            <a:endParaRPr lang="ko-KR" altLang="en-US" sz="1000"/>
          </a:p>
          <a:p>
            <a:r>
              <a:rPr lang="en-US" altLang="ko-KR" sz="1000">
                <a:solidFill>
                  <a:srgbClr val="00B050"/>
                </a:solidFill>
              </a:rPr>
              <a:t>// - std::string_view</a:t>
            </a:r>
          </a:p>
          <a:p>
            <a:r>
              <a:rPr lang="en-US" altLang="ko-KR" sz="1000"/>
              <a:t>baz.append&lt; </a:t>
            </a:r>
            <a:r>
              <a:rPr lang="en-US" altLang="ko-KR" sz="1000" b="1"/>
              <a:t>std::string_view</a:t>
            </a:r>
            <a:r>
              <a:rPr lang="en-US" altLang="ko-KR" sz="1000"/>
              <a:t> &gt;("Please let test this");</a:t>
            </a:r>
          </a:p>
          <a:p>
            <a:r>
              <a:rPr lang="en-US" altLang="ko-KR" sz="1000"/>
              <a:t>baz.append&lt; </a:t>
            </a:r>
            <a:r>
              <a:rPr lang="en-US" altLang="ko-KR" sz="1000" b="1"/>
              <a:t>std::string_view</a:t>
            </a:r>
            <a:r>
              <a:rPr lang="ko-KR" altLang="en-US" sz="1000"/>
              <a:t> </a:t>
            </a:r>
            <a:r>
              <a:rPr lang="en-US" altLang="ko-KR" sz="1000"/>
              <a:t>&gt;("</a:t>
            </a:r>
            <a:r>
              <a:rPr lang="ko-KR" altLang="en-US" sz="1000"/>
              <a:t>이것 좀 테스트하게 해주세요</a:t>
            </a:r>
            <a:r>
              <a:rPr lang="en-US" altLang="ko-KR" sz="1000"/>
              <a:t>.");</a:t>
            </a:r>
          </a:p>
          <a:p>
            <a:r>
              <a:rPr lang="en-US" altLang="ja-JP" sz="1000"/>
              <a:t>baz.append&lt; </a:t>
            </a:r>
            <a:r>
              <a:rPr lang="en-US" altLang="ja-JP" sz="1000" b="1"/>
              <a:t>std::string_view</a:t>
            </a:r>
            <a:r>
              <a:rPr lang="ja-JP" altLang="en-US" sz="1000"/>
              <a:t> </a:t>
            </a:r>
            <a:r>
              <a:rPr lang="en-US" altLang="ja-JP" sz="1000"/>
              <a:t>&gt;("</a:t>
            </a:r>
            <a:r>
              <a:rPr lang="ja-JP" altLang="en-US" sz="1000"/>
              <a:t>これを試ためさせてください</a:t>
            </a:r>
            <a:r>
              <a:rPr lang="en-US" altLang="ja-JP" sz="1000"/>
              <a:t>");</a:t>
            </a:r>
          </a:p>
          <a:p>
            <a:r>
              <a:rPr lang="en-US" altLang="ko-KR" sz="1000">
                <a:solidFill>
                  <a:srgbClr val="00B050"/>
                </a:solidFill>
              </a:rPr>
              <a:t>// - std::string</a:t>
            </a:r>
          </a:p>
          <a:p>
            <a:r>
              <a:rPr lang="en-US" altLang="ko-KR" sz="1000"/>
              <a:t>baz.append&lt; </a:t>
            </a:r>
            <a:r>
              <a:rPr lang="en-US" altLang="ko-KR" sz="1000" b="1"/>
              <a:t>std::string</a:t>
            </a:r>
            <a:r>
              <a:rPr lang="en-US" altLang="ko-KR" sz="1000"/>
              <a:t> &gt;("Please let test this");</a:t>
            </a:r>
          </a:p>
          <a:p>
            <a:r>
              <a:rPr lang="en-US" altLang="ko-KR" sz="1000"/>
              <a:t>baz.append&lt; </a:t>
            </a:r>
            <a:r>
              <a:rPr lang="en-US" altLang="ko-KR" sz="1000" b="1"/>
              <a:t>std::string</a:t>
            </a:r>
            <a:r>
              <a:rPr lang="ko-KR" altLang="en-US" sz="1000"/>
              <a:t> </a:t>
            </a:r>
            <a:r>
              <a:rPr lang="en-US" altLang="ko-KR" sz="1000"/>
              <a:t>&gt;("</a:t>
            </a:r>
            <a:r>
              <a:rPr lang="ko-KR" altLang="en-US" sz="1000"/>
              <a:t>이것 좀 테스트하게 해주세요</a:t>
            </a:r>
            <a:r>
              <a:rPr lang="en-US" altLang="ko-KR" sz="1000"/>
              <a:t>.");</a:t>
            </a:r>
          </a:p>
          <a:p>
            <a:r>
              <a:rPr lang="en-US" altLang="ja-JP" sz="1000"/>
              <a:t>baz.append&lt; </a:t>
            </a:r>
            <a:r>
              <a:rPr lang="en-US" altLang="ja-JP" sz="1000" b="1"/>
              <a:t>std::string</a:t>
            </a:r>
            <a:r>
              <a:rPr lang="ja-JP" altLang="en-US" sz="1000"/>
              <a:t> </a:t>
            </a:r>
            <a:r>
              <a:rPr lang="en-US" altLang="ja-JP" sz="1000"/>
              <a:t>&gt;("</a:t>
            </a:r>
            <a:r>
              <a:rPr lang="ja-JP" altLang="en-US" sz="1000"/>
              <a:t>これを試ためさせてください</a:t>
            </a:r>
            <a:r>
              <a:rPr lang="en-US" altLang="ja-JP" sz="1000"/>
              <a:t>");</a:t>
            </a:r>
            <a:endParaRPr lang="en-US" altLang="ko-KR" sz="100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D420460-A8E7-43F8-9F4F-8E3366D32902}"/>
              </a:ext>
            </a:extLst>
          </p:cNvPr>
          <p:cNvSpPr/>
          <p:nvPr/>
        </p:nvSpPr>
        <p:spPr>
          <a:xfrm>
            <a:off x="1614951" y="3202499"/>
            <a:ext cx="8962098" cy="1222624"/>
          </a:xfrm>
          <a:custGeom>
            <a:avLst/>
            <a:gdLst>
              <a:gd name="connsiteX0" fmla="*/ 0 w 8962098"/>
              <a:gd name="connsiteY0" fmla="*/ 0 h 1222624"/>
              <a:gd name="connsiteX1" fmla="*/ 420529 w 8962098"/>
              <a:gd name="connsiteY1" fmla="*/ 0 h 1222624"/>
              <a:gd name="connsiteX2" fmla="*/ 1199542 w 8962098"/>
              <a:gd name="connsiteY2" fmla="*/ 0 h 1222624"/>
              <a:gd name="connsiteX3" fmla="*/ 1620072 w 8962098"/>
              <a:gd name="connsiteY3" fmla="*/ 0 h 1222624"/>
              <a:gd name="connsiteX4" fmla="*/ 2040601 w 8962098"/>
              <a:gd name="connsiteY4" fmla="*/ 0 h 1222624"/>
              <a:gd name="connsiteX5" fmla="*/ 2550751 w 8962098"/>
              <a:gd name="connsiteY5" fmla="*/ 0 h 1222624"/>
              <a:gd name="connsiteX6" fmla="*/ 3150522 w 8962098"/>
              <a:gd name="connsiteY6" fmla="*/ 0 h 1222624"/>
              <a:gd name="connsiteX7" fmla="*/ 3571051 w 8962098"/>
              <a:gd name="connsiteY7" fmla="*/ 0 h 1222624"/>
              <a:gd name="connsiteX8" fmla="*/ 4170823 w 8962098"/>
              <a:gd name="connsiteY8" fmla="*/ 0 h 1222624"/>
              <a:gd name="connsiteX9" fmla="*/ 4770594 w 8962098"/>
              <a:gd name="connsiteY9" fmla="*/ 0 h 1222624"/>
              <a:gd name="connsiteX10" fmla="*/ 5549607 w 8962098"/>
              <a:gd name="connsiteY10" fmla="*/ 0 h 1222624"/>
              <a:gd name="connsiteX11" fmla="*/ 5970136 w 8962098"/>
              <a:gd name="connsiteY11" fmla="*/ 0 h 1222624"/>
              <a:gd name="connsiteX12" fmla="*/ 6659528 w 8962098"/>
              <a:gd name="connsiteY12" fmla="*/ 0 h 1222624"/>
              <a:gd name="connsiteX13" fmla="*/ 7169678 w 8962098"/>
              <a:gd name="connsiteY13" fmla="*/ 0 h 1222624"/>
              <a:gd name="connsiteX14" fmla="*/ 7590208 w 8962098"/>
              <a:gd name="connsiteY14" fmla="*/ 0 h 1222624"/>
              <a:gd name="connsiteX15" fmla="*/ 8962098 w 8962098"/>
              <a:gd name="connsiteY15" fmla="*/ 0 h 1222624"/>
              <a:gd name="connsiteX16" fmla="*/ 8962098 w 8962098"/>
              <a:gd name="connsiteY16" fmla="*/ 599086 h 1222624"/>
              <a:gd name="connsiteX17" fmla="*/ 8962098 w 8962098"/>
              <a:gd name="connsiteY17" fmla="*/ 1222624 h 1222624"/>
              <a:gd name="connsiteX18" fmla="*/ 8541569 w 8962098"/>
              <a:gd name="connsiteY18" fmla="*/ 1222624 h 1222624"/>
              <a:gd name="connsiteX19" fmla="*/ 7672935 w 8962098"/>
              <a:gd name="connsiteY19" fmla="*/ 1222624 h 1222624"/>
              <a:gd name="connsiteX20" fmla="*/ 7252405 w 8962098"/>
              <a:gd name="connsiteY20" fmla="*/ 1222624 h 1222624"/>
              <a:gd name="connsiteX21" fmla="*/ 6473392 w 8962098"/>
              <a:gd name="connsiteY21" fmla="*/ 1222624 h 1222624"/>
              <a:gd name="connsiteX22" fmla="*/ 5784000 w 8962098"/>
              <a:gd name="connsiteY22" fmla="*/ 1222624 h 1222624"/>
              <a:gd name="connsiteX23" fmla="*/ 5094608 w 8962098"/>
              <a:gd name="connsiteY23" fmla="*/ 1222624 h 1222624"/>
              <a:gd name="connsiteX24" fmla="*/ 4494837 w 8962098"/>
              <a:gd name="connsiteY24" fmla="*/ 1222624 h 1222624"/>
              <a:gd name="connsiteX25" fmla="*/ 3715824 w 8962098"/>
              <a:gd name="connsiteY25" fmla="*/ 1222624 h 1222624"/>
              <a:gd name="connsiteX26" fmla="*/ 3116053 w 8962098"/>
              <a:gd name="connsiteY26" fmla="*/ 1222624 h 1222624"/>
              <a:gd name="connsiteX27" fmla="*/ 2337039 w 8962098"/>
              <a:gd name="connsiteY27" fmla="*/ 1222624 h 1222624"/>
              <a:gd name="connsiteX28" fmla="*/ 1826889 w 8962098"/>
              <a:gd name="connsiteY28" fmla="*/ 1222624 h 1222624"/>
              <a:gd name="connsiteX29" fmla="*/ 1316739 w 8962098"/>
              <a:gd name="connsiteY29" fmla="*/ 1222624 h 1222624"/>
              <a:gd name="connsiteX30" fmla="*/ 0 w 8962098"/>
              <a:gd name="connsiteY30" fmla="*/ 1222624 h 1222624"/>
              <a:gd name="connsiteX31" fmla="*/ 0 w 8962098"/>
              <a:gd name="connsiteY31" fmla="*/ 623538 h 1222624"/>
              <a:gd name="connsiteX32" fmla="*/ 0 w 8962098"/>
              <a:gd name="connsiteY32" fmla="*/ 0 h 1222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62098" h="1222624" fill="none" extrusionOk="0">
                <a:moveTo>
                  <a:pt x="0" y="0"/>
                </a:moveTo>
                <a:cubicBezTo>
                  <a:pt x="106741" y="-5227"/>
                  <a:pt x="258086" y="10078"/>
                  <a:pt x="420529" y="0"/>
                </a:cubicBezTo>
                <a:cubicBezTo>
                  <a:pt x="582972" y="-10078"/>
                  <a:pt x="967967" y="-21079"/>
                  <a:pt x="1199542" y="0"/>
                </a:cubicBezTo>
                <a:cubicBezTo>
                  <a:pt x="1431117" y="21079"/>
                  <a:pt x="1447174" y="13280"/>
                  <a:pt x="1620072" y="0"/>
                </a:cubicBezTo>
                <a:cubicBezTo>
                  <a:pt x="1792970" y="-13280"/>
                  <a:pt x="1912007" y="-9074"/>
                  <a:pt x="2040601" y="0"/>
                </a:cubicBezTo>
                <a:cubicBezTo>
                  <a:pt x="2169195" y="9074"/>
                  <a:pt x="2355610" y="5328"/>
                  <a:pt x="2550751" y="0"/>
                </a:cubicBezTo>
                <a:cubicBezTo>
                  <a:pt x="2745892" y="-5328"/>
                  <a:pt x="3023206" y="11627"/>
                  <a:pt x="3150522" y="0"/>
                </a:cubicBezTo>
                <a:cubicBezTo>
                  <a:pt x="3277838" y="-11627"/>
                  <a:pt x="3395071" y="18199"/>
                  <a:pt x="3571051" y="0"/>
                </a:cubicBezTo>
                <a:cubicBezTo>
                  <a:pt x="3747031" y="-18199"/>
                  <a:pt x="3938407" y="1645"/>
                  <a:pt x="4170823" y="0"/>
                </a:cubicBezTo>
                <a:cubicBezTo>
                  <a:pt x="4403239" y="-1645"/>
                  <a:pt x="4510024" y="-11615"/>
                  <a:pt x="4770594" y="0"/>
                </a:cubicBezTo>
                <a:cubicBezTo>
                  <a:pt x="5031164" y="11615"/>
                  <a:pt x="5213144" y="33240"/>
                  <a:pt x="5549607" y="0"/>
                </a:cubicBezTo>
                <a:cubicBezTo>
                  <a:pt x="5886070" y="-33240"/>
                  <a:pt x="5800410" y="18316"/>
                  <a:pt x="5970136" y="0"/>
                </a:cubicBezTo>
                <a:cubicBezTo>
                  <a:pt x="6139862" y="-18316"/>
                  <a:pt x="6473823" y="-10920"/>
                  <a:pt x="6659528" y="0"/>
                </a:cubicBezTo>
                <a:cubicBezTo>
                  <a:pt x="6845233" y="10920"/>
                  <a:pt x="7065940" y="9149"/>
                  <a:pt x="7169678" y="0"/>
                </a:cubicBezTo>
                <a:cubicBezTo>
                  <a:pt x="7273416" y="-9149"/>
                  <a:pt x="7434842" y="-822"/>
                  <a:pt x="7590208" y="0"/>
                </a:cubicBezTo>
                <a:cubicBezTo>
                  <a:pt x="7745574" y="822"/>
                  <a:pt x="8285488" y="40359"/>
                  <a:pt x="8962098" y="0"/>
                </a:cubicBezTo>
                <a:cubicBezTo>
                  <a:pt x="8941368" y="202051"/>
                  <a:pt x="8972231" y="411191"/>
                  <a:pt x="8962098" y="599086"/>
                </a:cubicBezTo>
                <a:cubicBezTo>
                  <a:pt x="8951965" y="786981"/>
                  <a:pt x="8932679" y="913922"/>
                  <a:pt x="8962098" y="1222624"/>
                </a:cubicBezTo>
                <a:cubicBezTo>
                  <a:pt x="8773150" y="1208291"/>
                  <a:pt x="8713881" y="1202310"/>
                  <a:pt x="8541569" y="1222624"/>
                </a:cubicBezTo>
                <a:cubicBezTo>
                  <a:pt x="8369257" y="1242938"/>
                  <a:pt x="7946817" y="1252032"/>
                  <a:pt x="7672935" y="1222624"/>
                </a:cubicBezTo>
                <a:cubicBezTo>
                  <a:pt x="7399053" y="1193216"/>
                  <a:pt x="7433511" y="1212152"/>
                  <a:pt x="7252405" y="1222624"/>
                </a:cubicBezTo>
                <a:cubicBezTo>
                  <a:pt x="7071299" y="1233097"/>
                  <a:pt x="6730593" y="1234838"/>
                  <a:pt x="6473392" y="1222624"/>
                </a:cubicBezTo>
                <a:cubicBezTo>
                  <a:pt x="6216191" y="1210410"/>
                  <a:pt x="5928123" y="1188940"/>
                  <a:pt x="5784000" y="1222624"/>
                </a:cubicBezTo>
                <a:cubicBezTo>
                  <a:pt x="5639877" y="1256308"/>
                  <a:pt x="5290102" y="1217590"/>
                  <a:pt x="5094608" y="1222624"/>
                </a:cubicBezTo>
                <a:cubicBezTo>
                  <a:pt x="4899114" y="1227658"/>
                  <a:pt x="4646058" y="1214006"/>
                  <a:pt x="4494837" y="1222624"/>
                </a:cubicBezTo>
                <a:cubicBezTo>
                  <a:pt x="4343616" y="1231242"/>
                  <a:pt x="4071982" y="1238291"/>
                  <a:pt x="3715824" y="1222624"/>
                </a:cubicBezTo>
                <a:cubicBezTo>
                  <a:pt x="3359666" y="1206957"/>
                  <a:pt x="3269812" y="1251489"/>
                  <a:pt x="3116053" y="1222624"/>
                </a:cubicBezTo>
                <a:cubicBezTo>
                  <a:pt x="2962294" y="1193759"/>
                  <a:pt x="2501003" y="1207003"/>
                  <a:pt x="2337039" y="1222624"/>
                </a:cubicBezTo>
                <a:cubicBezTo>
                  <a:pt x="2173075" y="1238245"/>
                  <a:pt x="2078012" y="1246629"/>
                  <a:pt x="1826889" y="1222624"/>
                </a:cubicBezTo>
                <a:cubicBezTo>
                  <a:pt x="1575766" y="1198620"/>
                  <a:pt x="1566259" y="1233137"/>
                  <a:pt x="1316739" y="1222624"/>
                </a:cubicBezTo>
                <a:cubicBezTo>
                  <a:pt x="1067219" y="1212112"/>
                  <a:pt x="586745" y="1251456"/>
                  <a:pt x="0" y="1222624"/>
                </a:cubicBezTo>
                <a:cubicBezTo>
                  <a:pt x="1036" y="1075738"/>
                  <a:pt x="3002" y="781507"/>
                  <a:pt x="0" y="623538"/>
                </a:cubicBezTo>
                <a:cubicBezTo>
                  <a:pt x="-3002" y="465569"/>
                  <a:pt x="-7295" y="151827"/>
                  <a:pt x="0" y="0"/>
                </a:cubicBezTo>
                <a:close/>
              </a:path>
              <a:path w="8962098" h="1222624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77162" y="245505"/>
                  <a:pt x="8983614" y="351130"/>
                  <a:pt x="8962098" y="635764"/>
                </a:cubicBezTo>
                <a:cubicBezTo>
                  <a:pt x="8940582" y="920398"/>
                  <a:pt x="8940367" y="1066789"/>
                  <a:pt x="8962098" y="1222624"/>
                </a:cubicBezTo>
                <a:cubicBezTo>
                  <a:pt x="8742154" y="1197970"/>
                  <a:pt x="8448095" y="1201028"/>
                  <a:pt x="8272706" y="1222624"/>
                </a:cubicBezTo>
                <a:cubicBezTo>
                  <a:pt x="8097317" y="1244220"/>
                  <a:pt x="7820885" y="1227085"/>
                  <a:pt x="7583314" y="1222624"/>
                </a:cubicBezTo>
                <a:cubicBezTo>
                  <a:pt x="7345743" y="1218163"/>
                  <a:pt x="7187503" y="1207727"/>
                  <a:pt x="6893922" y="1222624"/>
                </a:cubicBezTo>
                <a:cubicBezTo>
                  <a:pt x="6600341" y="1237521"/>
                  <a:pt x="6348884" y="1182469"/>
                  <a:pt x="6025287" y="1222624"/>
                </a:cubicBezTo>
                <a:cubicBezTo>
                  <a:pt x="5701690" y="1262779"/>
                  <a:pt x="5641903" y="1256453"/>
                  <a:pt x="5335895" y="1222624"/>
                </a:cubicBezTo>
                <a:cubicBezTo>
                  <a:pt x="5029887" y="1188795"/>
                  <a:pt x="4881389" y="1234089"/>
                  <a:pt x="4556882" y="1222624"/>
                </a:cubicBezTo>
                <a:cubicBezTo>
                  <a:pt x="4232375" y="1211159"/>
                  <a:pt x="4151239" y="1218283"/>
                  <a:pt x="3777869" y="1222624"/>
                </a:cubicBezTo>
                <a:cubicBezTo>
                  <a:pt x="3404499" y="1226965"/>
                  <a:pt x="3407727" y="1199558"/>
                  <a:pt x="3178098" y="1222624"/>
                </a:cubicBezTo>
                <a:cubicBezTo>
                  <a:pt x="2948469" y="1245690"/>
                  <a:pt x="2828812" y="1207695"/>
                  <a:pt x="2667948" y="1222624"/>
                </a:cubicBezTo>
                <a:cubicBezTo>
                  <a:pt x="2507084" y="1237554"/>
                  <a:pt x="2194447" y="1187150"/>
                  <a:pt x="1799314" y="1222624"/>
                </a:cubicBezTo>
                <a:cubicBezTo>
                  <a:pt x="1404181" y="1258098"/>
                  <a:pt x="1251049" y="1210605"/>
                  <a:pt x="1109921" y="1222624"/>
                </a:cubicBezTo>
                <a:cubicBezTo>
                  <a:pt x="968793" y="1234643"/>
                  <a:pt x="382880" y="1211228"/>
                  <a:pt x="0" y="1222624"/>
                </a:cubicBezTo>
                <a:cubicBezTo>
                  <a:pt x="-28060" y="1077063"/>
                  <a:pt x="20477" y="733207"/>
                  <a:pt x="0" y="599086"/>
                </a:cubicBezTo>
                <a:cubicBezTo>
                  <a:pt x="-20477" y="464965"/>
                  <a:pt x="-25780" y="136485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r>
              <a:rPr lang="en-US" altLang="ko-KR" sz="1000">
                <a:solidFill>
                  <a:srgbClr val="00B050"/>
                </a:solidFill>
              </a:rPr>
              <a:t>// - string</a:t>
            </a:r>
            <a:r>
              <a:rPr lang="ko-KR" altLang="en-US" sz="1000">
                <a:solidFill>
                  <a:srgbClr val="00B050"/>
                </a:solidFill>
              </a:rPr>
              <a:t>을 </a:t>
            </a:r>
            <a:r>
              <a:rPr lang="en-US" altLang="ko-KR" sz="1000">
                <a:solidFill>
                  <a:srgbClr val="00B050"/>
                </a:solidFill>
              </a:rPr>
              <a:t>extract</a:t>
            </a:r>
            <a:r>
              <a:rPr lang="ko-KR" altLang="en-US" sz="1000">
                <a:solidFill>
                  <a:srgbClr val="00B050"/>
                </a:solidFill>
              </a:rPr>
              <a:t>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v1 = baz.extract&lt; </a:t>
            </a:r>
            <a:r>
              <a:rPr lang="en-US" altLang="ko-KR" sz="1000" b="1"/>
              <a:t>std::string</a:t>
            </a:r>
            <a:r>
              <a:rPr lang="en-US" altLang="ko-KR" sz="1000"/>
              <a:t> &gt;();</a:t>
            </a:r>
          </a:p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v2 = baz.extract&lt; </a:t>
            </a:r>
            <a:r>
              <a:rPr lang="en-US" altLang="ko-KR" sz="1000" b="1"/>
              <a:t>std::string</a:t>
            </a:r>
            <a:r>
              <a:rPr lang="en-US" altLang="ko-KR" sz="1000"/>
              <a:t> &gt;();</a:t>
            </a:r>
          </a:p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v3 = baz.extract&lt; </a:t>
            </a:r>
            <a:r>
              <a:rPr lang="en-US" altLang="ko-KR" sz="1000" b="1"/>
              <a:t>std::string</a:t>
            </a:r>
            <a:r>
              <a:rPr lang="en-US" altLang="ko-KR" sz="1000"/>
              <a:t> &gt;();</a:t>
            </a:r>
          </a:p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v4 = baz.extract&lt; </a:t>
            </a:r>
            <a:r>
              <a:rPr lang="en-US" altLang="ko-KR" sz="1000" b="1"/>
              <a:t>std::string_view</a:t>
            </a:r>
            <a:r>
              <a:rPr lang="en-US" altLang="ko-KR" sz="1000"/>
              <a:t> &gt;();</a:t>
            </a:r>
          </a:p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v5 = baz.extract&lt; </a:t>
            </a:r>
            <a:r>
              <a:rPr lang="en-US" altLang="ko-KR" sz="1000" b="1"/>
              <a:t>std::string_view</a:t>
            </a:r>
            <a:r>
              <a:rPr lang="en-US" altLang="ko-KR" sz="1000"/>
              <a:t> &gt;();</a:t>
            </a:r>
          </a:p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v6 = baz.extract&lt; </a:t>
            </a:r>
            <a:r>
              <a:rPr lang="en-US" altLang="ko-KR" sz="1000" b="1"/>
              <a:t>std::string_view</a:t>
            </a:r>
            <a:r>
              <a:rPr lang="en-US" altLang="ko-KR" sz="1000"/>
              <a:t> &gt;();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6679F66-A67F-4541-9227-5B4752358B87}"/>
              </a:ext>
            </a:extLst>
          </p:cNvPr>
          <p:cNvSpPr/>
          <p:nvPr/>
        </p:nvSpPr>
        <p:spPr>
          <a:xfrm>
            <a:off x="2787003" y="5285823"/>
            <a:ext cx="5969870" cy="297366"/>
          </a:xfrm>
          <a:prstGeom prst="rect">
            <a:avLst/>
          </a:prstGeom>
          <a:solidFill>
            <a:schemeClr val="bg1"/>
          </a:solidFill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08FF7A5-BB17-4CDD-A92E-9630FCD37C5A}"/>
              </a:ext>
            </a:extLst>
          </p:cNvPr>
          <p:cNvSpPr/>
          <p:nvPr/>
        </p:nvSpPr>
        <p:spPr>
          <a:xfrm>
            <a:off x="4452188" y="4706968"/>
            <a:ext cx="12234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size()</a:t>
            </a:r>
            <a:r>
              <a:rPr lang="en-US" altLang="ko-KR" sz="14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= 21</a:t>
            </a:r>
            <a:endParaRPr lang="ko-KR" altLang="en-US" sz="140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EC6C9AF-587A-4B82-9C58-86B70DDE89DA}"/>
              </a:ext>
            </a:extLst>
          </p:cNvPr>
          <p:cNvSpPr/>
          <p:nvPr/>
        </p:nvSpPr>
        <p:spPr>
          <a:xfrm>
            <a:off x="2787003" y="5280666"/>
            <a:ext cx="731290" cy="30777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100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C3E62F6-D3A8-472B-B75C-A8320FF3692E}"/>
              </a:ext>
            </a:extLst>
          </p:cNvPr>
          <p:cNvSpPr/>
          <p:nvPr/>
        </p:nvSpPr>
        <p:spPr>
          <a:xfrm>
            <a:off x="3956997" y="5834316"/>
            <a:ext cx="1881349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문자열의 길이</a:t>
            </a:r>
            <a:r>
              <a:rPr lang="en-US" altLang="ko-KR" sz="14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(int)</a:t>
            </a:r>
          </a:p>
          <a:p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NULL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을 포함한 길이다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A779510-7D4C-4C25-92DF-AF3A5DA7E26C}"/>
              </a:ext>
            </a:extLst>
          </p:cNvPr>
          <p:cNvSpPr/>
          <p:nvPr/>
        </p:nvSpPr>
        <p:spPr>
          <a:xfrm>
            <a:off x="3518292" y="5280666"/>
            <a:ext cx="1564115" cy="30777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1234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4BF7359-9F2C-48D7-87E1-29E250E7625A}"/>
              </a:ext>
            </a:extLst>
          </p:cNvPr>
          <p:cNvSpPr/>
          <p:nvPr/>
        </p:nvSpPr>
        <p:spPr>
          <a:xfrm>
            <a:off x="5082329" y="5280666"/>
            <a:ext cx="731290" cy="307778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5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A07F239-EF1D-441C-8EDB-BF2D2CCFE903}"/>
              </a:ext>
            </a:extLst>
          </p:cNvPr>
          <p:cNvSpPr/>
          <p:nvPr/>
        </p:nvSpPr>
        <p:spPr>
          <a:xfrm>
            <a:off x="5816505" y="5280666"/>
            <a:ext cx="267282" cy="307778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t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A23EDCC-C378-4BFD-B6FF-DDCBCBE112E1}"/>
              </a:ext>
            </a:extLst>
          </p:cNvPr>
          <p:cNvSpPr/>
          <p:nvPr/>
        </p:nvSpPr>
        <p:spPr>
          <a:xfrm>
            <a:off x="6082341" y="5280666"/>
            <a:ext cx="267282" cy="307778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e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2773A9B-BF4F-4212-AA6A-146D3A9E2CD2}"/>
              </a:ext>
            </a:extLst>
          </p:cNvPr>
          <p:cNvSpPr/>
          <p:nvPr/>
        </p:nvSpPr>
        <p:spPr>
          <a:xfrm>
            <a:off x="6342025" y="5280666"/>
            <a:ext cx="267282" cy="307778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s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D27C241-6138-4A53-A481-7B7106EB033A}"/>
              </a:ext>
            </a:extLst>
          </p:cNvPr>
          <p:cNvSpPr/>
          <p:nvPr/>
        </p:nvSpPr>
        <p:spPr>
          <a:xfrm>
            <a:off x="6605601" y="5280666"/>
            <a:ext cx="271719" cy="307778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t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BDE88B3-3D54-43AA-BE13-4EE2421902CF}"/>
              </a:ext>
            </a:extLst>
          </p:cNvPr>
          <p:cNvSpPr/>
          <p:nvPr/>
        </p:nvSpPr>
        <p:spPr>
          <a:xfrm>
            <a:off x="6878054" y="5280666"/>
            <a:ext cx="267282" cy="307778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0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F435E34-F1F8-466C-AB40-2F7C97F92AA2}"/>
              </a:ext>
            </a:extLst>
          </p:cNvPr>
          <p:cNvSpPr/>
          <p:nvPr/>
        </p:nvSpPr>
        <p:spPr>
          <a:xfrm>
            <a:off x="6204660" y="5850903"/>
            <a:ext cx="188134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NULL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을 포함한 </a:t>
            </a:r>
            <a:r>
              <a:rPr lang="ko-KR" altLang="en-US" sz="14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문자열</a:t>
            </a:r>
            <a:endParaRPr lang="ko-KR" altLang="en-US" sz="14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28" name="왼쪽 중괄호 27">
            <a:extLst>
              <a:ext uri="{FF2B5EF4-FFF2-40B4-BE49-F238E27FC236}">
                <a16:creationId xmlns:a16="http://schemas.microsoft.com/office/drawing/2014/main" id="{B619D845-4D18-4BFA-ADF6-12A3C04CBBA9}"/>
              </a:ext>
            </a:extLst>
          </p:cNvPr>
          <p:cNvSpPr/>
          <p:nvPr/>
        </p:nvSpPr>
        <p:spPr>
          <a:xfrm rot="16200000">
            <a:off x="5352496" y="5393231"/>
            <a:ext cx="180000" cy="65288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왼쪽 중괄호 28">
            <a:extLst>
              <a:ext uri="{FF2B5EF4-FFF2-40B4-BE49-F238E27FC236}">
                <a16:creationId xmlns:a16="http://schemas.microsoft.com/office/drawing/2014/main" id="{B6C77B70-761E-429E-B8BB-15C7DF1641CD}"/>
              </a:ext>
            </a:extLst>
          </p:cNvPr>
          <p:cNvSpPr/>
          <p:nvPr/>
        </p:nvSpPr>
        <p:spPr>
          <a:xfrm rot="16200000">
            <a:off x="6357503" y="5130651"/>
            <a:ext cx="180000" cy="117804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왼쪽 중괄호 29">
            <a:extLst>
              <a:ext uri="{FF2B5EF4-FFF2-40B4-BE49-F238E27FC236}">
                <a16:creationId xmlns:a16="http://schemas.microsoft.com/office/drawing/2014/main" id="{A34BFB01-1E30-4EFA-9E17-C6FEFD39BF68}"/>
              </a:ext>
            </a:extLst>
          </p:cNvPr>
          <p:cNvSpPr/>
          <p:nvPr/>
        </p:nvSpPr>
        <p:spPr>
          <a:xfrm rot="5400000">
            <a:off x="4914854" y="2959795"/>
            <a:ext cx="144000" cy="4316961"/>
          </a:xfrm>
          <a:prstGeom prst="leftBrace">
            <a:avLst>
              <a:gd name="adj1" fmla="val 1564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75CE664-9E80-40D6-883F-7427E1D1A98F}"/>
              </a:ext>
            </a:extLst>
          </p:cNvPr>
          <p:cNvSpPr/>
          <p:nvPr/>
        </p:nvSpPr>
        <p:spPr>
          <a:xfrm>
            <a:off x="7377655" y="4886182"/>
            <a:ext cx="7544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NULL</a:t>
            </a:r>
            <a:endParaRPr lang="ko-KR" altLang="en-US" sz="14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F26FEEB7-7E42-4D21-A4F1-58A2B4DF29D8}"/>
              </a:ext>
            </a:extLst>
          </p:cNvPr>
          <p:cNvCxnSpPr>
            <a:cxnSpLocks/>
          </p:cNvCxnSpPr>
          <p:nvPr/>
        </p:nvCxnSpPr>
        <p:spPr>
          <a:xfrm flipH="1">
            <a:off x="7070651" y="5024681"/>
            <a:ext cx="360423" cy="323496"/>
          </a:xfrm>
          <a:prstGeom prst="straightConnector1">
            <a:avLst/>
          </a:prstGeom>
          <a:ln>
            <a:prstDash val="sysDash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5737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854FC3-83B1-4810-845D-2E245C8938C1}"/>
              </a:ext>
            </a:extLst>
          </p:cNvPr>
          <p:cNvSpPr txBox="1"/>
          <p:nvPr/>
        </p:nvSpPr>
        <p:spPr>
          <a:xfrm>
            <a:off x="1416050" y="620713"/>
            <a:ext cx="90483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Ireferenceable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대신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Ipoolable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상속받으면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make_object&lt;T&gt;()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 호출 시 자동으로 풀에서 할당을 받음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674F14-0E68-4738-B3EB-C0533B314E1A}"/>
              </a:ext>
            </a:extLst>
          </p:cNvPr>
          <p:cNvSpPr txBox="1"/>
          <p:nvPr/>
        </p:nvSpPr>
        <p:spPr>
          <a:xfrm>
            <a:off x="1250586" y="-12879"/>
            <a:ext cx="3727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append-extract.linear_container</a:t>
            </a:r>
            <a:endParaRPr lang="ko-KR" alt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8CC1ED-654E-4F78-9EDC-CD8087458BF0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3D4B79-B759-4B8B-9C48-9509997B915F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0624675-1C14-4C9C-B85E-DE35350E87D0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CF51F81-2B0C-47BD-9D09-50BB54DE8316}"/>
              </a:ext>
            </a:extLst>
          </p:cNvPr>
          <p:cNvSpPr/>
          <p:nvPr/>
        </p:nvSpPr>
        <p:spPr>
          <a:xfrm>
            <a:off x="1828218" y="2202479"/>
            <a:ext cx="5969870" cy="297366"/>
          </a:xfrm>
          <a:prstGeom prst="rect">
            <a:avLst/>
          </a:prstGeom>
          <a:solidFill>
            <a:schemeClr val="bg1"/>
          </a:solidFill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200F182-2A71-475B-97C8-A977DF27BF3F}"/>
              </a:ext>
            </a:extLst>
          </p:cNvPr>
          <p:cNvSpPr/>
          <p:nvPr/>
        </p:nvSpPr>
        <p:spPr>
          <a:xfrm>
            <a:off x="2317073" y="2750972"/>
            <a:ext cx="2047581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데이터 갯수 </a:t>
            </a:r>
            <a:r>
              <a:rPr lang="en-US" altLang="ko-KR" sz="14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(4bytes)</a:t>
            </a:r>
          </a:p>
          <a:p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size()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값이다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4506BF1-913F-4521-84E1-FB32EE777BB2}"/>
              </a:ext>
            </a:extLst>
          </p:cNvPr>
          <p:cNvSpPr/>
          <p:nvPr/>
        </p:nvSpPr>
        <p:spPr>
          <a:xfrm>
            <a:off x="1822657" y="2197322"/>
            <a:ext cx="1564115" cy="30777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3E78916-AF30-4F0C-AC1F-E139E3D987E8}"/>
              </a:ext>
            </a:extLst>
          </p:cNvPr>
          <p:cNvSpPr/>
          <p:nvPr/>
        </p:nvSpPr>
        <p:spPr>
          <a:xfrm>
            <a:off x="3386694" y="2197322"/>
            <a:ext cx="731290" cy="307778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7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6346071-71AE-4BAD-B94B-CFB879D20487}"/>
              </a:ext>
            </a:extLst>
          </p:cNvPr>
          <p:cNvSpPr/>
          <p:nvPr/>
        </p:nvSpPr>
        <p:spPr>
          <a:xfrm>
            <a:off x="4120870" y="2197322"/>
            <a:ext cx="267282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1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3465D52-E614-4369-A17A-9203C3207056}"/>
              </a:ext>
            </a:extLst>
          </p:cNvPr>
          <p:cNvSpPr/>
          <p:nvPr/>
        </p:nvSpPr>
        <p:spPr>
          <a:xfrm>
            <a:off x="4386706" y="2197322"/>
            <a:ext cx="267282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2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3C08B84-5F23-4358-9290-1F4663E6C7C0}"/>
              </a:ext>
            </a:extLst>
          </p:cNvPr>
          <p:cNvSpPr/>
          <p:nvPr/>
        </p:nvSpPr>
        <p:spPr>
          <a:xfrm>
            <a:off x="4646390" y="2197322"/>
            <a:ext cx="267282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3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1F89612-0BDE-4AF4-B80C-578936B3357C}"/>
              </a:ext>
            </a:extLst>
          </p:cNvPr>
          <p:cNvSpPr/>
          <p:nvPr/>
        </p:nvSpPr>
        <p:spPr>
          <a:xfrm>
            <a:off x="4909966" y="2197322"/>
            <a:ext cx="271719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4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4F87143-123C-4CE2-9AD6-AB835A1AE9FD}"/>
              </a:ext>
            </a:extLst>
          </p:cNvPr>
          <p:cNvSpPr/>
          <p:nvPr/>
        </p:nvSpPr>
        <p:spPr>
          <a:xfrm>
            <a:off x="5182419" y="2197322"/>
            <a:ext cx="267282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5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14B2F59-B156-429C-8E0C-CA1C6DC55C79}"/>
              </a:ext>
            </a:extLst>
          </p:cNvPr>
          <p:cNvSpPr/>
          <p:nvPr/>
        </p:nvSpPr>
        <p:spPr>
          <a:xfrm>
            <a:off x="4509025" y="2750972"/>
            <a:ext cx="4124612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데이터들 </a:t>
            </a:r>
            <a:r>
              <a:rPr lang="en-US" altLang="ko-KR" sz="14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(</a:t>
            </a:r>
            <a:r>
              <a:rPr lang="ko-KR" altLang="en-US" sz="14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데이터당 크기 </a:t>
            </a:r>
            <a:r>
              <a:rPr lang="en-US" altLang="ko-KR" sz="14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×</a:t>
            </a:r>
            <a:r>
              <a:rPr lang="ko-KR" altLang="en-US" sz="14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데이터 개수</a:t>
            </a:r>
            <a:r>
              <a:rPr lang="en-US" altLang="ko-KR" sz="14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)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</a:p>
          <a:p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데이터를 순차적으로 써넣는다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4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26" name="왼쪽 중괄호 25">
            <a:extLst>
              <a:ext uri="{FF2B5EF4-FFF2-40B4-BE49-F238E27FC236}">
                <a16:creationId xmlns:a16="http://schemas.microsoft.com/office/drawing/2014/main" id="{CC265F3B-FF1C-4E53-9116-90C508D4037D}"/>
              </a:ext>
            </a:extLst>
          </p:cNvPr>
          <p:cNvSpPr/>
          <p:nvPr/>
        </p:nvSpPr>
        <p:spPr>
          <a:xfrm rot="16200000">
            <a:off x="3656861" y="2309887"/>
            <a:ext cx="180000" cy="65288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왼쪽 중괄호 26">
            <a:extLst>
              <a:ext uri="{FF2B5EF4-FFF2-40B4-BE49-F238E27FC236}">
                <a16:creationId xmlns:a16="http://schemas.microsoft.com/office/drawing/2014/main" id="{EE0C2B62-E719-41A6-A17E-DFADB97C2B43}"/>
              </a:ext>
            </a:extLst>
          </p:cNvPr>
          <p:cNvSpPr/>
          <p:nvPr/>
        </p:nvSpPr>
        <p:spPr>
          <a:xfrm rot="16200000">
            <a:off x="4985633" y="1723542"/>
            <a:ext cx="179999" cy="182557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7AA3CA-908B-4873-BF03-7BA2E259C57C}"/>
              </a:ext>
            </a:extLst>
          </p:cNvPr>
          <p:cNvSpPr txBox="1"/>
          <p:nvPr/>
        </p:nvSpPr>
        <p:spPr>
          <a:xfrm>
            <a:off x="1860534" y="1237468"/>
            <a:ext cx="3509294" cy="688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/>
              <a:t>std::vector&lt;</a:t>
            </a:r>
            <a:r>
              <a:rPr lang="en-US" altLang="ko-KR" sz="1400">
                <a:solidFill>
                  <a:srgbClr val="0000FF"/>
                </a:solidFill>
              </a:rPr>
              <a:t>int</a:t>
            </a:r>
            <a:r>
              <a:rPr lang="en-US" altLang="ko-KR" sz="1400"/>
              <a:t>&gt; s1{ 1,2,3,4,5,6,7 };</a:t>
            </a:r>
            <a:endParaRPr lang="en-US" altLang="ko-KR" sz="140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temp.append&lt;</a:t>
            </a: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std::vector&lt;</a:t>
            </a:r>
            <a:r>
              <a:rPr lang="en-US" altLang="ko-KR" sz="14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int</a:t>
            </a: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&gt;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&gt;(s1);</a:t>
            </a:r>
            <a:endParaRPr lang="ko-KR" altLang="en-US" sz="14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7D117CB-EA11-41B0-A817-753B4BC7D02B}"/>
              </a:ext>
            </a:extLst>
          </p:cNvPr>
          <p:cNvSpPr/>
          <p:nvPr/>
        </p:nvSpPr>
        <p:spPr>
          <a:xfrm>
            <a:off x="5451779" y="2200865"/>
            <a:ext cx="267282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6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223E38A-C43E-41AA-9CFB-42D678B2AC9E}"/>
              </a:ext>
            </a:extLst>
          </p:cNvPr>
          <p:cNvSpPr/>
          <p:nvPr/>
        </p:nvSpPr>
        <p:spPr>
          <a:xfrm>
            <a:off x="5721137" y="2200865"/>
            <a:ext cx="267282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7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EAD02F9-94FE-448E-A053-5E7DB73AB393}"/>
              </a:ext>
            </a:extLst>
          </p:cNvPr>
          <p:cNvSpPr/>
          <p:nvPr/>
        </p:nvSpPr>
        <p:spPr>
          <a:xfrm>
            <a:off x="4117983" y="2202049"/>
            <a:ext cx="1881349" cy="307778"/>
          </a:xfrm>
          <a:prstGeom prst="rect">
            <a:avLst/>
          </a:prstGeom>
          <a:noFill/>
          <a:ln w="25400"/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52DF9AE-EED4-474B-BE14-F1833A651D7B}"/>
              </a:ext>
            </a:extLst>
          </p:cNvPr>
          <p:cNvSpPr/>
          <p:nvPr/>
        </p:nvSpPr>
        <p:spPr>
          <a:xfrm>
            <a:off x="1821126" y="5374531"/>
            <a:ext cx="5969870" cy="297366"/>
          </a:xfrm>
          <a:prstGeom prst="rect">
            <a:avLst/>
          </a:prstGeom>
          <a:solidFill>
            <a:schemeClr val="bg1"/>
          </a:solidFill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61E264B-42C0-46D2-9D42-42E3E61E00DB}"/>
              </a:ext>
            </a:extLst>
          </p:cNvPr>
          <p:cNvSpPr/>
          <p:nvPr/>
        </p:nvSpPr>
        <p:spPr>
          <a:xfrm>
            <a:off x="2331247" y="5912391"/>
            <a:ext cx="2047581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데이터 크기 </a:t>
            </a:r>
            <a:r>
              <a:rPr lang="en-US" altLang="ko-KR" sz="14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(4bytes)</a:t>
            </a:r>
          </a:p>
          <a:p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size()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값이다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A6CB8C0-B27C-4D29-ACA9-B36F4844846D}"/>
              </a:ext>
            </a:extLst>
          </p:cNvPr>
          <p:cNvSpPr/>
          <p:nvPr/>
        </p:nvSpPr>
        <p:spPr>
          <a:xfrm>
            <a:off x="1815565" y="5369374"/>
            <a:ext cx="1564115" cy="30777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FB6ABCF-DB94-4DDD-B5C3-BDE577739D44}"/>
              </a:ext>
            </a:extLst>
          </p:cNvPr>
          <p:cNvSpPr/>
          <p:nvPr/>
        </p:nvSpPr>
        <p:spPr>
          <a:xfrm>
            <a:off x="3379602" y="5369374"/>
            <a:ext cx="731290" cy="307778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2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ED98E39-DF76-417A-B04F-1CC1BE013BE8}"/>
              </a:ext>
            </a:extLst>
          </p:cNvPr>
          <p:cNvSpPr/>
          <p:nvPr/>
        </p:nvSpPr>
        <p:spPr>
          <a:xfrm>
            <a:off x="4113778" y="5372917"/>
            <a:ext cx="267282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4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3BA7767-04DD-4F2C-AD9D-1E5EA524506D}"/>
              </a:ext>
            </a:extLst>
          </p:cNvPr>
          <p:cNvSpPr/>
          <p:nvPr/>
        </p:nvSpPr>
        <p:spPr>
          <a:xfrm>
            <a:off x="4379614" y="5372917"/>
            <a:ext cx="267282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o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93DA29C-67FC-4663-8914-5102D67DD25E}"/>
              </a:ext>
            </a:extLst>
          </p:cNvPr>
          <p:cNvSpPr/>
          <p:nvPr/>
        </p:nvSpPr>
        <p:spPr>
          <a:xfrm>
            <a:off x="4639298" y="5372917"/>
            <a:ext cx="267282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n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AC4B6F1-41BF-4278-A2D9-878B8A3ACDC3}"/>
              </a:ext>
            </a:extLst>
          </p:cNvPr>
          <p:cNvSpPr/>
          <p:nvPr/>
        </p:nvSpPr>
        <p:spPr>
          <a:xfrm>
            <a:off x="4902874" y="5372917"/>
            <a:ext cx="271719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e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CDA437A-2633-426B-8648-AE12BC17A363}"/>
              </a:ext>
            </a:extLst>
          </p:cNvPr>
          <p:cNvSpPr/>
          <p:nvPr/>
        </p:nvSpPr>
        <p:spPr>
          <a:xfrm>
            <a:off x="4427200" y="5912391"/>
            <a:ext cx="7387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첫번째</a:t>
            </a:r>
            <a:endParaRPr lang="en-US" altLang="ko-KR" sz="1400">
              <a:solidFill>
                <a:srgbClr val="0000FF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r>
              <a:rPr lang="ko-KR" altLang="en-US" sz="14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문자열</a:t>
            </a:r>
            <a:endParaRPr lang="ko-KR" altLang="en-US" sz="14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42" name="왼쪽 중괄호 41">
            <a:extLst>
              <a:ext uri="{FF2B5EF4-FFF2-40B4-BE49-F238E27FC236}">
                <a16:creationId xmlns:a16="http://schemas.microsoft.com/office/drawing/2014/main" id="{FBBA9F87-89B5-4C24-9496-9071C5C77C49}"/>
              </a:ext>
            </a:extLst>
          </p:cNvPr>
          <p:cNvSpPr/>
          <p:nvPr/>
        </p:nvSpPr>
        <p:spPr>
          <a:xfrm rot="16200000">
            <a:off x="3667769" y="5499939"/>
            <a:ext cx="144000" cy="65288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왼쪽 중괄호 42">
            <a:extLst>
              <a:ext uri="{FF2B5EF4-FFF2-40B4-BE49-F238E27FC236}">
                <a16:creationId xmlns:a16="http://schemas.microsoft.com/office/drawing/2014/main" id="{7597F76A-CFF2-403F-BA9F-7E552892432E}"/>
              </a:ext>
            </a:extLst>
          </p:cNvPr>
          <p:cNvSpPr/>
          <p:nvPr/>
        </p:nvSpPr>
        <p:spPr>
          <a:xfrm rot="16200000">
            <a:off x="4704141" y="5184730"/>
            <a:ext cx="144000" cy="128330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4CB5CC-C374-4092-9F09-A945AC2468A5}"/>
              </a:ext>
            </a:extLst>
          </p:cNvPr>
          <p:cNvSpPr txBox="1"/>
          <p:nvPr/>
        </p:nvSpPr>
        <p:spPr>
          <a:xfrm>
            <a:off x="1853442" y="3984218"/>
            <a:ext cx="4363695" cy="688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/>
              <a:t>std::vector&lt;std::string&gt; s3{ “one”, “two” };</a:t>
            </a:r>
            <a:endParaRPr lang="en-US" altLang="ko-KR" sz="140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temp.append&lt;</a:t>
            </a: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std::vector&lt;std::string&gt;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&gt;(s3);</a:t>
            </a:r>
            <a:endParaRPr lang="ko-KR" altLang="en-US" sz="14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C2B2A68D-4A63-4A99-AB82-4B7D9D583205}"/>
              </a:ext>
            </a:extLst>
          </p:cNvPr>
          <p:cNvSpPr/>
          <p:nvPr/>
        </p:nvSpPr>
        <p:spPr>
          <a:xfrm>
            <a:off x="5182865" y="5372917"/>
            <a:ext cx="271719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0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4EC0840-0E3C-415A-86CF-081EEEAB4D2B}"/>
              </a:ext>
            </a:extLst>
          </p:cNvPr>
          <p:cNvSpPr/>
          <p:nvPr/>
        </p:nvSpPr>
        <p:spPr>
          <a:xfrm>
            <a:off x="5451768" y="5372917"/>
            <a:ext cx="267282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4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D0035E3-49BA-4BF4-B5DA-725EE8366BBB}"/>
              </a:ext>
            </a:extLst>
          </p:cNvPr>
          <p:cNvSpPr/>
          <p:nvPr/>
        </p:nvSpPr>
        <p:spPr>
          <a:xfrm>
            <a:off x="5721128" y="5372917"/>
            <a:ext cx="267282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t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8A60983B-BA62-4FB6-9DF7-D0997C8D8438}"/>
              </a:ext>
            </a:extLst>
          </p:cNvPr>
          <p:cNvSpPr/>
          <p:nvPr/>
        </p:nvSpPr>
        <p:spPr>
          <a:xfrm>
            <a:off x="5990486" y="5372917"/>
            <a:ext cx="267282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w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9C71417-DA9F-479B-8529-81CAE16608F1}"/>
              </a:ext>
            </a:extLst>
          </p:cNvPr>
          <p:cNvSpPr/>
          <p:nvPr/>
        </p:nvSpPr>
        <p:spPr>
          <a:xfrm>
            <a:off x="6265140" y="5372917"/>
            <a:ext cx="267282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o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9E7B7436-6D90-428A-AFDE-D08FC5164937}"/>
              </a:ext>
            </a:extLst>
          </p:cNvPr>
          <p:cNvSpPr/>
          <p:nvPr/>
        </p:nvSpPr>
        <p:spPr>
          <a:xfrm>
            <a:off x="6527881" y="5372917"/>
            <a:ext cx="271719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0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08B4C57-4097-4633-8BA2-4F397703885A}"/>
              </a:ext>
            </a:extLst>
          </p:cNvPr>
          <p:cNvSpPr/>
          <p:nvPr/>
        </p:nvSpPr>
        <p:spPr>
          <a:xfrm>
            <a:off x="4115035" y="5372260"/>
            <a:ext cx="1329361" cy="307778"/>
          </a:xfrm>
          <a:prstGeom prst="rect">
            <a:avLst/>
          </a:prstGeom>
          <a:noFill/>
          <a:ln w="25400"/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9DC34EA7-90D8-49AC-BACC-B79E1AAD1A3C}"/>
              </a:ext>
            </a:extLst>
          </p:cNvPr>
          <p:cNvSpPr/>
          <p:nvPr/>
        </p:nvSpPr>
        <p:spPr>
          <a:xfrm>
            <a:off x="5439057" y="5374752"/>
            <a:ext cx="1349909" cy="307778"/>
          </a:xfrm>
          <a:prstGeom prst="rect">
            <a:avLst/>
          </a:prstGeom>
          <a:noFill/>
          <a:ln w="25400"/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53" name="왼쪽 중괄호 52">
            <a:extLst>
              <a:ext uri="{FF2B5EF4-FFF2-40B4-BE49-F238E27FC236}">
                <a16:creationId xmlns:a16="http://schemas.microsoft.com/office/drawing/2014/main" id="{C795F456-E2E6-4BC6-AF29-122D1AC71E9B}"/>
              </a:ext>
            </a:extLst>
          </p:cNvPr>
          <p:cNvSpPr/>
          <p:nvPr/>
        </p:nvSpPr>
        <p:spPr>
          <a:xfrm rot="16200000">
            <a:off x="6047383" y="5184730"/>
            <a:ext cx="144000" cy="128330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312921F7-E201-4585-BF6B-DDACF355C2FB}"/>
              </a:ext>
            </a:extLst>
          </p:cNvPr>
          <p:cNvSpPr/>
          <p:nvPr/>
        </p:nvSpPr>
        <p:spPr>
          <a:xfrm>
            <a:off x="5757294" y="5912391"/>
            <a:ext cx="7387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두번째</a:t>
            </a:r>
            <a:endParaRPr lang="en-US" altLang="ko-KR" sz="1400">
              <a:solidFill>
                <a:srgbClr val="0000FF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r>
              <a:rPr lang="ko-KR" altLang="en-US" sz="14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문자열</a:t>
            </a:r>
            <a:endParaRPr lang="ko-KR" altLang="en-US" sz="14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5021B900-E178-47AF-98D3-22594A17A691}"/>
              </a:ext>
            </a:extLst>
          </p:cNvPr>
          <p:cNvSpPr/>
          <p:nvPr/>
        </p:nvSpPr>
        <p:spPr>
          <a:xfrm>
            <a:off x="3874400" y="4805277"/>
            <a:ext cx="234273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NULL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을 포함한 </a:t>
            </a:r>
            <a:r>
              <a:rPr lang="ko-KR" altLang="en-US" sz="14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문자열 길이</a:t>
            </a:r>
            <a:endParaRPr lang="ko-KR" altLang="en-US" sz="14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153CE8E5-4294-48B5-BDCB-6B1FA95A4F20}"/>
              </a:ext>
            </a:extLst>
          </p:cNvPr>
          <p:cNvCxnSpPr>
            <a:cxnSpLocks/>
            <a:stCxn id="55" idx="2"/>
            <a:endCxn id="40" idx="0"/>
          </p:cNvCxnSpPr>
          <p:nvPr/>
        </p:nvCxnSpPr>
        <p:spPr>
          <a:xfrm>
            <a:off x="5045769" y="5113054"/>
            <a:ext cx="539640" cy="259863"/>
          </a:xfrm>
          <a:prstGeom prst="straightConnector1">
            <a:avLst/>
          </a:prstGeom>
          <a:ln>
            <a:prstDash val="sys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4D100F1C-F1EA-401A-B15A-C32B93CFA8FD}"/>
              </a:ext>
            </a:extLst>
          </p:cNvPr>
          <p:cNvCxnSpPr>
            <a:cxnSpLocks/>
            <a:stCxn id="55" idx="2"/>
          </p:cNvCxnSpPr>
          <p:nvPr/>
        </p:nvCxnSpPr>
        <p:spPr>
          <a:xfrm flipH="1">
            <a:off x="4252470" y="5113054"/>
            <a:ext cx="793299" cy="244154"/>
          </a:xfrm>
          <a:prstGeom prst="straightConnector1">
            <a:avLst/>
          </a:prstGeom>
          <a:ln>
            <a:prstDash val="sys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0003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854FC3-83B1-4810-845D-2E245C8938C1}"/>
              </a:ext>
            </a:extLst>
          </p:cNvPr>
          <p:cNvSpPr txBox="1"/>
          <p:nvPr/>
        </p:nvSpPr>
        <p:spPr>
          <a:xfrm>
            <a:off x="1416050" y="620713"/>
            <a:ext cx="90483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Ireferenceable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대신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Ipoolable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상속받으면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make_object&lt;T&gt;()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 호출 시 자동으로 풀에서 할당을 받음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674F14-0E68-4738-B3EB-C0533B314E1A}"/>
              </a:ext>
            </a:extLst>
          </p:cNvPr>
          <p:cNvSpPr txBox="1"/>
          <p:nvPr/>
        </p:nvSpPr>
        <p:spPr>
          <a:xfrm>
            <a:off x="1250586" y="-12879"/>
            <a:ext cx="3727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append-extract.linear_container</a:t>
            </a:r>
            <a:endParaRPr lang="ko-KR" alt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8CC1ED-654E-4F78-9EDC-CD8087458BF0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3D4B79-B759-4B8B-9C48-9509997B915F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0624675-1C14-4C9C-B85E-DE35350E87D0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AC97948-FBFF-455F-B1BF-BAED259921DC}"/>
              </a:ext>
            </a:extLst>
          </p:cNvPr>
          <p:cNvSpPr/>
          <p:nvPr/>
        </p:nvSpPr>
        <p:spPr>
          <a:xfrm>
            <a:off x="1638315" y="1131017"/>
            <a:ext cx="8962098" cy="2299842"/>
          </a:xfrm>
          <a:custGeom>
            <a:avLst/>
            <a:gdLst>
              <a:gd name="connsiteX0" fmla="*/ 0 w 8962098"/>
              <a:gd name="connsiteY0" fmla="*/ 0 h 2299842"/>
              <a:gd name="connsiteX1" fmla="*/ 868634 w 8962098"/>
              <a:gd name="connsiteY1" fmla="*/ 0 h 2299842"/>
              <a:gd name="connsiteX2" fmla="*/ 1468405 w 8962098"/>
              <a:gd name="connsiteY2" fmla="*/ 0 h 2299842"/>
              <a:gd name="connsiteX3" fmla="*/ 1888935 w 8962098"/>
              <a:gd name="connsiteY3" fmla="*/ 0 h 2299842"/>
              <a:gd name="connsiteX4" fmla="*/ 2488706 w 8962098"/>
              <a:gd name="connsiteY4" fmla="*/ 0 h 2299842"/>
              <a:gd name="connsiteX5" fmla="*/ 3088477 w 8962098"/>
              <a:gd name="connsiteY5" fmla="*/ 0 h 2299842"/>
              <a:gd name="connsiteX6" fmla="*/ 3867490 w 8962098"/>
              <a:gd name="connsiteY6" fmla="*/ 0 h 2299842"/>
              <a:gd name="connsiteX7" fmla="*/ 4288019 w 8962098"/>
              <a:gd name="connsiteY7" fmla="*/ 0 h 2299842"/>
              <a:gd name="connsiteX8" fmla="*/ 4977411 w 8962098"/>
              <a:gd name="connsiteY8" fmla="*/ 0 h 2299842"/>
              <a:gd name="connsiteX9" fmla="*/ 5487562 w 8962098"/>
              <a:gd name="connsiteY9" fmla="*/ 0 h 2299842"/>
              <a:gd name="connsiteX10" fmla="*/ 5908091 w 8962098"/>
              <a:gd name="connsiteY10" fmla="*/ 0 h 2299842"/>
              <a:gd name="connsiteX11" fmla="*/ 6776725 w 8962098"/>
              <a:gd name="connsiteY11" fmla="*/ 0 h 2299842"/>
              <a:gd name="connsiteX12" fmla="*/ 7376496 w 8962098"/>
              <a:gd name="connsiteY12" fmla="*/ 0 h 2299842"/>
              <a:gd name="connsiteX13" fmla="*/ 8155509 w 8962098"/>
              <a:gd name="connsiteY13" fmla="*/ 0 h 2299842"/>
              <a:gd name="connsiteX14" fmla="*/ 8962098 w 8962098"/>
              <a:gd name="connsiteY14" fmla="*/ 0 h 2299842"/>
              <a:gd name="connsiteX15" fmla="*/ 8962098 w 8962098"/>
              <a:gd name="connsiteY15" fmla="*/ 528964 h 2299842"/>
              <a:gd name="connsiteX16" fmla="*/ 8962098 w 8962098"/>
              <a:gd name="connsiteY16" fmla="*/ 1080926 h 2299842"/>
              <a:gd name="connsiteX17" fmla="*/ 8962098 w 8962098"/>
              <a:gd name="connsiteY17" fmla="*/ 1609889 h 2299842"/>
              <a:gd name="connsiteX18" fmla="*/ 8962098 w 8962098"/>
              <a:gd name="connsiteY18" fmla="*/ 2299842 h 2299842"/>
              <a:gd name="connsiteX19" fmla="*/ 8362327 w 8962098"/>
              <a:gd name="connsiteY19" fmla="*/ 2299842 h 2299842"/>
              <a:gd name="connsiteX20" fmla="*/ 7762556 w 8962098"/>
              <a:gd name="connsiteY20" fmla="*/ 2299842 h 2299842"/>
              <a:gd name="connsiteX21" fmla="*/ 6983543 w 8962098"/>
              <a:gd name="connsiteY21" fmla="*/ 2299842 h 2299842"/>
              <a:gd name="connsiteX22" fmla="*/ 6383771 w 8962098"/>
              <a:gd name="connsiteY22" fmla="*/ 2299842 h 2299842"/>
              <a:gd name="connsiteX23" fmla="*/ 5604758 w 8962098"/>
              <a:gd name="connsiteY23" fmla="*/ 2299842 h 2299842"/>
              <a:gd name="connsiteX24" fmla="*/ 5094608 w 8962098"/>
              <a:gd name="connsiteY24" fmla="*/ 2299842 h 2299842"/>
              <a:gd name="connsiteX25" fmla="*/ 4584458 w 8962098"/>
              <a:gd name="connsiteY25" fmla="*/ 2299842 h 2299842"/>
              <a:gd name="connsiteX26" fmla="*/ 3805445 w 8962098"/>
              <a:gd name="connsiteY26" fmla="*/ 2299842 h 2299842"/>
              <a:gd name="connsiteX27" fmla="*/ 3205674 w 8962098"/>
              <a:gd name="connsiteY27" fmla="*/ 2299842 h 2299842"/>
              <a:gd name="connsiteX28" fmla="*/ 2516281 w 8962098"/>
              <a:gd name="connsiteY28" fmla="*/ 2299842 h 2299842"/>
              <a:gd name="connsiteX29" fmla="*/ 1916510 w 8962098"/>
              <a:gd name="connsiteY29" fmla="*/ 2299842 h 2299842"/>
              <a:gd name="connsiteX30" fmla="*/ 1495981 w 8962098"/>
              <a:gd name="connsiteY30" fmla="*/ 2299842 h 2299842"/>
              <a:gd name="connsiteX31" fmla="*/ 627347 w 8962098"/>
              <a:gd name="connsiteY31" fmla="*/ 2299842 h 2299842"/>
              <a:gd name="connsiteX32" fmla="*/ 0 w 8962098"/>
              <a:gd name="connsiteY32" fmla="*/ 2299842 h 2299842"/>
              <a:gd name="connsiteX33" fmla="*/ 0 w 8962098"/>
              <a:gd name="connsiteY33" fmla="*/ 1678885 h 2299842"/>
              <a:gd name="connsiteX34" fmla="*/ 0 w 8962098"/>
              <a:gd name="connsiteY34" fmla="*/ 1057927 h 2299842"/>
              <a:gd name="connsiteX35" fmla="*/ 0 w 8962098"/>
              <a:gd name="connsiteY35" fmla="*/ 0 h 2299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962098" h="2299842" fill="none" extrusionOk="0">
                <a:moveTo>
                  <a:pt x="0" y="0"/>
                </a:moveTo>
                <a:cubicBezTo>
                  <a:pt x="298731" y="-4631"/>
                  <a:pt x="675027" y="14842"/>
                  <a:pt x="868634" y="0"/>
                </a:cubicBezTo>
                <a:cubicBezTo>
                  <a:pt x="1062241" y="-14842"/>
                  <a:pt x="1341089" y="11627"/>
                  <a:pt x="1468405" y="0"/>
                </a:cubicBezTo>
                <a:cubicBezTo>
                  <a:pt x="1595721" y="-11627"/>
                  <a:pt x="1710587" y="16825"/>
                  <a:pt x="1888935" y="0"/>
                </a:cubicBezTo>
                <a:cubicBezTo>
                  <a:pt x="2067283" y="-16825"/>
                  <a:pt x="2256441" y="4492"/>
                  <a:pt x="2488706" y="0"/>
                </a:cubicBezTo>
                <a:cubicBezTo>
                  <a:pt x="2720971" y="-4492"/>
                  <a:pt x="2827907" y="-11615"/>
                  <a:pt x="3088477" y="0"/>
                </a:cubicBezTo>
                <a:cubicBezTo>
                  <a:pt x="3349047" y="11615"/>
                  <a:pt x="3531027" y="33240"/>
                  <a:pt x="3867490" y="0"/>
                </a:cubicBezTo>
                <a:cubicBezTo>
                  <a:pt x="4203953" y="-33240"/>
                  <a:pt x="4118293" y="18316"/>
                  <a:pt x="4288019" y="0"/>
                </a:cubicBezTo>
                <a:cubicBezTo>
                  <a:pt x="4457745" y="-18316"/>
                  <a:pt x="4791706" y="-10920"/>
                  <a:pt x="4977411" y="0"/>
                </a:cubicBezTo>
                <a:cubicBezTo>
                  <a:pt x="5163116" y="10920"/>
                  <a:pt x="5378473" y="5305"/>
                  <a:pt x="5487562" y="0"/>
                </a:cubicBezTo>
                <a:cubicBezTo>
                  <a:pt x="5596651" y="-5305"/>
                  <a:pt x="5757792" y="5934"/>
                  <a:pt x="5908091" y="0"/>
                </a:cubicBezTo>
                <a:cubicBezTo>
                  <a:pt x="6058390" y="-5934"/>
                  <a:pt x="6535652" y="-26784"/>
                  <a:pt x="6776725" y="0"/>
                </a:cubicBezTo>
                <a:cubicBezTo>
                  <a:pt x="7017798" y="26784"/>
                  <a:pt x="7198419" y="-7531"/>
                  <a:pt x="7376496" y="0"/>
                </a:cubicBezTo>
                <a:cubicBezTo>
                  <a:pt x="7554573" y="7531"/>
                  <a:pt x="7832540" y="-5864"/>
                  <a:pt x="8155509" y="0"/>
                </a:cubicBezTo>
                <a:cubicBezTo>
                  <a:pt x="8478478" y="5864"/>
                  <a:pt x="8658734" y="-30889"/>
                  <a:pt x="8962098" y="0"/>
                </a:cubicBezTo>
                <a:cubicBezTo>
                  <a:pt x="8942082" y="226690"/>
                  <a:pt x="8978992" y="277139"/>
                  <a:pt x="8962098" y="528964"/>
                </a:cubicBezTo>
                <a:cubicBezTo>
                  <a:pt x="8945204" y="780789"/>
                  <a:pt x="8965512" y="840607"/>
                  <a:pt x="8962098" y="1080926"/>
                </a:cubicBezTo>
                <a:cubicBezTo>
                  <a:pt x="8958684" y="1321245"/>
                  <a:pt x="8939799" y="1392191"/>
                  <a:pt x="8962098" y="1609889"/>
                </a:cubicBezTo>
                <a:cubicBezTo>
                  <a:pt x="8984397" y="1827587"/>
                  <a:pt x="8988332" y="2036006"/>
                  <a:pt x="8962098" y="2299842"/>
                </a:cubicBezTo>
                <a:cubicBezTo>
                  <a:pt x="8687274" y="2313051"/>
                  <a:pt x="8494791" y="2298409"/>
                  <a:pt x="8362327" y="2299842"/>
                </a:cubicBezTo>
                <a:cubicBezTo>
                  <a:pt x="8229863" y="2301275"/>
                  <a:pt x="7913777" y="2291224"/>
                  <a:pt x="7762556" y="2299842"/>
                </a:cubicBezTo>
                <a:cubicBezTo>
                  <a:pt x="7611335" y="2308460"/>
                  <a:pt x="7339701" y="2315509"/>
                  <a:pt x="6983543" y="2299842"/>
                </a:cubicBezTo>
                <a:cubicBezTo>
                  <a:pt x="6627385" y="2284175"/>
                  <a:pt x="6543892" y="2270144"/>
                  <a:pt x="6383771" y="2299842"/>
                </a:cubicBezTo>
                <a:cubicBezTo>
                  <a:pt x="6223650" y="2329540"/>
                  <a:pt x="5764514" y="2280553"/>
                  <a:pt x="5604758" y="2299842"/>
                </a:cubicBezTo>
                <a:cubicBezTo>
                  <a:pt x="5445002" y="2319131"/>
                  <a:pt x="5345731" y="2323847"/>
                  <a:pt x="5094608" y="2299842"/>
                </a:cubicBezTo>
                <a:cubicBezTo>
                  <a:pt x="4843485" y="2275838"/>
                  <a:pt x="4833978" y="2310355"/>
                  <a:pt x="4584458" y="2299842"/>
                </a:cubicBezTo>
                <a:cubicBezTo>
                  <a:pt x="4334938" y="2289330"/>
                  <a:pt x="3996796" y="2267386"/>
                  <a:pt x="3805445" y="2299842"/>
                </a:cubicBezTo>
                <a:cubicBezTo>
                  <a:pt x="3614094" y="2332298"/>
                  <a:pt x="3362298" y="2292956"/>
                  <a:pt x="3205674" y="2299842"/>
                </a:cubicBezTo>
                <a:cubicBezTo>
                  <a:pt x="3049050" y="2306728"/>
                  <a:pt x="2714112" y="2282998"/>
                  <a:pt x="2516281" y="2299842"/>
                </a:cubicBezTo>
                <a:cubicBezTo>
                  <a:pt x="2318450" y="2316686"/>
                  <a:pt x="2190500" y="2297569"/>
                  <a:pt x="1916510" y="2299842"/>
                </a:cubicBezTo>
                <a:cubicBezTo>
                  <a:pt x="1642520" y="2302115"/>
                  <a:pt x="1631050" y="2290319"/>
                  <a:pt x="1495981" y="2299842"/>
                </a:cubicBezTo>
                <a:cubicBezTo>
                  <a:pt x="1360912" y="2309365"/>
                  <a:pt x="904943" y="2292518"/>
                  <a:pt x="627347" y="2299842"/>
                </a:cubicBezTo>
                <a:cubicBezTo>
                  <a:pt x="349751" y="2307166"/>
                  <a:pt x="215136" y="2298613"/>
                  <a:pt x="0" y="2299842"/>
                </a:cubicBezTo>
                <a:cubicBezTo>
                  <a:pt x="1788" y="2170176"/>
                  <a:pt x="-12606" y="1939154"/>
                  <a:pt x="0" y="1678885"/>
                </a:cubicBezTo>
                <a:cubicBezTo>
                  <a:pt x="12606" y="1418616"/>
                  <a:pt x="18755" y="1348157"/>
                  <a:pt x="0" y="1057927"/>
                </a:cubicBezTo>
                <a:cubicBezTo>
                  <a:pt x="-18755" y="767697"/>
                  <a:pt x="17227" y="214481"/>
                  <a:pt x="0" y="0"/>
                </a:cubicBezTo>
                <a:close/>
              </a:path>
              <a:path w="8962098" h="2299842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75370" y="269340"/>
                  <a:pt x="8967949" y="367725"/>
                  <a:pt x="8962098" y="620957"/>
                </a:cubicBezTo>
                <a:cubicBezTo>
                  <a:pt x="8956247" y="874189"/>
                  <a:pt x="8991816" y="1049689"/>
                  <a:pt x="8962098" y="1218916"/>
                </a:cubicBezTo>
                <a:cubicBezTo>
                  <a:pt x="8932380" y="1388143"/>
                  <a:pt x="8955631" y="1544425"/>
                  <a:pt x="8962098" y="1793877"/>
                </a:cubicBezTo>
                <a:cubicBezTo>
                  <a:pt x="8968565" y="2043329"/>
                  <a:pt x="8945218" y="2145712"/>
                  <a:pt x="8962098" y="2299842"/>
                </a:cubicBezTo>
                <a:cubicBezTo>
                  <a:pt x="8798611" y="2308478"/>
                  <a:pt x="8595103" y="2296086"/>
                  <a:pt x="8451948" y="2299842"/>
                </a:cubicBezTo>
                <a:cubicBezTo>
                  <a:pt x="8308793" y="2303599"/>
                  <a:pt x="7904099" y="2257581"/>
                  <a:pt x="7583314" y="2299842"/>
                </a:cubicBezTo>
                <a:cubicBezTo>
                  <a:pt x="7262529" y="2342103"/>
                  <a:pt x="7199930" y="2333671"/>
                  <a:pt x="6893922" y="2299842"/>
                </a:cubicBezTo>
                <a:cubicBezTo>
                  <a:pt x="6587914" y="2266013"/>
                  <a:pt x="6441786" y="2316196"/>
                  <a:pt x="6114908" y="2299842"/>
                </a:cubicBezTo>
                <a:cubicBezTo>
                  <a:pt x="5788030" y="2283488"/>
                  <a:pt x="5709265" y="2295501"/>
                  <a:pt x="5335895" y="2299842"/>
                </a:cubicBezTo>
                <a:cubicBezTo>
                  <a:pt x="4962525" y="2304183"/>
                  <a:pt x="4965753" y="2276776"/>
                  <a:pt x="4736124" y="2299842"/>
                </a:cubicBezTo>
                <a:cubicBezTo>
                  <a:pt x="4506495" y="2322908"/>
                  <a:pt x="4386838" y="2284913"/>
                  <a:pt x="4225974" y="2299842"/>
                </a:cubicBezTo>
                <a:cubicBezTo>
                  <a:pt x="4065110" y="2314772"/>
                  <a:pt x="3752473" y="2264368"/>
                  <a:pt x="3357340" y="2299842"/>
                </a:cubicBezTo>
                <a:cubicBezTo>
                  <a:pt x="2962207" y="2335316"/>
                  <a:pt x="3011953" y="2285389"/>
                  <a:pt x="2667948" y="2299842"/>
                </a:cubicBezTo>
                <a:cubicBezTo>
                  <a:pt x="2323943" y="2314295"/>
                  <a:pt x="2047871" y="2286655"/>
                  <a:pt x="1799314" y="2299842"/>
                </a:cubicBezTo>
                <a:cubicBezTo>
                  <a:pt x="1550757" y="2313029"/>
                  <a:pt x="1180727" y="2291117"/>
                  <a:pt x="1020300" y="2299842"/>
                </a:cubicBezTo>
                <a:cubicBezTo>
                  <a:pt x="859873" y="2308567"/>
                  <a:pt x="498026" y="2349888"/>
                  <a:pt x="0" y="2299842"/>
                </a:cubicBezTo>
                <a:cubicBezTo>
                  <a:pt x="-1882" y="2036976"/>
                  <a:pt x="13023" y="1848441"/>
                  <a:pt x="0" y="1724882"/>
                </a:cubicBezTo>
                <a:cubicBezTo>
                  <a:pt x="-13023" y="1601323"/>
                  <a:pt x="4139" y="1453472"/>
                  <a:pt x="0" y="1218916"/>
                </a:cubicBezTo>
                <a:cubicBezTo>
                  <a:pt x="-4139" y="984360"/>
                  <a:pt x="-11581" y="858999"/>
                  <a:pt x="0" y="689953"/>
                </a:cubicBezTo>
                <a:cubicBezTo>
                  <a:pt x="11581" y="520907"/>
                  <a:pt x="-17215" y="259944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r>
              <a:rPr lang="en-US" altLang="ko-KR" sz="1000">
                <a:solidFill>
                  <a:srgbClr val="00B050"/>
                </a:solidFill>
              </a:rPr>
              <a:t>// - </a:t>
            </a:r>
            <a:r>
              <a:rPr lang="ko-KR" altLang="en-US" sz="1000">
                <a:solidFill>
                  <a:srgbClr val="00B050"/>
                </a:solidFill>
              </a:rPr>
              <a:t>임시로 </a:t>
            </a:r>
            <a:r>
              <a:rPr lang="en-US" altLang="ko-KR" sz="1000">
                <a:solidFill>
                  <a:srgbClr val="00B050"/>
                </a:solidFill>
              </a:rPr>
              <a:t>vector </a:t>
            </a:r>
            <a:r>
              <a:rPr lang="ko-KR" altLang="en-US" sz="1000">
                <a:solidFill>
                  <a:srgbClr val="00B050"/>
                </a:solidFill>
              </a:rPr>
              <a:t>객체를 만들고 값을 넣음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/>
              <a:t>std::vector&lt;</a:t>
            </a:r>
            <a:r>
              <a:rPr lang="en-US" altLang="ko-KR" sz="1000">
                <a:solidFill>
                  <a:srgbClr val="0000FF"/>
                </a:solidFill>
              </a:rPr>
              <a:t>int</a:t>
            </a:r>
            <a:r>
              <a:rPr lang="en-US" altLang="ko-KR" sz="1000"/>
              <a:t>&gt; s1{ 1,2,3,4,5,6,7 };</a:t>
            </a:r>
          </a:p>
          <a:p>
            <a:r>
              <a:rPr lang="en-US" altLang="ko-KR" sz="1000"/>
              <a:t>std::deque&lt;</a:t>
            </a:r>
            <a:r>
              <a:rPr lang="en-US" altLang="ko-KR" sz="1000">
                <a:solidFill>
                  <a:srgbClr val="0000FF"/>
                </a:solidFill>
              </a:rPr>
              <a:t>int</a:t>
            </a:r>
            <a:r>
              <a:rPr lang="en-US" altLang="ko-KR" sz="1000"/>
              <a:t>&gt;  s2{ 1,2,3,4,5,6,7 };</a:t>
            </a:r>
          </a:p>
          <a:p>
            <a:r>
              <a:rPr lang="en-US" altLang="ko-KR" sz="1000"/>
              <a:t>std::list&lt;std::string&gt;   s3{ "one", "two", "three", "four" };</a:t>
            </a:r>
          </a:p>
          <a:p>
            <a:r>
              <a:rPr lang="en-US" altLang="ko-KR" sz="1000"/>
              <a:t>std::list&lt;std::vector&lt;</a:t>
            </a:r>
            <a:r>
              <a:rPr lang="en-US" altLang="ko-KR" sz="1000">
                <a:solidFill>
                  <a:srgbClr val="0000FF"/>
                </a:solidFill>
              </a:rPr>
              <a:t>int</a:t>
            </a:r>
            <a:r>
              <a:rPr lang="en-US" altLang="ko-KR" sz="1000"/>
              <a:t>&gt;&gt;   s4{ {0,1}, {2,3}, {4,5,6} };</a:t>
            </a:r>
          </a:p>
          <a:p>
            <a:endParaRPr lang="ko-KR" altLang="en-US" sz="1000"/>
          </a:p>
          <a:p>
            <a:r>
              <a:rPr lang="en-US" altLang="ko-KR" sz="1000">
                <a:solidFill>
                  <a:srgbClr val="00B050"/>
                </a:solidFill>
              </a:rPr>
              <a:t>// - 1000byte </a:t>
            </a:r>
            <a:r>
              <a:rPr lang="ko-KR" altLang="en-US" sz="1000">
                <a:solidFill>
                  <a:srgbClr val="00B050"/>
                </a:solidFill>
              </a:rPr>
              <a:t>버퍼를 생성함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baz = alloc_shared_buffer(1000);</a:t>
            </a:r>
          </a:p>
          <a:p>
            <a:endParaRPr lang="ko-KR" altLang="en-US" sz="1000"/>
          </a:p>
          <a:p>
            <a:r>
              <a:rPr lang="en-US" altLang="ko-KR" sz="1000">
                <a:solidFill>
                  <a:srgbClr val="00B050"/>
                </a:solidFill>
              </a:rPr>
              <a:t>// *1) buf</a:t>
            </a:r>
            <a:r>
              <a:rPr lang="ko-KR" altLang="en-US" sz="1000">
                <a:solidFill>
                  <a:srgbClr val="00B050"/>
                </a:solidFill>
              </a:rPr>
              <a:t>에 </a:t>
            </a:r>
            <a:r>
              <a:rPr lang="en-US" altLang="ko-KR" sz="1000">
                <a:solidFill>
                  <a:srgbClr val="00B050"/>
                </a:solidFill>
              </a:rPr>
              <a:t>std::vector</a:t>
            </a:r>
            <a:r>
              <a:rPr lang="ko-KR" altLang="en-US" sz="1000">
                <a:solidFill>
                  <a:srgbClr val="00B050"/>
                </a:solidFill>
              </a:rPr>
              <a:t>와 </a:t>
            </a:r>
            <a:r>
              <a:rPr lang="en-US" altLang="ko-KR" sz="1000">
                <a:solidFill>
                  <a:srgbClr val="00B050"/>
                </a:solidFill>
              </a:rPr>
              <a:t>std::map</a:t>
            </a:r>
            <a:r>
              <a:rPr lang="ko-KR" altLang="en-US" sz="1000">
                <a:solidFill>
                  <a:srgbClr val="00B050"/>
                </a:solidFill>
              </a:rPr>
              <a:t>을 </a:t>
            </a:r>
            <a:r>
              <a:rPr lang="en-US" altLang="ko-KR" sz="1000">
                <a:solidFill>
                  <a:srgbClr val="00B050"/>
                </a:solidFill>
              </a:rPr>
              <a:t>append</a:t>
            </a:r>
            <a:r>
              <a:rPr lang="ko-KR" altLang="en-US" sz="1000">
                <a:solidFill>
                  <a:srgbClr val="00B050"/>
                </a:solidFill>
              </a:rPr>
              <a:t>함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/>
              <a:t>baz.append(s1);</a:t>
            </a:r>
          </a:p>
          <a:p>
            <a:r>
              <a:rPr lang="en-US" altLang="ko-KR" sz="1000"/>
              <a:t>baz.append(s2);</a:t>
            </a:r>
          </a:p>
          <a:p>
            <a:r>
              <a:rPr lang="en-US" altLang="ko-KR" sz="1000"/>
              <a:t>baz.append(s3);</a:t>
            </a:r>
          </a:p>
          <a:p>
            <a:r>
              <a:rPr lang="en-US" altLang="ko-KR" sz="1000"/>
              <a:t>baz.append(s4);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C94DCA5-68BC-4C66-9BB2-1A12FEAB5228}"/>
              </a:ext>
            </a:extLst>
          </p:cNvPr>
          <p:cNvSpPr/>
          <p:nvPr/>
        </p:nvSpPr>
        <p:spPr>
          <a:xfrm>
            <a:off x="1638315" y="3664164"/>
            <a:ext cx="8962098" cy="914848"/>
          </a:xfrm>
          <a:custGeom>
            <a:avLst/>
            <a:gdLst>
              <a:gd name="connsiteX0" fmla="*/ 0 w 8962098"/>
              <a:gd name="connsiteY0" fmla="*/ 0 h 914848"/>
              <a:gd name="connsiteX1" fmla="*/ 420529 w 8962098"/>
              <a:gd name="connsiteY1" fmla="*/ 0 h 914848"/>
              <a:gd name="connsiteX2" fmla="*/ 1199542 w 8962098"/>
              <a:gd name="connsiteY2" fmla="*/ 0 h 914848"/>
              <a:gd name="connsiteX3" fmla="*/ 1620072 w 8962098"/>
              <a:gd name="connsiteY3" fmla="*/ 0 h 914848"/>
              <a:gd name="connsiteX4" fmla="*/ 2040601 w 8962098"/>
              <a:gd name="connsiteY4" fmla="*/ 0 h 914848"/>
              <a:gd name="connsiteX5" fmla="*/ 2550751 w 8962098"/>
              <a:gd name="connsiteY5" fmla="*/ 0 h 914848"/>
              <a:gd name="connsiteX6" fmla="*/ 3150522 w 8962098"/>
              <a:gd name="connsiteY6" fmla="*/ 0 h 914848"/>
              <a:gd name="connsiteX7" fmla="*/ 3571051 w 8962098"/>
              <a:gd name="connsiteY7" fmla="*/ 0 h 914848"/>
              <a:gd name="connsiteX8" fmla="*/ 4170823 w 8962098"/>
              <a:gd name="connsiteY8" fmla="*/ 0 h 914848"/>
              <a:gd name="connsiteX9" fmla="*/ 4770594 w 8962098"/>
              <a:gd name="connsiteY9" fmla="*/ 0 h 914848"/>
              <a:gd name="connsiteX10" fmla="*/ 5549607 w 8962098"/>
              <a:gd name="connsiteY10" fmla="*/ 0 h 914848"/>
              <a:gd name="connsiteX11" fmla="*/ 5970136 w 8962098"/>
              <a:gd name="connsiteY11" fmla="*/ 0 h 914848"/>
              <a:gd name="connsiteX12" fmla="*/ 6659528 w 8962098"/>
              <a:gd name="connsiteY12" fmla="*/ 0 h 914848"/>
              <a:gd name="connsiteX13" fmla="*/ 7169678 w 8962098"/>
              <a:gd name="connsiteY13" fmla="*/ 0 h 914848"/>
              <a:gd name="connsiteX14" fmla="*/ 7590208 w 8962098"/>
              <a:gd name="connsiteY14" fmla="*/ 0 h 914848"/>
              <a:gd name="connsiteX15" fmla="*/ 8962098 w 8962098"/>
              <a:gd name="connsiteY15" fmla="*/ 0 h 914848"/>
              <a:gd name="connsiteX16" fmla="*/ 8962098 w 8962098"/>
              <a:gd name="connsiteY16" fmla="*/ 448276 h 914848"/>
              <a:gd name="connsiteX17" fmla="*/ 8962098 w 8962098"/>
              <a:gd name="connsiteY17" fmla="*/ 914848 h 914848"/>
              <a:gd name="connsiteX18" fmla="*/ 8541569 w 8962098"/>
              <a:gd name="connsiteY18" fmla="*/ 914848 h 914848"/>
              <a:gd name="connsiteX19" fmla="*/ 7672935 w 8962098"/>
              <a:gd name="connsiteY19" fmla="*/ 914848 h 914848"/>
              <a:gd name="connsiteX20" fmla="*/ 7252405 w 8962098"/>
              <a:gd name="connsiteY20" fmla="*/ 914848 h 914848"/>
              <a:gd name="connsiteX21" fmla="*/ 6473392 w 8962098"/>
              <a:gd name="connsiteY21" fmla="*/ 914848 h 914848"/>
              <a:gd name="connsiteX22" fmla="*/ 5784000 w 8962098"/>
              <a:gd name="connsiteY22" fmla="*/ 914848 h 914848"/>
              <a:gd name="connsiteX23" fmla="*/ 5094608 w 8962098"/>
              <a:gd name="connsiteY23" fmla="*/ 914848 h 914848"/>
              <a:gd name="connsiteX24" fmla="*/ 4494837 w 8962098"/>
              <a:gd name="connsiteY24" fmla="*/ 914848 h 914848"/>
              <a:gd name="connsiteX25" fmla="*/ 3715824 w 8962098"/>
              <a:gd name="connsiteY25" fmla="*/ 914848 h 914848"/>
              <a:gd name="connsiteX26" fmla="*/ 3116053 w 8962098"/>
              <a:gd name="connsiteY26" fmla="*/ 914848 h 914848"/>
              <a:gd name="connsiteX27" fmla="*/ 2337039 w 8962098"/>
              <a:gd name="connsiteY27" fmla="*/ 914848 h 914848"/>
              <a:gd name="connsiteX28" fmla="*/ 1826889 w 8962098"/>
              <a:gd name="connsiteY28" fmla="*/ 914848 h 914848"/>
              <a:gd name="connsiteX29" fmla="*/ 1316739 w 8962098"/>
              <a:gd name="connsiteY29" fmla="*/ 914848 h 914848"/>
              <a:gd name="connsiteX30" fmla="*/ 0 w 8962098"/>
              <a:gd name="connsiteY30" fmla="*/ 914848 h 914848"/>
              <a:gd name="connsiteX31" fmla="*/ 0 w 8962098"/>
              <a:gd name="connsiteY31" fmla="*/ 466572 h 914848"/>
              <a:gd name="connsiteX32" fmla="*/ 0 w 8962098"/>
              <a:gd name="connsiteY32" fmla="*/ 0 h 914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62098" h="914848" fill="none" extrusionOk="0">
                <a:moveTo>
                  <a:pt x="0" y="0"/>
                </a:moveTo>
                <a:cubicBezTo>
                  <a:pt x="106741" y="-5227"/>
                  <a:pt x="258086" y="10078"/>
                  <a:pt x="420529" y="0"/>
                </a:cubicBezTo>
                <a:cubicBezTo>
                  <a:pt x="582972" y="-10078"/>
                  <a:pt x="967967" y="-21079"/>
                  <a:pt x="1199542" y="0"/>
                </a:cubicBezTo>
                <a:cubicBezTo>
                  <a:pt x="1431117" y="21079"/>
                  <a:pt x="1447174" y="13280"/>
                  <a:pt x="1620072" y="0"/>
                </a:cubicBezTo>
                <a:cubicBezTo>
                  <a:pt x="1792970" y="-13280"/>
                  <a:pt x="1912007" y="-9074"/>
                  <a:pt x="2040601" y="0"/>
                </a:cubicBezTo>
                <a:cubicBezTo>
                  <a:pt x="2169195" y="9074"/>
                  <a:pt x="2355610" y="5328"/>
                  <a:pt x="2550751" y="0"/>
                </a:cubicBezTo>
                <a:cubicBezTo>
                  <a:pt x="2745892" y="-5328"/>
                  <a:pt x="3023206" y="11627"/>
                  <a:pt x="3150522" y="0"/>
                </a:cubicBezTo>
                <a:cubicBezTo>
                  <a:pt x="3277838" y="-11627"/>
                  <a:pt x="3395071" y="18199"/>
                  <a:pt x="3571051" y="0"/>
                </a:cubicBezTo>
                <a:cubicBezTo>
                  <a:pt x="3747031" y="-18199"/>
                  <a:pt x="3938407" y="1645"/>
                  <a:pt x="4170823" y="0"/>
                </a:cubicBezTo>
                <a:cubicBezTo>
                  <a:pt x="4403239" y="-1645"/>
                  <a:pt x="4510024" y="-11615"/>
                  <a:pt x="4770594" y="0"/>
                </a:cubicBezTo>
                <a:cubicBezTo>
                  <a:pt x="5031164" y="11615"/>
                  <a:pt x="5213144" y="33240"/>
                  <a:pt x="5549607" y="0"/>
                </a:cubicBezTo>
                <a:cubicBezTo>
                  <a:pt x="5886070" y="-33240"/>
                  <a:pt x="5800410" y="18316"/>
                  <a:pt x="5970136" y="0"/>
                </a:cubicBezTo>
                <a:cubicBezTo>
                  <a:pt x="6139862" y="-18316"/>
                  <a:pt x="6473823" y="-10920"/>
                  <a:pt x="6659528" y="0"/>
                </a:cubicBezTo>
                <a:cubicBezTo>
                  <a:pt x="6845233" y="10920"/>
                  <a:pt x="7065940" y="9149"/>
                  <a:pt x="7169678" y="0"/>
                </a:cubicBezTo>
                <a:cubicBezTo>
                  <a:pt x="7273416" y="-9149"/>
                  <a:pt x="7434842" y="-822"/>
                  <a:pt x="7590208" y="0"/>
                </a:cubicBezTo>
                <a:cubicBezTo>
                  <a:pt x="7745574" y="822"/>
                  <a:pt x="8285488" y="40359"/>
                  <a:pt x="8962098" y="0"/>
                </a:cubicBezTo>
                <a:cubicBezTo>
                  <a:pt x="8956909" y="109552"/>
                  <a:pt x="8945128" y="332873"/>
                  <a:pt x="8962098" y="448276"/>
                </a:cubicBezTo>
                <a:cubicBezTo>
                  <a:pt x="8979068" y="563679"/>
                  <a:pt x="8969283" y="744220"/>
                  <a:pt x="8962098" y="914848"/>
                </a:cubicBezTo>
                <a:cubicBezTo>
                  <a:pt x="8773150" y="900515"/>
                  <a:pt x="8713881" y="894534"/>
                  <a:pt x="8541569" y="914848"/>
                </a:cubicBezTo>
                <a:cubicBezTo>
                  <a:pt x="8369257" y="935162"/>
                  <a:pt x="7946817" y="944256"/>
                  <a:pt x="7672935" y="914848"/>
                </a:cubicBezTo>
                <a:cubicBezTo>
                  <a:pt x="7399053" y="885440"/>
                  <a:pt x="7433511" y="904376"/>
                  <a:pt x="7252405" y="914848"/>
                </a:cubicBezTo>
                <a:cubicBezTo>
                  <a:pt x="7071299" y="925321"/>
                  <a:pt x="6730593" y="927062"/>
                  <a:pt x="6473392" y="914848"/>
                </a:cubicBezTo>
                <a:cubicBezTo>
                  <a:pt x="6216191" y="902634"/>
                  <a:pt x="5928123" y="881164"/>
                  <a:pt x="5784000" y="914848"/>
                </a:cubicBezTo>
                <a:cubicBezTo>
                  <a:pt x="5639877" y="948532"/>
                  <a:pt x="5290102" y="909814"/>
                  <a:pt x="5094608" y="914848"/>
                </a:cubicBezTo>
                <a:cubicBezTo>
                  <a:pt x="4899114" y="919882"/>
                  <a:pt x="4646058" y="906230"/>
                  <a:pt x="4494837" y="914848"/>
                </a:cubicBezTo>
                <a:cubicBezTo>
                  <a:pt x="4343616" y="923466"/>
                  <a:pt x="4071982" y="930515"/>
                  <a:pt x="3715824" y="914848"/>
                </a:cubicBezTo>
                <a:cubicBezTo>
                  <a:pt x="3359666" y="899181"/>
                  <a:pt x="3269812" y="943713"/>
                  <a:pt x="3116053" y="914848"/>
                </a:cubicBezTo>
                <a:cubicBezTo>
                  <a:pt x="2962294" y="885983"/>
                  <a:pt x="2501003" y="899227"/>
                  <a:pt x="2337039" y="914848"/>
                </a:cubicBezTo>
                <a:cubicBezTo>
                  <a:pt x="2173075" y="930469"/>
                  <a:pt x="2078012" y="938853"/>
                  <a:pt x="1826889" y="914848"/>
                </a:cubicBezTo>
                <a:cubicBezTo>
                  <a:pt x="1575766" y="890844"/>
                  <a:pt x="1566259" y="925361"/>
                  <a:pt x="1316739" y="914848"/>
                </a:cubicBezTo>
                <a:cubicBezTo>
                  <a:pt x="1067219" y="904336"/>
                  <a:pt x="586745" y="943680"/>
                  <a:pt x="0" y="914848"/>
                </a:cubicBezTo>
                <a:cubicBezTo>
                  <a:pt x="5175" y="800676"/>
                  <a:pt x="-20151" y="562901"/>
                  <a:pt x="0" y="466572"/>
                </a:cubicBezTo>
                <a:cubicBezTo>
                  <a:pt x="20151" y="370243"/>
                  <a:pt x="11470" y="122345"/>
                  <a:pt x="0" y="0"/>
                </a:cubicBezTo>
                <a:close/>
              </a:path>
              <a:path w="8962098" h="914848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77273" y="228072"/>
                  <a:pt x="8966174" y="238647"/>
                  <a:pt x="8962098" y="475721"/>
                </a:cubicBezTo>
                <a:cubicBezTo>
                  <a:pt x="8958022" y="712795"/>
                  <a:pt x="8967130" y="721905"/>
                  <a:pt x="8962098" y="914848"/>
                </a:cubicBezTo>
                <a:cubicBezTo>
                  <a:pt x="8742154" y="890194"/>
                  <a:pt x="8448095" y="893252"/>
                  <a:pt x="8272706" y="914848"/>
                </a:cubicBezTo>
                <a:cubicBezTo>
                  <a:pt x="8097317" y="936444"/>
                  <a:pt x="7820885" y="919309"/>
                  <a:pt x="7583314" y="914848"/>
                </a:cubicBezTo>
                <a:cubicBezTo>
                  <a:pt x="7345743" y="910387"/>
                  <a:pt x="7187503" y="899951"/>
                  <a:pt x="6893922" y="914848"/>
                </a:cubicBezTo>
                <a:cubicBezTo>
                  <a:pt x="6600341" y="929745"/>
                  <a:pt x="6348884" y="874693"/>
                  <a:pt x="6025287" y="914848"/>
                </a:cubicBezTo>
                <a:cubicBezTo>
                  <a:pt x="5701690" y="955003"/>
                  <a:pt x="5641903" y="948677"/>
                  <a:pt x="5335895" y="914848"/>
                </a:cubicBezTo>
                <a:cubicBezTo>
                  <a:pt x="5029887" y="881019"/>
                  <a:pt x="4881389" y="926313"/>
                  <a:pt x="4556882" y="914848"/>
                </a:cubicBezTo>
                <a:cubicBezTo>
                  <a:pt x="4232375" y="903383"/>
                  <a:pt x="4151239" y="910507"/>
                  <a:pt x="3777869" y="914848"/>
                </a:cubicBezTo>
                <a:cubicBezTo>
                  <a:pt x="3404499" y="919189"/>
                  <a:pt x="3407727" y="891782"/>
                  <a:pt x="3178098" y="914848"/>
                </a:cubicBezTo>
                <a:cubicBezTo>
                  <a:pt x="2948469" y="937914"/>
                  <a:pt x="2828812" y="899919"/>
                  <a:pt x="2667948" y="914848"/>
                </a:cubicBezTo>
                <a:cubicBezTo>
                  <a:pt x="2507084" y="929778"/>
                  <a:pt x="2194447" y="879374"/>
                  <a:pt x="1799314" y="914848"/>
                </a:cubicBezTo>
                <a:cubicBezTo>
                  <a:pt x="1404181" y="950322"/>
                  <a:pt x="1251049" y="902829"/>
                  <a:pt x="1109921" y="914848"/>
                </a:cubicBezTo>
                <a:cubicBezTo>
                  <a:pt x="968793" y="926867"/>
                  <a:pt x="382880" y="903452"/>
                  <a:pt x="0" y="914848"/>
                </a:cubicBezTo>
                <a:cubicBezTo>
                  <a:pt x="19907" y="809025"/>
                  <a:pt x="22154" y="636140"/>
                  <a:pt x="0" y="448276"/>
                </a:cubicBezTo>
                <a:cubicBezTo>
                  <a:pt x="-22154" y="260412"/>
                  <a:pt x="5315" y="122159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r>
              <a:rPr lang="en-US" altLang="ko-KR" sz="1000">
                <a:solidFill>
                  <a:srgbClr val="00B050"/>
                </a:solidFill>
              </a:rPr>
              <a:t>// *2) </a:t>
            </a:r>
            <a:r>
              <a:rPr lang="ko-KR" altLang="en-US" sz="1000">
                <a:solidFill>
                  <a:srgbClr val="00B050"/>
                </a:solidFill>
              </a:rPr>
              <a:t>이것을 </a:t>
            </a:r>
            <a:r>
              <a:rPr lang="en-US" altLang="ko-KR" sz="1000">
                <a:solidFill>
                  <a:srgbClr val="00B050"/>
                </a:solidFill>
              </a:rPr>
              <a:t>extract</a:t>
            </a:r>
            <a:r>
              <a:rPr lang="ko-KR" altLang="en-US" sz="1000">
                <a:solidFill>
                  <a:srgbClr val="00B050"/>
                </a:solidFill>
              </a:rPr>
              <a:t>해냄</a:t>
            </a:r>
          </a:p>
          <a:p>
            <a:r>
              <a:rPr lang="en-US" altLang="ko-KR" sz="1000"/>
              <a:t>auto v1 = baz.extract&lt;std::vector&lt;</a:t>
            </a:r>
            <a:r>
              <a:rPr lang="en-US" altLang="ko-KR" sz="1000">
                <a:solidFill>
                  <a:srgbClr val="0000FF"/>
                </a:solidFill>
              </a:rPr>
              <a:t>int</a:t>
            </a:r>
            <a:r>
              <a:rPr lang="en-US" altLang="ko-KR" sz="1000"/>
              <a:t>&gt;&gt;();</a:t>
            </a:r>
          </a:p>
          <a:p>
            <a:r>
              <a:rPr lang="en-US" altLang="ko-KR" sz="1000"/>
              <a:t>auto v2 = baz.extract&lt;std::list&lt;</a:t>
            </a:r>
            <a:r>
              <a:rPr lang="en-US" altLang="ko-KR" sz="1000">
                <a:solidFill>
                  <a:srgbClr val="0000FF"/>
                </a:solidFill>
              </a:rPr>
              <a:t>int</a:t>
            </a:r>
            <a:r>
              <a:rPr lang="en-US" altLang="ko-KR" sz="1000"/>
              <a:t>&gt;&gt;();</a:t>
            </a:r>
          </a:p>
          <a:p>
            <a:r>
              <a:rPr lang="en-US" altLang="ko-KR" sz="1000"/>
              <a:t>auto v3 = baz.extract&lt;std::vector&lt;std::string&gt;&gt;();</a:t>
            </a:r>
          </a:p>
          <a:p>
            <a:r>
              <a:rPr lang="en-US" altLang="ko-KR" sz="1000"/>
              <a:t>auto v4 = baz.extract&lt;std::vector&lt;std::list&lt;</a:t>
            </a:r>
            <a:r>
              <a:rPr lang="en-US" altLang="ko-KR" sz="1000">
                <a:solidFill>
                  <a:srgbClr val="0000FF"/>
                </a:solidFill>
              </a:rPr>
              <a:t>int</a:t>
            </a:r>
            <a:r>
              <a:rPr lang="en-US" altLang="ko-KR" sz="1000"/>
              <a:t>&gt;&gt;&gt;();</a:t>
            </a:r>
          </a:p>
        </p:txBody>
      </p:sp>
    </p:spTree>
    <p:extLst>
      <p:ext uri="{BB962C8B-B14F-4D97-AF65-F5344CB8AC3E}">
        <p14:creationId xmlns:p14="http://schemas.microsoft.com/office/powerpoint/2010/main" val="4183535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854FC3-83B1-4810-845D-2E245C8938C1}"/>
              </a:ext>
            </a:extLst>
          </p:cNvPr>
          <p:cNvSpPr txBox="1"/>
          <p:nvPr/>
        </p:nvSpPr>
        <p:spPr>
          <a:xfrm>
            <a:off x="1416050" y="620713"/>
            <a:ext cx="90483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Ireferenceable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대신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Ipoolable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상속받으면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make_object&lt;T&gt;()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 호출 시 자동으로 풀에서 할당을 받음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674F14-0E68-4738-B3EB-C0533B314E1A}"/>
              </a:ext>
            </a:extLst>
          </p:cNvPr>
          <p:cNvSpPr txBox="1"/>
          <p:nvPr/>
        </p:nvSpPr>
        <p:spPr>
          <a:xfrm>
            <a:off x="1250586" y="-12879"/>
            <a:ext cx="4277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append-extract.associated_container</a:t>
            </a:r>
            <a:endParaRPr lang="ko-KR" alt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8CC1ED-654E-4F78-9EDC-CD8087458BF0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3D4B79-B759-4B8B-9C48-9509997B915F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0624675-1C14-4C9C-B85E-DE35350E87D0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AC97948-FBFF-455F-B1BF-BAED259921DC}"/>
              </a:ext>
            </a:extLst>
          </p:cNvPr>
          <p:cNvSpPr/>
          <p:nvPr/>
        </p:nvSpPr>
        <p:spPr>
          <a:xfrm>
            <a:off x="1638315" y="1131017"/>
            <a:ext cx="8962098" cy="2145954"/>
          </a:xfrm>
          <a:custGeom>
            <a:avLst/>
            <a:gdLst>
              <a:gd name="connsiteX0" fmla="*/ 0 w 8962098"/>
              <a:gd name="connsiteY0" fmla="*/ 0 h 2145954"/>
              <a:gd name="connsiteX1" fmla="*/ 868634 w 8962098"/>
              <a:gd name="connsiteY1" fmla="*/ 0 h 2145954"/>
              <a:gd name="connsiteX2" fmla="*/ 1468405 w 8962098"/>
              <a:gd name="connsiteY2" fmla="*/ 0 h 2145954"/>
              <a:gd name="connsiteX3" fmla="*/ 1888935 w 8962098"/>
              <a:gd name="connsiteY3" fmla="*/ 0 h 2145954"/>
              <a:gd name="connsiteX4" fmla="*/ 2488706 w 8962098"/>
              <a:gd name="connsiteY4" fmla="*/ 0 h 2145954"/>
              <a:gd name="connsiteX5" fmla="*/ 3088477 w 8962098"/>
              <a:gd name="connsiteY5" fmla="*/ 0 h 2145954"/>
              <a:gd name="connsiteX6" fmla="*/ 3867490 w 8962098"/>
              <a:gd name="connsiteY6" fmla="*/ 0 h 2145954"/>
              <a:gd name="connsiteX7" fmla="*/ 4288019 w 8962098"/>
              <a:gd name="connsiteY7" fmla="*/ 0 h 2145954"/>
              <a:gd name="connsiteX8" fmla="*/ 4977411 w 8962098"/>
              <a:gd name="connsiteY8" fmla="*/ 0 h 2145954"/>
              <a:gd name="connsiteX9" fmla="*/ 5487562 w 8962098"/>
              <a:gd name="connsiteY9" fmla="*/ 0 h 2145954"/>
              <a:gd name="connsiteX10" fmla="*/ 5908091 w 8962098"/>
              <a:gd name="connsiteY10" fmla="*/ 0 h 2145954"/>
              <a:gd name="connsiteX11" fmla="*/ 6776725 w 8962098"/>
              <a:gd name="connsiteY11" fmla="*/ 0 h 2145954"/>
              <a:gd name="connsiteX12" fmla="*/ 7376496 w 8962098"/>
              <a:gd name="connsiteY12" fmla="*/ 0 h 2145954"/>
              <a:gd name="connsiteX13" fmla="*/ 8155509 w 8962098"/>
              <a:gd name="connsiteY13" fmla="*/ 0 h 2145954"/>
              <a:gd name="connsiteX14" fmla="*/ 8962098 w 8962098"/>
              <a:gd name="connsiteY14" fmla="*/ 0 h 2145954"/>
              <a:gd name="connsiteX15" fmla="*/ 8962098 w 8962098"/>
              <a:gd name="connsiteY15" fmla="*/ 493569 h 2145954"/>
              <a:gd name="connsiteX16" fmla="*/ 8962098 w 8962098"/>
              <a:gd name="connsiteY16" fmla="*/ 1008598 h 2145954"/>
              <a:gd name="connsiteX17" fmla="*/ 8962098 w 8962098"/>
              <a:gd name="connsiteY17" fmla="*/ 1502168 h 2145954"/>
              <a:gd name="connsiteX18" fmla="*/ 8962098 w 8962098"/>
              <a:gd name="connsiteY18" fmla="*/ 2145954 h 2145954"/>
              <a:gd name="connsiteX19" fmla="*/ 8362327 w 8962098"/>
              <a:gd name="connsiteY19" fmla="*/ 2145954 h 2145954"/>
              <a:gd name="connsiteX20" fmla="*/ 7762556 w 8962098"/>
              <a:gd name="connsiteY20" fmla="*/ 2145954 h 2145954"/>
              <a:gd name="connsiteX21" fmla="*/ 6983543 w 8962098"/>
              <a:gd name="connsiteY21" fmla="*/ 2145954 h 2145954"/>
              <a:gd name="connsiteX22" fmla="*/ 6383771 w 8962098"/>
              <a:gd name="connsiteY22" fmla="*/ 2145954 h 2145954"/>
              <a:gd name="connsiteX23" fmla="*/ 5604758 w 8962098"/>
              <a:gd name="connsiteY23" fmla="*/ 2145954 h 2145954"/>
              <a:gd name="connsiteX24" fmla="*/ 5094608 w 8962098"/>
              <a:gd name="connsiteY24" fmla="*/ 2145954 h 2145954"/>
              <a:gd name="connsiteX25" fmla="*/ 4584458 w 8962098"/>
              <a:gd name="connsiteY25" fmla="*/ 2145954 h 2145954"/>
              <a:gd name="connsiteX26" fmla="*/ 3805445 w 8962098"/>
              <a:gd name="connsiteY26" fmla="*/ 2145954 h 2145954"/>
              <a:gd name="connsiteX27" fmla="*/ 3205674 w 8962098"/>
              <a:gd name="connsiteY27" fmla="*/ 2145954 h 2145954"/>
              <a:gd name="connsiteX28" fmla="*/ 2516281 w 8962098"/>
              <a:gd name="connsiteY28" fmla="*/ 2145954 h 2145954"/>
              <a:gd name="connsiteX29" fmla="*/ 1916510 w 8962098"/>
              <a:gd name="connsiteY29" fmla="*/ 2145954 h 2145954"/>
              <a:gd name="connsiteX30" fmla="*/ 1495981 w 8962098"/>
              <a:gd name="connsiteY30" fmla="*/ 2145954 h 2145954"/>
              <a:gd name="connsiteX31" fmla="*/ 627347 w 8962098"/>
              <a:gd name="connsiteY31" fmla="*/ 2145954 h 2145954"/>
              <a:gd name="connsiteX32" fmla="*/ 0 w 8962098"/>
              <a:gd name="connsiteY32" fmla="*/ 2145954 h 2145954"/>
              <a:gd name="connsiteX33" fmla="*/ 0 w 8962098"/>
              <a:gd name="connsiteY33" fmla="*/ 1566546 h 2145954"/>
              <a:gd name="connsiteX34" fmla="*/ 0 w 8962098"/>
              <a:gd name="connsiteY34" fmla="*/ 987139 h 2145954"/>
              <a:gd name="connsiteX35" fmla="*/ 0 w 8962098"/>
              <a:gd name="connsiteY35" fmla="*/ 0 h 21459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962098" h="2145954" fill="none" extrusionOk="0">
                <a:moveTo>
                  <a:pt x="0" y="0"/>
                </a:moveTo>
                <a:cubicBezTo>
                  <a:pt x="298731" y="-4631"/>
                  <a:pt x="675027" y="14842"/>
                  <a:pt x="868634" y="0"/>
                </a:cubicBezTo>
                <a:cubicBezTo>
                  <a:pt x="1062241" y="-14842"/>
                  <a:pt x="1341089" y="11627"/>
                  <a:pt x="1468405" y="0"/>
                </a:cubicBezTo>
                <a:cubicBezTo>
                  <a:pt x="1595721" y="-11627"/>
                  <a:pt x="1710587" y="16825"/>
                  <a:pt x="1888935" y="0"/>
                </a:cubicBezTo>
                <a:cubicBezTo>
                  <a:pt x="2067283" y="-16825"/>
                  <a:pt x="2256441" y="4492"/>
                  <a:pt x="2488706" y="0"/>
                </a:cubicBezTo>
                <a:cubicBezTo>
                  <a:pt x="2720971" y="-4492"/>
                  <a:pt x="2827907" y="-11615"/>
                  <a:pt x="3088477" y="0"/>
                </a:cubicBezTo>
                <a:cubicBezTo>
                  <a:pt x="3349047" y="11615"/>
                  <a:pt x="3531027" y="33240"/>
                  <a:pt x="3867490" y="0"/>
                </a:cubicBezTo>
                <a:cubicBezTo>
                  <a:pt x="4203953" y="-33240"/>
                  <a:pt x="4118293" y="18316"/>
                  <a:pt x="4288019" y="0"/>
                </a:cubicBezTo>
                <a:cubicBezTo>
                  <a:pt x="4457745" y="-18316"/>
                  <a:pt x="4791706" y="-10920"/>
                  <a:pt x="4977411" y="0"/>
                </a:cubicBezTo>
                <a:cubicBezTo>
                  <a:pt x="5163116" y="10920"/>
                  <a:pt x="5378473" y="5305"/>
                  <a:pt x="5487562" y="0"/>
                </a:cubicBezTo>
                <a:cubicBezTo>
                  <a:pt x="5596651" y="-5305"/>
                  <a:pt x="5757792" y="5934"/>
                  <a:pt x="5908091" y="0"/>
                </a:cubicBezTo>
                <a:cubicBezTo>
                  <a:pt x="6058390" y="-5934"/>
                  <a:pt x="6535652" y="-26784"/>
                  <a:pt x="6776725" y="0"/>
                </a:cubicBezTo>
                <a:cubicBezTo>
                  <a:pt x="7017798" y="26784"/>
                  <a:pt x="7198419" y="-7531"/>
                  <a:pt x="7376496" y="0"/>
                </a:cubicBezTo>
                <a:cubicBezTo>
                  <a:pt x="7554573" y="7531"/>
                  <a:pt x="7832540" y="-5864"/>
                  <a:pt x="8155509" y="0"/>
                </a:cubicBezTo>
                <a:cubicBezTo>
                  <a:pt x="8478478" y="5864"/>
                  <a:pt x="8658734" y="-30889"/>
                  <a:pt x="8962098" y="0"/>
                </a:cubicBezTo>
                <a:cubicBezTo>
                  <a:pt x="8949684" y="106137"/>
                  <a:pt x="8954947" y="249194"/>
                  <a:pt x="8962098" y="493569"/>
                </a:cubicBezTo>
                <a:cubicBezTo>
                  <a:pt x="8969249" y="737944"/>
                  <a:pt x="8941949" y="796550"/>
                  <a:pt x="8962098" y="1008598"/>
                </a:cubicBezTo>
                <a:cubicBezTo>
                  <a:pt x="8982247" y="1220646"/>
                  <a:pt x="8969096" y="1393914"/>
                  <a:pt x="8962098" y="1502168"/>
                </a:cubicBezTo>
                <a:cubicBezTo>
                  <a:pt x="8955101" y="1610422"/>
                  <a:pt x="8993966" y="1995517"/>
                  <a:pt x="8962098" y="2145954"/>
                </a:cubicBezTo>
                <a:cubicBezTo>
                  <a:pt x="8687274" y="2159163"/>
                  <a:pt x="8494791" y="2144521"/>
                  <a:pt x="8362327" y="2145954"/>
                </a:cubicBezTo>
                <a:cubicBezTo>
                  <a:pt x="8229863" y="2147387"/>
                  <a:pt x="7913777" y="2137336"/>
                  <a:pt x="7762556" y="2145954"/>
                </a:cubicBezTo>
                <a:cubicBezTo>
                  <a:pt x="7611335" y="2154572"/>
                  <a:pt x="7339701" y="2161621"/>
                  <a:pt x="6983543" y="2145954"/>
                </a:cubicBezTo>
                <a:cubicBezTo>
                  <a:pt x="6627385" y="2130287"/>
                  <a:pt x="6543892" y="2116256"/>
                  <a:pt x="6383771" y="2145954"/>
                </a:cubicBezTo>
                <a:cubicBezTo>
                  <a:pt x="6223650" y="2175652"/>
                  <a:pt x="5764514" y="2126665"/>
                  <a:pt x="5604758" y="2145954"/>
                </a:cubicBezTo>
                <a:cubicBezTo>
                  <a:pt x="5445002" y="2165243"/>
                  <a:pt x="5345731" y="2169959"/>
                  <a:pt x="5094608" y="2145954"/>
                </a:cubicBezTo>
                <a:cubicBezTo>
                  <a:pt x="4843485" y="2121950"/>
                  <a:pt x="4833978" y="2156467"/>
                  <a:pt x="4584458" y="2145954"/>
                </a:cubicBezTo>
                <a:cubicBezTo>
                  <a:pt x="4334938" y="2135442"/>
                  <a:pt x="3996796" y="2113498"/>
                  <a:pt x="3805445" y="2145954"/>
                </a:cubicBezTo>
                <a:cubicBezTo>
                  <a:pt x="3614094" y="2178410"/>
                  <a:pt x="3362298" y="2139068"/>
                  <a:pt x="3205674" y="2145954"/>
                </a:cubicBezTo>
                <a:cubicBezTo>
                  <a:pt x="3049050" y="2152840"/>
                  <a:pt x="2714112" y="2129110"/>
                  <a:pt x="2516281" y="2145954"/>
                </a:cubicBezTo>
                <a:cubicBezTo>
                  <a:pt x="2318450" y="2162798"/>
                  <a:pt x="2190500" y="2143681"/>
                  <a:pt x="1916510" y="2145954"/>
                </a:cubicBezTo>
                <a:cubicBezTo>
                  <a:pt x="1642520" y="2148227"/>
                  <a:pt x="1631050" y="2136431"/>
                  <a:pt x="1495981" y="2145954"/>
                </a:cubicBezTo>
                <a:cubicBezTo>
                  <a:pt x="1360912" y="2155477"/>
                  <a:pt x="904943" y="2138630"/>
                  <a:pt x="627347" y="2145954"/>
                </a:cubicBezTo>
                <a:cubicBezTo>
                  <a:pt x="349751" y="2153278"/>
                  <a:pt x="215136" y="2144725"/>
                  <a:pt x="0" y="2145954"/>
                </a:cubicBezTo>
                <a:cubicBezTo>
                  <a:pt x="-2178" y="1858579"/>
                  <a:pt x="-10996" y="1843021"/>
                  <a:pt x="0" y="1566546"/>
                </a:cubicBezTo>
                <a:cubicBezTo>
                  <a:pt x="10996" y="1290071"/>
                  <a:pt x="28791" y="1187738"/>
                  <a:pt x="0" y="987139"/>
                </a:cubicBezTo>
                <a:cubicBezTo>
                  <a:pt x="-28791" y="786540"/>
                  <a:pt x="16996" y="369030"/>
                  <a:pt x="0" y="0"/>
                </a:cubicBezTo>
                <a:close/>
              </a:path>
              <a:path w="8962098" h="2145954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85852" y="182233"/>
                  <a:pt x="8968743" y="337701"/>
                  <a:pt x="8962098" y="579408"/>
                </a:cubicBezTo>
                <a:cubicBezTo>
                  <a:pt x="8955453" y="821115"/>
                  <a:pt x="8978853" y="968108"/>
                  <a:pt x="8962098" y="1137356"/>
                </a:cubicBezTo>
                <a:cubicBezTo>
                  <a:pt x="8945343" y="1306604"/>
                  <a:pt x="8954629" y="1533256"/>
                  <a:pt x="8962098" y="1673844"/>
                </a:cubicBezTo>
                <a:cubicBezTo>
                  <a:pt x="8969567" y="1814432"/>
                  <a:pt x="8971649" y="1932331"/>
                  <a:pt x="8962098" y="2145954"/>
                </a:cubicBezTo>
                <a:cubicBezTo>
                  <a:pt x="8798611" y="2154590"/>
                  <a:pt x="8595103" y="2142198"/>
                  <a:pt x="8451948" y="2145954"/>
                </a:cubicBezTo>
                <a:cubicBezTo>
                  <a:pt x="8308793" y="2149711"/>
                  <a:pt x="7904099" y="2103693"/>
                  <a:pt x="7583314" y="2145954"/>
                </a:cubicBezTo>
                <a:cubicBezTo>
                  <a:pt x="7262529" y="2188215"/>
                  <a:pt x="7199930" y="2179783"/>
                  <a:pt x="6893922" y="2145954"/>
                </a:cubicBezTo>
                <a:cubicBezTo>
                  <a:pt x="6587914" y="2112125"/>
                  <a:pt x="6441786" y="2162308"/>
                  <a:pt x="6114908" y="2145954"/>
                </a:cubicBezTo>
                <a:cubicBezTo>
                  <a:pt x="5788030" y="2129600"/>
                  <a:pt x="5709265" y="2141613"/>
                  <a:pt x="5335895" y="2145954"/>
                </a:cubicBezTo>
                <a:cubicBezTo>
                  <a:pt x="4962525" y="2150295"/>
                  <a:pt x="4965753" y="2122888"/>
                  <a:pt x="4736124" y="2145954"/>
                </a:cubicBezTo>
                <a:cubicBezTo>
                  <a:pt x="4506495" y="2169020"/>
                  <a:pt x="4386838" y="2131025"/>
                  <a:pt x="4225974" y="2145954"/>
                </a:cubicBezTo>
                <a:cubicBezTo>
                  <a:pt x="4065110" y="2160884"/>
                  <a:pt x="3752473" y="2110480"/>
                  <a:pt x="3357340" y="2145954"/>
                </a:cubicBezTo>
                <a:cubicBezTo>
                  <a:pt x="2962207" y="2181428"/>
                  <a:pt x="3011953" y="2131501"/>
                  <a:pt x="2667948" y="2145954"/>
                </a:cubicBezTo>
                <a:cubicBezTo>
                  <a:pt x="2323943" y="2160407"/>
                  <a:pt x="2047871" y="2132767"/>
                  <a:pt x="1799314" y="2145954"/>
                </a:cubicBezTo>
                <a:cubicBezTo>
                  <a:pt x="1550757" y="2159141"/>
                  <a:pt x="1180727" y="2137229"/>
                  <a:pt x="1020300" y="2145954"/>
                </a:cubicBezTo>
                <a:cubicBezTo>
                  <a:pt x="859873" y="2154679"/>
                  <a:pt x="498026" y="2196000"/>
                  <a:pt x="0" y="2145954"/>
                </a:cubicBezTo>
                <a:cubicBezTo>
                  <a:pt x="-10727" y="2033207"/>
                  <a:pt x="4202" y="1799610"/>
                  <a:pt x="0" y="1609466"/>
                </a:cubicBezTo>
                <a:cubicBezTo>
                  <a:pt x="-4202" y="1419322"/>
                  <a:pt x="14697" y="1364046"/>
                  <a:pt x="0" y="1137356"/>
                </a:cubicBezTo>
                <a:cubicBezTo>
                  <a:pt x="-14697" y="910666"/>
                  <a:pt x="-2616" y="855629"/>
                  <a:pt x="0" y="643786"/>
                </a:cubicBezTo>
                <a:cubicBezTo>
                  <a:pt x="2616" y="431943"/>
                  <a:pt x="-23168" y="258836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r>
              <a:rPr lang="en-US" altLang="ko-KR" sz="1000">
                <a:solidFill>
                  <a:srgbClr val="00B050"/>
                </a:solidFill>
              </a:rPr>
              <a:t>// - </a:t>
            </a:r>
            <a:r>
              <a:rPr lang="ko-KR" altLang="en-US" sz="1000">
                <a:solidFill>
                  <a:srgbClr val="00B050"/>
                </a:solidFill>
              </a:rPr>
              <a:t>임시로 </a:t>
            </a:r>
            <a:r>
              <a:rPr lang="en-US" altLang="ko-KR" sz="1000">
                <a:solidFill>
                  <a:srgbClr val="00B050"/>
                </a:solidFill>
              </a:rPr>
              <a:t>vector </a:t>
            </a:r>
            <a:r>
              <a:rPr lang="ko-KR" altLang="en-US" sz="1000">
                <a:solidFill>
                  <a:srgbClr val="00B050"/>
                </a:solidFill>
              </a:rPr>
              <a:t>객체를 만들고 값을 넣음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/>
              <a:t>std::set&lt;</a:t>
            </a:r>
            <a:r>
              <a:rPr lang="en-US" altLang="ko-KR" sz="1000">
                <a:solidFill>
                  <a:srgbClr val="0000FF"/>
                </a:solidFill>
              </a:rPr>
              <a:t>int</a:t>
            </a:r>
            <a:r>
              <a:rPr lang="en-US" altLang="ko-KR" sz="1000"/>
              <a:t>&gt; s1{ 1,2,3,4,5,6,7 };</a:t>
            </a:r>
          </a:p>
          <a:p>
            <a:r>
              <a:rPr lang="en-US" altLang="ko-KR" sz="1000"/>
              <a:t>std::map&lt;std::string, </a:t>
            </a:r>
            <a:r>
              <a:rPr lang="en-US" altLang="ko-KR" sz="1000">
                <a:solidFill>
                  <a:srgbClr val="0000FF"/>
                </a:solidFill>
              </a:rPr>
              <a:t>int</a:t>
            </a:r>
            <a:r>
              <a:rPr lang="en-US" altLang="ko-KR" sz="1000"/>
              <a:t>&gt; s2{ {"first",100}, {"second",200} };</a:t>
            </a:r>
          </a:p>
          <a:p>
            <a:endParaRPr lang="ko-KR" altLang="en-US" sz="1000"/>
          </a:p>
          <a:p>
            <a:r>
              <a:rPr lang="en-US" altLang="ko-KR" sz="1000">
                <a:solidFill>
                  <a:srgbClr val="00B050"/>
                </a:solidFill>
              </a:rPr>
              <a:t>// - 1000byte </a:t>
            </a:r>
            <a:r>
              <a:rPr lang="ko-KR" altLang="en-US" sz="1000">
                <a:solidFill>
                  <a:srgbClr val="00B050"/>
                </a:solidFill>
              </a:rPr>
              <a:t>버퍼를 생성함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baz = alloc_shared_buffer(1000);</a:t>
            </a:r>
          </a:p>
          <a:p>
            <a:endParaRPr lang="ko-KR" altLang="en-US" sz="1000"/>
          </a:p>
          <a:p>
            <a:r>
              <a:rPr lang="en-US" altLang="ko-KR" sz="1000">
                <a:solidFill>
                  <a:srgbClr val="00B050"/>
                </a:solidFill>
              </a:rPr>
              <a:t>// *1) buf</a:t>
            </a:r>
            <a:r>
              <a:rPr lang="ko-KR" altLang="en-US" sz="1000">
                <a:solidFill>
                  <a:srgbClr val="00B050"/>
                </a:solidFill>
              </a:rPr>
              <a:t>에 </a:t>
            </a:r>
            <a:r>
              <a:rPr lang="en-US" altLang="ko-KR" sz="1000">
                <a:solidFill>
                  <a:srgbClr val="00B050"/>
                </a:solidFill>
              </a:rPr>
              <a:t>std::vector</a:t>
            </a:r>
            <a:r>
              <a:rPr lang="ko-KR" altLang="en-US" sz="1000">
                <a:solidFill>
                  <a:srgbClr val="00B050"/>
                </a:solidFill>
              </a:rPr>
              <a:t>와 </a:t>
            </a:r>
            <a:r>
              <a:rPr lang="en-US" altLang="ko-KR" sz="1000">
                <a:solidFill>
                  <a:srgbClr val="00B050"/>
                </a:solidFill>
              </a:rPr>
              <a:t>std::map</a:t>
            </a:r>
            <a:r>
              <a:rPr lang="ko-KR" altLang="en-US" sz="1000">
                <a:solidFill>
                  <a:srgbClr val="00B050"/>
                </a:solidFill>
              </a:rPr>
              <a:t>을 </a:t>
            </a:r>
            <a:r>
              <a:rPr lang="en-US" altLang="ko-KR" sz="1000">
                <a:solidFill>
                  <a:srgbClr val="00B050"/>
                </a:solidFill>
              </a:rPr>
              <a:t>append</a:t>
            </a:r>
            <a:r>
              <a:rPr lang="ko-KR" altLang="en-US" sz="1000">
                <a:solidFill>
                  <a:srgbClr val="00B050"/>
                </a:solidFill>
              </a:rPr>
              <a:t>함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/>
              <a:t>baz.append(s1);</a:t>
            </a:r>
          </a:p>
          <a:p>
            <a:r>
              <a:rPr lang="en-US" altLang="ko-KR" sz="1000"/>
              <a:t>baz.append(s2);</a:t>
            </a:r>
          </a:p>
          <a:p>
            <a:endParaRPr lang="ko-KR" altLang="en-US" sz="1000"/>
          </a:p>
          <a:p>
            <a:r>
              <a:rPr lang="en-US" altLang="ko-KR" sz="1000">
                <a:solidFill>
                  <a:srgbClr val="00B050"/>
                </a:solidFill>
              </a:rPr>
              <a:t>// - baz</a:t>
            </a:r>
            <a:r>
              <a:rPr lang="ko-KR" altLang="en-US" sz="1000">
                <a:solidFill>
                  <a:srgbClr val="00B050"/>
                </a:solidFill>
              </a:rPr>
              <a:t>의 </a:t>
            </a:r>
            <a:r>
              <a:rPr lang="en-US" altLang="ko-KR" sz="1000">
                <a:solidFill>
                  <a:srgbClr val="00B050"/>
                </a:solidFill>
              </a:rPr>
              <a:t>size_</a:t>
            </a:r>
            <a:r>
              <a:rPr lang="ko-KR" altLang="en-US" sz="1000">
                <a:solidFill>
                  <a:srgbClr val="00B050"/>
                </a:solidFill>
              </a:rPr>
              <a:t>값을 출력한다</a:t>
            </a:r>
            <a:r>
              <a:rPr lang="en-US" altLang="ko-KR" sz="1000">
                <a:solidFill>
                  <a:srgbClr val="00B050"/>
                </a:solidFill>
              </a:rPr>
              <a:t>. 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/>
              <a:t>std::cout &lt;&lt; "size_: " &lt;&lt; baz.size() &lt;&lt; '\n';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C94DCA5-68BC-4C66-9BB2-1A12FEAB5228}"/>
              </a:ext>
            </a:extLst>
          </p:cNvPr>
          <p:cNvSpPr/>
          <p:nvPr/>
        </p:nvSpPr>
        <p:spPr>
          <a:xfrm>
            <a:off x="1638315" y="3664164"/>
            <a:ext cx="8962098" cy="607071"/>
          </a:xfrm>
          <a:custGeom>
            <a:avLst/>
            <a:gdLst>
              <a:gd name="connsiteX0" fmla="*/ 0 w 8962098"/>
              <a:gd name="connsiteY0" fmla="*/ 0 h 607071"/>
              <a:gd name="connsiteX1" fmla="*/ 420529 w 8962098"/>
              <a:gd name="connsiteY1" fmla="*/ 0 h 607071"/>
              <a:gd name="connsiteX2" fmla="*/ 1109921 w 8962098"/>
              <a:gd name="connsiteY2" fmla="*/ 0 h 607071"/>
              <a:gd name="connsiteX3" fmla="*/ 1799314 w 8962098"/>
              <a:gd name="connsiteY3" fmla="*/ 0 h 607071"/>
              <a:gd name="connsiteX4" fmla="*/ 2578327 w 8962098"/>
              <a:gd name="connsiteY4" fmla="*/ 0 h 607071"/>
              <a:gd name="connsiteX5" fmla="*/ 2998856 w 8962098"/>
              <a:gd name="connsiteY5" fmla="*/ 0 h 607071"/>
              <a:gd name="connsiteX6" fmla="*/ 3419385 w 8962098"/>
              <a:gd name="connsiteY6" fmla="*/ 0 h 607071"/>
              <a:gd name="connsiteX7" fmla="*/ 3929535 w 8962098"/>
              <a:gd name="connsiteY7" fmla="*/ 0 h 607071"/>
              <a:gd name="connsiteX8" fmla="*/ 4529306 w 8962098"/>
              <a:gd name="connsiteY8" fmla="*/ 0 h 607071"/>
              <a:gd name="connsiteX9" fmla="*/ 4949836 w 8962098"/>
              <a:gd name="connsiteY9" fmla="*/ 0 h 607071"/>
              <a:gd name="connsiteX10" fmla="*/ 5549607 w 8962098"/>
              <a:gd name="connsiteY10" fmla="*/ 0 h 607071"/>
              <a:gd name="connsiteX11" fmla="*/ 6149378 w 8962098"/>
              <a:gd name="connsiteY11" fmla="*/ 0 h 607071"/>
              <a:gd name="connsiteX12" fmla="*/ 6928391 w 8962098"/>
              <a:gd name="connsiteY12" fmla="*/ 0 h 607071"/>
              <a:gd name="connsiteX13" fmla="*/ 7348920 w 8962098"/>
              <a:gd name="connsiteY13" fmla="*/ 0 h 607071"/>
              <a:gd name="connsiteX14" fmla="*/ 8038313 w 8962098"/>
              <a:gd name="connsiteY14" fmla="*/ 0 h 607071"/>
              <a:gd name="connsiteX15" fmla="*/ 8962098 w 8962098"/>
              <a:gd name="connsiteY15" fmla="*/ 0 h 607071"/>
              <a:gd name="connsiteX16" fmla="*/ 8962098 w 8962098"/>
              <a:gd name="connsiteY16" fmla="*/ 607071 h 607071"/>
              <a:gd name="connsiteX17" fmla="*/ 8541569 w 8962098"/>
              <a:gd name="connsiteY17" fmla="*/ 607071 h 607071"/>
              <a:gd name="connsiteX18" fmla="*/ 7941798 w 8962098"/>
              <a:gd name="connsiteY18" fmla="*/ 607071 h 607071"/>
              <a:gd name="connsiteX19" fmla="*/ 7431647 w 8962098"/>
              <a:gd name="connsiteY19" fmla="*/ 607071 h 607071"/>
              <a:gd name="connsiteX20" fmla="*/ 6652634 w 8962098"/>
              <a:gd name="connsiteY20" fmla="*/ 607071 h 607071"/>
              <a:gd name="connsiteX21" fmla="*/ 5784000 w 8962098"/>
              <a:gd name="connsiteY21" fmla="*/ 607071 h 607071"/>
              <a:gd name="connsiteX22" fmla="*/ 5363471 w 8962098"/>
              <a:gd name="connsiteY22" fmla="*/ 607071 h 607071"/>
              <a:gd name="connsiteX23" fmla="*/ 4584458 w 8962098"/>
              <a:gd name="connsiteY23" fmla="*/ 607071 h 607071"/>
              <a:gd name="connsiteX24" fmla="*/ 3895066 w 8962098"/>
              <a:gd name="connsiteY24" fmla="*/ 607071 h 607071"/>
              <a:gd name="connsiteX25" fmla="*/ 3205674 w 8962098"/>
              <a:gd name="connsiteY25" fmla="*/ 607071 h 607071"/>
              <a:gd name="connsiteX26" fmla="*/ 2605902 w 8962098"/>
              <a:gd name="connsiteY26" fmla="*/ 607071 h 607071"/>
              <a:gd name="connsiteX27" fmla="*/ 1826889 w 8962098"/>
              <a:gd name="connsiteY27" fmla="*/ 607071 h 607071"/>
              <a:gd name="connsiteX28" fmla="*/ 1227118 w 8962098"/>
              <a:gd name="connsiteY28" fmla="*/ 607071 h 607071"/>
              <a:gd name="connsiteX29" fmla="*/ 0 w 8962098"/>
              <a:gd name="connsiteY29" fmla="*/ 607071 h 607071"/>
              <a:gd name="connsiteX30" fmla="*/ 0 w 8962098"/>
              <a:gd name="connsiteY30" fmla="*/ 0 h 6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8962098" h="607071" fill="none" extrusionOk="0">
                <a:moveTo>
                  <a:pt x="0" y="0"/>
                </a:moveTo>
                <a:cubicBezTo>
                  <a:pt x="90760" y="18839"/>
                  <a:pt x="228306" y="-38"/>
                  <a:pt x="420529" y="0"/>
                </a:cubicBezTo>
                <a:cubicBezTo>
                  <a:pt x="612752" y="38"/>
                  <a:pt x="786818" y="-24006"/>
                  <a:pt x="1109921" y="0"/>
                </a:cubicBezTo>
                <a:cubicBezTo>
                  <a:pt x="1433024" y="24006"/>
                  <a:pt x="1649344" y="-21210"/>
                  <a:pt x="1799314" y="0"/>
                </a:cubicBezTo>
                <a:cubicBezTo>
                  <a:pt x="1949284" y="21210"/>
                  <a:pt x="2346752" y="-21079"/>
                  <a:pt x="2578327" y="0"/>
                </a:cubicBezTo>
                <a:cubicBezTo>
                  <a:pt x="2809902" y="21079"/>
                  <a:pt x="2833767" y="16066"/>
                  <a:pt x="2998856" y="0"/>
                </a:cubicBezTo>
                <a:cubicBezTo>
                  <a:pt x="3163945" y="-16066"/>
                  <a:pt x="3290791" y="-9074"/>
                  <a:pt x="3419385" y="0"/>
                </a:cubicBezTo>
                <a:cubicBezTo>
                  <a:pt x="3547979" y="9074"/>
                  <a:pt x="3734394" y="5328"/>
                  <a:pt x="3929535" y="0"/>
                </a:cubicBezTo>
                <a:cubicBezTo>
                  <a:pt x="4124676" y="-5328"/>
                  <a:pt x="4401990" y="11627"/>
                  <a:pt x="4529306" y="0"/>
                </a:cubicBezTo>
                <a:cubicBezTo>
                  <a:pt x="4656622" y="-11627"/>
                  <a:pt x="4771488" y="16825"/>
                  <a:pt x="4949836" y="0"/>
                </a:cubicBezTo>
                <a:cubicBezTo>
                  <a:pt x="5128184" y="-16825"/>
                  <a:pt x="5317342" y="4492"/>
                  <a:pt x="5549607" y="0"/>
                </a:cubicBezTo>
                <a:cubicBezTo>
                  <a:pt x="5781872" y="-4492"/>
                  <a:pt x="5888808" y="-11615"/>
                  <a:pt x="6149378" y="0"/>
                </a:cubicBezTo>
                <a:cubicBezTo>
                  <a:pt x="6409948" y="11615"/>
                  <a:pt x="6591928" y="33240"/>
                  <a:pt x="6928391" y="0"/>
                </a:cubicBezTo>
                <a:cubicBezTo>
                  <a:pt x="7264854" y="-33240"/>
                  <a:pt x="7179194" y="18316"/>
                  <a:pt x="7348920" y="0"/>
                </a:cubicBezTo>
                <a:cubicBezTo>
                  <a:pt x="7518646" y="-18316"/>
                  <a:pt x="7848320" y="-11638"/>
                  <a:pt x="8038313" y="0"/>
                </a:cubicBezTo>
                <a:cubicBezTo>
                  <a:pt x="8228306" y="11638"/>
                  <a:pt x="8556518" y="-2974"/>
                  <a:pt x="8962098" y="0"/>
                </a:cubicBezTo>
                <a:cubicBezTo>
                  <a:pt x="8954682" y="243766"/>
                  <a:pt x="8969504" y="344676"/>
                  <a:pt x="8962098" y="607071"/>
                </a:cubicBezTo>
                <a:cubicBezTo>
                  <a:pt x="8850386" y="624967"/>
                  <a:pt x="8708589" y="608299"/>
                  <a:pt x="8541569" y="607071"/>
                </a:cubicBezTo>
                <a:cubicBezTo>
                  <a:pt x="8374549" y="605843"/>
                  <a:pt x="8096765" y="600337"/>
                  <a:pt x="7941798" y="607071"/>
                </a:cubicBezTo>
                <a:cubicBezTo>
                  <a:pt x="7786831" y="613805"/>
                  <a:pt x="7566177" y="595339"/>
                  <a:pt x="7431647" y="607071"/>
                </a:cubicBezTo>
                <a:cubicBezTo>
                  <a:pt x="7297117" y="618803"/>
                  <a:pt x="7018011" y="570777"/>
                  <a:pt x="6652634" y="607071"/>
                </a:cubicBezTo>
                <a:cubicBezTo>
                  <a:pt x="6287257" y="643365"/>
                  <a:pt x="6057882" y="636479"/>
                  <a:pt x="5784000" y="607071"/>
                </a:cubicBezTo>
                <a:cubicBezTo>
                  <a:pt x="5510118" y="577663"/>
                  <a:pt x="5539657" y="587938"/>
                  <a:pt x="5363471" y="607071"/>
                </a:cubicBezTo>
                <a:cubicBezTo>
                  <a:pt x="5187285" y="626204"/>
                  <a:pt x="4841659" y="619285"/>
                  <a:pt x="4584458" y="607071"/>
                </a:cubicBezTo>
                <a:cubicBezTo>
                  <a:pt x="4327257" y="594857"/>
                  <a:pt x="4039189" y="573387"/>
                  <a:pt x="3895066" y="607071"/>
                </a:cubicBezTo>
                <a:cubicBezTo>
                  <a:pt x="3750943" y="640755"/>
                  <a:pt x="3401168" y="602037"/>
                  <a:pt x="3205674" y="607071"/>
                </a:cubicBezTo>
                <a:cubicBezTo>
                  <a:pt x="3010180" y="612105"/>
                  <a:pt x="2759549" y="600501"/>
                  <a:pt x="2605902" y="607071"/>
                </a:cubicBezTo>
                <a:cubicBezTo>
                  <a:pt x="2452255" y="613641"/>
                  <a:pt x="2183047" y="622738"/>
                  <a:pt x="1826889" y="607071"/>
                </a:cubicBezTo>
                <a:cubicBezTo>
                  <a:pt x="1470731" y="591404"/>
                  <a:pt x="1380877" y="635936"/>
                  <a:pt x="1227118" y="607071"/>
                </a:cubicBezTo>
                <a:cubicBezTo>
                  <a:pt x="1073359" y="578206"/>
                  <a:pt x="290229" y="645758"/>
                  <a:pt x="0" y="607071"/>
                </a:cubicBezTo>
                <a:cubicBezTo>
                  <a:pt x="11461" y="394829"/>
                  <a:pt x="-7958" y="144618"/>
                  <a:pt x="0" y="0"/>
                </a:cubicBezTo>
                <a:close/>
              </a:path>
              <a:path w="8962098" h="607071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45704" y="276959"/>
                  <a:pt x="8960770" y="398236"/>
                  <a:pt x="8962098" y="607071"/>
                </a:cubicBezTo>
                <a:cubicBezTo>
                  <a:pt x="8581962" y="595147"/>
                  <a:pt x="8458871" y="583178"/>
                  <a:pt x="8183085" y="607071"/>
                </a:cubicBezTo>
                <a:cubicBezTo>
                  <a:pt x="7907299" y="630964"/>
                  <a:pt x="7572570" y="591777"/>
                  <a:pt x="7314451" y="607071"/>
                </a:cubicBezTo>
                <a:cubicBezTo>
                  <a:pt x="7056332" y="622365"/>
                  <a:pt x="6862630" y="611532"/>
                  <a:pt x="6625059" y="607071"/>
                </a:cubicBezTo>
                <a:cubicBezTo>
                  <a:pt x="6387488" y="602610"/>
                  <a:pt x="6230415" y="597527"/>
                  <a:pt x="5935666" y="607071"/>
                </a:cubicBezTo>
                <a:cubicBezTo>
                  <a:pt x="5640917" y="616615"/>
                  <a:pt x="5387817" y="564810"/>
                  <a:pt x="5067032" y="607071"/>
                </a:cubicBezTo>
                <a:cubicBezTo>
                  <a:pt x="4746247" y="649332"/>
                  <a:pt x="4683648" y="640900"/>
                  <a:pt x="4377640" y="607071"/>
                </a:cubicBezTo>
                <a:cubicBezTo>
                  <a:pt x="4071632" y="573242"/>
                  <a:pt x="3923134" y="618536"/>
                  <a:pt x="3598627" y="607071"/>
                </a:cubicBezTo>
                <a:cubicBezTo>
                  <a:pt x="3274120" y="595606"/>
                  <a:pt x="3192984" y="602730"/>
                  <a:pt x="2819614" y="607071"/>
                </a:cubicBezTo>
                <a:cubicBezTo>
                  <a:pt x="2446244" y="611412"/>
                  <a:pt x="2449472" y="584005"/>
                  <a:pt x="2219843" y="607071"/>
                </a:cubicBezTo>
                <a:cubicBezTo>
                  <a:pt x="1990214" y="630137"/>
                  <a:pt x="1870557" y="592142"/>
                  <a:pt x="1709693" y="607071"/>
                </a:cubicBezTo>
                <a:cubicBezTo>
                  <a:pt x="1548829" y="622001"/>
                  <a:pt x="1236483" y="575721"/>
                  <a:pt x="841058" y="607071"/>
                </a:cubicBezTo>
                <a:cubicBezTo>
                  <a:pt x="445633" y="638421"/>
                  <a:pt x="201602" y="592829"/>
                  <a:pt x="0" y="607071"/>
                </a:cubicBezTo>
                <a:cubicBezTo>
                  <a:pt x="6033" y="394823"/>
                  <a:pt x="-5469" y="12159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r>
              <a:rPr lang="en-US" altLang="ko-KR" sz="1000">
                <a:solidFill>
                  <a:srgbClr val="00B050"/>
                </a:solidFill>
              </a:rPr>
              <a:t>// *2) </a:t>
            </a:r>
            <a:r>
              <a:rPr lang="ko-KR" altLang="en-US" sz="1000">
                <a:solidFill>
                  <a:srgbClr val="00B050"/>
                </a:solidFill>
              </a:rPr>
              <a:t>이것을 </a:t>
            </a:r>
            <a:r>
              <a:rPr lang="en-US" altLang="ko-KR" sz="1000">
                <a:solidFill>
                  <a:srgbClr val="00B050"/>
                </a:solidFill>
              </a:rPr>
              <a:t>extract</a:t>
            </a:r>
            <a:r>
              <a:rPr lang="ko-KR" altLang="en-US" sz="1000">
                <a:solidFill>
                  <a:srgbClr val="00B050"/>
                </a:solidFill>
              </a:rPr>
              <a:t>해냄</a:t>
            </a:r>
          </a:p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v1 = baz.extract&lt;std::set&lt;int&gt;&gt;();</a:t>
            </a:r>
          </a:p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v2 = baz.extract&lt;std::map&lt;std::string, </a:t>
            </a:r>
            <a:r>
              <a:rPr lang="en-US" altLang="ko-KR" sz="1000">
                <a:solidFill>
                  <a:srgbClr val="0000FF"/>
                </a:solidFill>
              </a:rPr>
              <a:t>int</a:t>
            </a:r>
            <a:r>
              <a:rPr lang="en-US" altLang="ko-KR" sz="1000"/>
              <a:t>&gt;&gt;();</a:t>
            </a:r>
          </a:p>
        </p:txBody>
      </p:sp>
    </p:spTree>
    <p:extLst>
      <p:ext uri="{BB962C8B-B14F-4D97-AF65-F5344CB8AC3E}">
        <p14:creationId xmlns:p14="http://schemas.microsoft.com/office/powerpoint/2010/main" val="593301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854FC3-83B1-4810-845D-2E245C8938C1}"/>
              </a:ext>
            </a:extLst>
          </p:cNvPr>
          <p:cNvSpPr txBox="1"/>
          <p:nvPr/>
        </p:nvSpPr>
        <p:spPr>
          <a:xfrm>
            <a:off x="1416050" y="620713"/>
            <a:ext cx="90483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Ireferenceable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대신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Ipoolable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상속받으면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make_object&lt;T&gt;()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 호출 시 자동으로 풀에서 할당을 받음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674F14-0E68-4738-B3EB-C0533B314E1A}"/>
              </a:ext>
            </a:extLst>
          </p:cNvPr>
          <p:cNvSpPr txBox="1"/>
          <p:nvPr/>
        </p:nvSpPr>
        <p:spPr>
          <a:xfrm>
            <a:off x="1250586" y="-12879"/>
            <a:ext cx="3727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append-extract.linear_container</a:t>
            </a:r>
            <a:endParaRPr lang="ko-KR" alt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8CC1ED-654E-4F78-9EDC-CD8087458BF0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3D4B79-B759-4B8B-9C48-9509997B915F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0624675-1C14-4C9C-B85E-DE35350E87D0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CF51F81-2B0C-47BD-9D09-50BB54DE8316}"/>
              </a:ext>
            </a:extLst>
          </p:cNvPr>
          <p:cNvSpPr/>
          <p:nvPr/>
        </p:nvSpPr>
        <p:spPr>
          <a:xfrm>
            <a:off x="1828218" y="2340704"/>
            <a:ext cx="5969870" cy="297366"/>
          </a:xfrm>
          <a:prstGeom prst="rect">
            <a:avLst/>
          </a:prstGeom>
          <a:solidFill>
            <a:schemeClr val="bg1"/>
          </a:solidFill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200F182-2A71-475B-97C8-A977DF27BF3F}"/>
              </a:ext>
            </a:extLst>
          </p:cNvPr>
          <p:cNvSpPr/>
          <p:nvPr/>
        </p:nvSpPr>
        <p:spPr>
          <a:xfrm>
            <a:off x="2317073" y="2889197"/>
            <a:ext cx="2047581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크기 </a:t>
            </a:r>
            <a:r>
              <a:rPr lang="en-US" altLang="ko-KR" sz="14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(4bytes)</a:t>
            </a:r>
          </a:p>
          <a:p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NULL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을 포함한 길이다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4506BF1-913F-4521-84E1-FB32EE777BB2}"/>
              </a:ext>
            </a:extLst>
          </p:cNvPr>
          <p:cNvSpPr/>
          <p:nvPr/>
        </p:nvSpPr>
        <p:spPr>
          <a:xfrm>
            <a:off x="1822657" y="2335547"/>
            <a:ext cx="1564115" cy="30777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3E78916-AF30-4F0C-AC1F-E139E3D987E8}"/>
              </a:ext>
            </a:extLst>
          </p:cNvPr>
          <p:cNvSpPr/>
          <p:nvPr/>
        </p:nvSpPr>
        <p:spPr>
          <a:xfrm>
            <a:off x="3386694" y="2335547"/>
            <a:ext cx="731290" cy="307778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5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6346071-71AE-4BAD-B94B-CFB879D20487}"/>
              </a:ext>
            </a:extLst>
          </p:cNvPr>
          <p:cNvSpPr/>
          <p:nvPr/>
        </p:nvSpPr>
        <p:spPr>
          <a:xfrm>
            <a:off x="4120870" y="2335547"/>
            <a:ext cx="267282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1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3465D52-E614-4369-A17A-9203C3207056}"/>
              </a:ext>
            </a:extLst>
          </p:cNvPr>
          <p:cNvSpPr/>
          <p:nvPr/>
        </p:nvSpPr>
        <p:spPr>
          <a:xfrm>
            <a:off x="4386706" y="2335547"/>
            <a:ext cx="267282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2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3C08B84-5F23-4358-9290-1F4663E6C7C0}"/>
              </a:ext>
            </a:extLst>
          </p:cNvPr>
          <p:cNvSpPr/>
          <p:nvPr/>
        </p:nvSpPr>
        <p:spPr>
          <a:xfrm>
            <a:off x="4646390" y="2335547"/>
            <a:ext cx="267282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3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1F89612-0BDE-4AF4-B80C-578936B3357C}"/>
              </a:ext>
            </a:extLst>
          </p:cNvPr>
          <p:cNvSpPr/>
          <p:nvPr/>
        </p:nvSpPr>
        <p:spPr>
          <a:xfrm>
            <a:off x="4909966" y="2335547"/>
            <a:ext cx="271719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4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4F87143-123C-4CE2-9AD6-AB835A1AE9FD}"/>
              </a:ext>
            </a:extLst>
          </p:cNvPr>
          <p:cNvSpPr/>
          <p:nvPr/>
        </p:nvSpPr>
        <p:spPr>
          <a:xfrm>
            <a:off x="5182419" y="2335547"/>
            <a:ext cx="267282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5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14B2F59-B156-429C-8E0C-CA1C6DC55C79}"/>
              </a:ext>
            </a:extLst>
          </p:cNvPr>
          <p:cNvSpPr/>
          <p:nvPr/>
        </p:nvSpPr>
        <p:spPr>
          <a:xfrm>
            <a:off x="4509025" y="2889197"/>
            <a:ext cx="4124612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데이터 </a:t>
            </a:r>
            <a:r>
              <a:rPr lang="en-US" altLang="ko-KR" sz="14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(</a:t>
            </a:r>
            <a:r>
              <a:rPr lang="ko-KR" altLang="en-US" sz="14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데이터당 크기 </a:t>
            </a:r>
            <a:r>
              <a:rPr lang="en-US" altLang="ko-KR" sz="14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×</a:t>
            </a:r>
            <a:r>
              <a:rPr lang="ko-KR" altLang="en-US" sz="14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데이터 개수</a:t>
            </a:r>
            <a:r>
              <a:rPr lang="en-US" altLang="ko-KR" sz="14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)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</a:p>
          <a:p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데이터를 순차적으로 써넣는다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4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26" name="왼쪽 중괄호 25">
            <a:extLst>
              <a:ext uri="{FF2B5EF4-FFF2-40B4-BE49-F238E27FC236}">
                <a16:creationId xmlns:a16="http://schemas.microsoft.com/office/drawing/2014/main" id="{CC265F3B-FF1C-4E53-9116-90C508D4037D}"/>
              </a:ext>
            </a:extLst>
          </p:cNvPr>
          <p:cNvSpPr/>
          <p:nvPr/>
        </p:nvSpPr>
        <p:spPr>
          <a:xfrm rot="16200000">
            <a:off x="3656861" y="2448112"/>
            <a:ext cx="180000" cy="65288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왼쪽 중괄호 26">
            <a:extLst>
              <a:ext uri="{FF2B5EF4-FFF2-40B4-BE49-F238E27FC236}">
                <a16:creationId xmlns:a16="http://schemas.microsoft.com/office/drawing/2014/main" id="{EE0C2B62-E719-41A6-A17E-DFADB97C2B43}"/>
              </a:ext>
            </a:extLst>
          </p:cNvPr>
          <p:cNvSpPr/>
          <p:nvPr/>
        </p:nvSpPr>
        <p:spPr>
          <a:xfrm rot="16200000">
            <a:off x="4985633" y="1861767"/>
            <a:ext cx="179999" cy="182557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7AA3CA-908B-4873-BF03-7BA2E259C57C}"/>
              </a:ext>
            </a:extLst>
          </p:cNvPr>
          <p:cNvSpPr txBox="1"/>
          <p:nvPr/>
        </p:nvSpPr>
        <p:spPr>
          <a:xfrm>
            <a:off x="1860534" y="1375693"/>
            <a:ext cx="3188693" cy="688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/>
              <a:t>std::set&lt;</a:t>
            </a:r>
            <a:r>
              <a:rPr lang="en-US" altLang="ko-KR" sz="1400">
                <a:solidFill>
                  <a:srgbClr val="0000FF"/>
                </a:solidFill>
              </a:rPr>
              <a:t>int</a:t>
            </a:r>
            <a:r>
              <a:rPr lang="en-US" altLang="ko-KR" sz="1400"/>
              <a:t>&gt; s1{ 1,2,3,4,5,6,7 };</a:t>
            </a:r>
            <a:endParaRPr lang="en-US" altLang="ko-KR" sz="140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temp.append&lt;</a:t>
            </a: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std::set&lt;</a:t>
            </a:r>
            <a:r>
              <a:rPr lang="en-US" altLang="ko-KR" sz="14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int</a:t>
            </a: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&gt;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&gt;(s1);</a:t>
            </a:r>
            <a:endParaRPr lang="ko-KR" altLang="en-US" sz="14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7D117CB-EA11-41B0-A817-753B4BC7D02B}"/>
              </a:ext>
            </a:extLst>
          </p:cNvPr>
          <p:cNvSpPr/>
          <p:nvPr/>
        </p:nvSpPr>
        <p:spPr>
          <a:xfrm>
            <a:off x="5451779" y="2339090"/>
            <a:ext cx="267282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6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223E38A-C43E-41AA-9CFB-42D678B2AC9E}"/>
              </a:ext>
            </a:extLst>
          </p:cNvPr>
          <p:cNvSpPr/>
          <p:nvPr/>
        </p:nvSpPr>
        <p:spPr>
          <a:xfrm>
            <a:off x="5721137" y="2339090"/>
            <a:ext cx="267282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7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EAD02F9-94FE-448E-A053-5E7DB73AB393}"/>
              </a:ext>
            </a:extLst>
          </p:cNvPr>
          <p:cNvSpPr/>
          <p:nvPr/>
        </p:nvSpPr>
        <p:spPr>
          <a:xfrm>
            <a:off x="4117983" y="2340274"/>
            <a:ext cx="1881349" cy="307778"/>
          </a:xfrm>
          <a:prstGeom prst="rect">
            <a:avLst/>
          </a:prstGeom>
          <a:noFill/>
          <a:ln w="25400"/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52DF9AE-EED4-474B-BE14-F1833A651D7B}"/>
              </a:ext>
            </a:extLst>
          </p:cNvPr>
          <p:cNvSpPr/>
          <p:nvPr/>
        </p:nvSpPr>
        <p:spPr>
          <a:xfrm>
            <a:off x="1866095" y="5383003"/>
            <a:ext cx="5969870" cy="297366"/>
          </a:xfrm>
          <a:prstGeom prst="rect">
            <a:avLst/>
          </a:prstGeom>
          <a:solidFill>
            <a:schemeClr val="bg1"/>
          </a:solidFill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61E264B-42C0-46D2-9D42-42E3E61E00DB}"/>
              </a:ext>
            </a:extLst>
          </p:cNvPr>
          <p:cNvSpPr/>
          <p:nvPr/>
        </p:nvSpPr>
        <p:spPr>
          <a:xfrm>
            <a:off x="3077969" y="5922703"/>
            <a:ext cx="1564115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크기 </a:t>
            </a:r>
            <a:r>
              <a:rPr lang="en-US" altLang="ko-KR" sz="14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(4bytes)</a:t>
            </a:r>
          </a:p>
          <a:p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데이터의 갯수로</a:t>
            </a:r>
            <a:endParaRPr lang="en-US" altLang="ko-KR" sz="1200">
              <a:solidFill>
                <a:srgbClr val="0000F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size()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값이다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A6CB8C0-B27C-4D29-ACA9-B36F4844846D}"/>
              </a:ext>
            </a:extLst>
          </p:cNvPr>
          <p:cNvSpPr/>
          <p:nvPr/>
        </p:nvSpPr>
        <p:spPr>
          <a:xfrm>
            <a:off x="1860534" y="5377846"/>
            <a:ext cx="1564115" cy="30777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FB6ABCF-DB94-4DDD-B5C3-BDE577739D44}"/>
              </a:ext>
            </a:extLst>
          </p:cNvPr>
          <p:cNvSpPr/>
          <p:nvPr/>
        </p:nvSpPr>
        <p:spPr>
          <a:xfrm>
            <a:off x="3424571" y="5381383"/>
            <a:ext cx="731290" cy="307778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2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ED98E39-DF76-417A-B04F-1CC1BE013BE8}"/>
              </a:ext>
            </a:extLst>
          </p:cNvPr>
          <p:cNvSpPr/>
          <p:nvPr/>
        </p:nvSpPr>
        <p:spPr>
          <a:xfrm>
            <a:off x="4158747" y="5381383"/>
            <a:ext cx="267282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6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3BA7767-04DD-4F2C-AD9D-1E5EA524506D}"/>
              </a:ext>
            </a:extLst>
          </p:cNvPr>
          <p:cNvSpPr/>
          <p:nvPr/>
        </p:nvSpPr>
        <p:spPr>
          <a:xfrm>
            <a:off x="4424583" y="5381383"/>
            <a:ext cx="267282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f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93DA29C-67FC-4663-8914-5102D67DD25E}"/>
              </a:ext>
            </a:extLst>
          </p:cNvPr>
          <p:cNvSpPr/>
          <p:nvPr/>
        </p:nvSpPr>
        <p:spPr>
          <a:xfrm>
            <a:off x="4684267" y="5381383"/>
            <a:ext cx="267282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i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AC4B6F1-41BF-4278-A2D9-878B8A3ACDC3}"/>
              </a:ext>
            </a:extLst>
          </p:cNvPr>
          <p:cNvSpPr/>
          <p:nvPr/>
        </p:nvSpPr>
        <p:spPr>
          <a:xfrm>
            <a:off x="4947843" y="5381383"/>
            <a:ext cx="271719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r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CDA437A-2633-426B-8648-AE12BC17A363}"/>
              </a:ext>
            </a:extLst>
          </p:cNvPr>
          <p:cNvSpPr/>
          <p:nvPr/>
        </p:nvSpPr>
        <p:spPr>
          <a:xfrm>
            <a:off x="4790663" y="5922703"/>
            <a:ext cx="134990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첫번째 데이터</a:t>
            </a:r>
            <a:endParaRPr lang="ko-KR" altLang="en-US" sz="14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42" name="왼쪽 중괄호 41">
            <a:extLst>
              <a:ext uri="{FF2B5EF4-FFF2-40B4-BE49-F238E27FC236}">
                <a16:creationId xmlns:a16="http://schemas.microsoft.com/office/drawing/2014/main" id="{FBBA9F87-89B5-4C24-9496-9071C5C77C49}"/>
              </a:ext>
            </a:extLst>
          </p:cNvPr>
          <p:cNvSpPr/>
          <p:nvPr/>
        </p:nvSpPr>
        <p:spPr>
          <a:xfrm rot="16200000">
            <a:off x="3712738" y="5497778"/>
            <a:ext cx="144000" cy="65288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왼쪽 중괄호 42">
            <a:extLst>
              <a:ext uri="{FF2B5EF4-FFF2-40B4-BE49-F238E27FC236}">
                <a16:creationId xmlns:a16="http://schemas.microsoft.com/office/drawing/2014/main" id="{7597F76A-CFF2-403F-BA9F-7E552892432E}"/>
              </a:ext>
            </a:extLst>
          </p:cNvPr>
          <p:cNvSpPr/>
          <p:nvPr/>
        </p:nvSpPr>
        <p:spPr>
          <a:xfrm rot="16200000">
            <a:off x="5378961" y="4552716"/>
            <a:ext cx="170483" cy="256949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4CB5CC-C374-4092-9F09-A945AC2468A5}"/>
              </a:ext>
            </a:extLst>
          </p:cNvPr>
          <p:cNvSpPr txBox="1"/>
          <p:nvPr/>
        </p:nvSpPr>
        <p:spPr>
          <a:xfrm>
            <a:off x="1853442" y="4079909"/>
            <a:ext cx="4895507" cy="688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/>
              <a:t>std::map&lt;std::string, </a:t>
            </a:r>
            <a:r>
              <a:rPr lang="en-US" altLang="ko-KR" sz="1400">
                <a:solidFill>
                  <a:srgbClr val="0000FF"/>
                </a:solidFill>
              </a:rPr>
              <a:t>int</a:t>
            </a:r>
            <a:r>
              <a:rPr lang="en-US" altLang="ko-KR" sz="1400"/>
              <a:t>&gt; s2{ {"first",100}, {"second",200} };</a:t>
            </a:r>
            <a:endParaRPr lang="en-US" altLang="ko-KR" sz="140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temp.append&lt;</a:t>
            </a: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std::map&lt;std::string,int&gt;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&gt;(s2);</a:t>
            </a:r>
            <a:endParaRPr lang="ko-KR" altLang="en-US" sz="14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312921F7-E201-4585-BF6B-DDACF355C2FB}"/>
              </a:ext>
            </a:extLst>
          </p:cNvPr>
          <p:cNvSpPr/>
          <p:nvPr/>
        </p:nvSpPr>
        <p:spPr>
          <a:xfrm>
            <a:off x="4662018" y="4834819"/>
            <a:ext cx="91974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키</a:t>
            </a:r>
            <a:r>
              <a:rPr lang="en-US" altLang="ko-KR" sz="14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(key)</a:t>
            </a:r>
            <a:endParaRPr lang="ko-KR" altLang="en-US" sz="14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3E176CBE-F03C-4153-92F4-340E0A419F04}"/>
              </a:ext>
            </a:extLst>
          </p:cNvPr>
          <p:cNvSpPr/>
          <p:nvPr/>
        </p:nvSpPr>
        <p:spPr>
          <a:xfrm>
            <a:off x="5219439" y="5381383"/>
            <a:ext cx="267282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s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36397025-9029-43DF-8384-5319814A3C93}"/>
              </a:ext>
            </a:extLst>
          </p:cNvPr>
          <p:cNvSpPr/>
          <p:nvPr/>
        </p:nvSpPr>
        <p:spPr>
          <a:xfrm>
            <a:off x="5483015" y="5381383"/>
            <a:ext cx="271719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t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C2B2A68D-4A63-4A99-AB82-4B7D9D583205}"/>
              </a:ext>
            </a:extLst>
          </p:cNvPr>
          <p:cNvSpPr/>
          <p:nvPr/>
        </p:nvSpPr>
        <p:spPr>
          <a:xfrm>
            <a:off x="5741253" y="5381383"/>
            <a:ext cx="271719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0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E9588BA8-7DA5-41CB-8378-E8E74D3BD78D}"/>
              </a:ext>
            </a:extLst>
          </p:cNvPr>
          <p:cNvSpPr/>
          <p:nvPr/>
        </p:nvSpPr>
        <p:spPr>
          <a:xfrm>
            <a:off x="6026690" y="5381383"/>
            <a:ext cx="731290" cy="307778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100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58" name="왼쪽 중괄호 57">
            <a:extLst>
              <a:ext uri="{FF2B5EF4-FFF2-40B4-BE49-F238E27FC236}">
                <a16:creationId xmlns:a16="http://schemas.microsoft.com/office/drawing/2014/main" id="{5DEEBFDA-E4CD-4868-95B2-256E8A3832AE}"/>
              </a:ext>
            </a:extLst>
          </p:cNvPr>
          <p:cNvSpPr/>
          <p:nvPr/>
        </p:nvSpPr>
        <p:spPr>
          <a:xfrm rot="5400000">
            <a:off x="5027748" y="4336400"/>
            <a:ext cx="132633" cy="178870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D2DA1BD9-C4F0-419B-8DC3-EFD0A771C58E}"/>
              </a:ext>
            </a:extLst>
          </p:cNvPr>
          <p:cNvSpPr/>
          <p:nvPr/>
        </p:nvSpPr>
        <p:spPr>
          <a:xfrm>
            <a:off x="6764517" y="5381383"/>
            <a:ext cx="267282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7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30B315A9-1C32-4960-95D1-BC64FBA65C97}"/>
              </a:ext>
            </a:extLst>
          </p:cNvPr>
          <p:cNvSpPr/>
          <p:nvPr/>
        </p:nvSpPr>
        <p:spPr>
          <a:xfrm>
            <a:off x="7030353" y="5381383"/>
            <a:ext cx="267282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s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8315416A-4A09-4119-BA41-403CDCB4E7F0}"/>
              </a:ext>
            </a:extLst>
          </p:cNvPr>
          <p:cNvSpPr/>
          <p:nvPr/>
        </p:nvSpPr>
        <p:spPr>
          <a:xfrm>
            <a:off x="7290037" y="5381383"/>
            <a:ext cx="267282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e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E0D6C31-146B-4271-B1FD-BBBE375E877A}"/>
              </a:ext>
            </a:extLst>
          </p:cNvPr>
          <p:cNvSpPr/>
          <p:nvPr/>
        </p:nvSpPr>
        <p:spPr>
          <a:xfrm>
            <a:off x="7553613" y="5381383"/>
            <a:ext cx="271719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c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009731DF-A1F4-4FDB-96A4-175D3EB853C7}"/>
              </a:ext>
            </a:extLst>
          </p:cNvPr>
          <p:cNvSpPr/>
          <p:nvPr/>
        </p:nvSpPr>
        <p:spPr>
          <a:xfrm>
            <a:off x="7540344" y="5922703"/>
            <a:ext cx="134990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두번째 데이터</a:t>
            </a:r>
            <a:endParaRPr lang="ko-KR" altLang="en-US" sz="14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64" name="왼쪽 중괄호 63">
            <a:extLst>
              <a:ext uri="{FF2B5EF4-FFF2-40B4-BE49-F238E27FC236}">
                <a16:creationId xmlns:a16="http://schemas.microsoft.com/office/drawing/2014/main" id="{5D931E01-6C1D-4C05-99F4-7FB6FA59D099}"/>
              </a:ext>
            </a:extLst>
          </p:cNvPr>
          <p:cNvSpPr/>
          <p:nvPr/>
        </p:nvSpPr>
        <p:spPr>
          <a:xfrm rot="16200000">
            <a:off x="8147800" y="4393191"/>
            <a:ext cx="140457" cy="286560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1051B064-0F49-44BE-BBF6-1B508B29E904}"/>
              </a:ext>
            </a:extLst>
          </p:cNvPr>
          <p:cNvSpPr/>
          <p:nvPr/>
        </p:nvSpPr>
        <p:spPr>
          <a:xfrm>
            <a:off x="7825209" y="5381383"/>
            <a:ext cx="267282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o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1A9E5E6B-C6C5-42D8-869A-3B78111B98C1}"/>
              </a:ext>
            </a:extLst>
          </p:cNvPr>
          <p:cNvSpPr/>
          <p:nvPr/>
        </p:nvSpPr>
        <p:spPr>
          <a:xfrm>
            <a:off x="8088785" y="5381383"/>
            <a:ext cx="271719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n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DAC29F0E-AE5D-47C2-94A3-B47B850F87EC}"/>
              </a:ext>
            </a:extLst>
          </p:cNvPr>
          <p:cNvSpPr/>
          <p:nvPr/>
        </p:nvSpPr>
        <p:spPr>
          <a:xfrm>
            <a:off x="8358143" y="5381383"/>
            <a:ext cx="271719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d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63E31902-317C-472F-8189-23A083DF26BA}"/>
              </a:ext>
            </a:extLst>
          </p:cNvPr>
          <p:cNvSpPr/>
          <p:nvPr/>
        </p:nvSpPr>
        <p:spPr>
          <a:xfrm>
            <a:off x="8634104" y="5381383"/>
            <a:ext cx="271719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0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08B4C57-4097-4633-8BA2-4F397703885A}"/>
              </a:ext>
            </a:extLst>
          </p:cNvPr>
          <p:cNvSpPr/>
          <p:nvPr/>
        </p:nvSpPr>
        <p:spPr>
          <a:xfrm>
            <a:off x="4157553" y="5381383"/>
            <a:ext cx="1869137" cy="307778"/>
          </a:xfrm>
          <a:prstGeom prst="rect">
            <a:avLst/>
          </a:prstGeom>
          <a:noFill/>
          <a:ln w="25400"/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AE46C046-8B4C-43A8-9577-F266EA8AECBC}"/>
              </a:ext>
            </a:extLst>
          </p:cNvPr>
          <p:cNvSpPr/>
          <p:nvPr/>
        </p:nvSpPr>
        <p:spPr>
          <a:xfrm>
            <a:off x="6762846" y="5375219"/>
            <a:ext cx="2156695" cy="307778"/>
          </a:xfrm>
          <a:prstGeom prst="rect">
            <a:avLst/>
          </a:prstGeom>
          <a:noFill/>
          <a:ln w="25400"/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71EB7A69-8623-4E31-8689-EF1C57F065CC}"/>
              </a:ext>
            </a:extLst>
          </p:cNvPr>
          <p:cNvSpPr/>
          <p:nvPr/>
        </p:nvSpPr>
        <p:spPr>
          <a:xfrm>
            <a:off x="8919541" y="5381383"/>
            <a:ext cx="731290" cy="307778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200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72" name="왼쪽 중괄호 71">
            <a:extLst>
              <a:ext uri="{FF2B5EF4-FFF2-40B4-BE49-F238E27FC236}">
                <a16:creationId xmlns:a16="http://schemas.microsoft.com/office/drawing/2014/main" id="{387355C0-1416-465A-9395-ACC176B22825}"/>
              </a:ext>
            </a:extLst>
          </p:cNvPr>
          <p:cNvSpPr/>
          <p:nvPr/>
        </p:nvSpPr>
        <p:spPr>
          <a:xfrm rot="5400000">
            <a:off x="6321501" y="4869627"/>
            <a:ext cx="132635" cy="72225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83ACE732-E516-479B-ABC8-F5068273C87C}"/>
              </a:ext>
            </a:extLst>
          </p:cNvPr>
          <p:cNvSpPr/>
          <p:nvPr/>
        </p:nvSpPr>
        <p:spPr>
          <a:xfrm>
            <a:off x="5933259" y="4812448"/>
            <a:ext cx="101016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값</a:t>
            </a:r>
            <a:r>
              <a:rPr lang="en-US" altLang="ko-KR" sz="14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(value)</a:t>
            </a:r>
            <a:endParaRPr lang="ko-KR" altLang="en-US" sz="14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53888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854FC3-83B1-4810-845D-2E245C8938C1}"/>
              </a:ext>
            </a:extLst>
          </p:cNvPr>
          <p:cNvSpPr txBox="1"/>
          <p:nvPr/>
        </p:nvSpPr>
        <p:spPr>
          <a:xfrm>
            <a:off x="1416050" y="620713"/>
            <a:ext cx="90483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Ireferenceable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대신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Ipoolable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상속받으면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make_object&lt;T&gt;()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 호출 시 자동으로 풀에서 할당을 받음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674F14-0E68-4738-B3EB-C0533B314E1A}"/>
              </a:ext>
            </a:extLst>
          </p:cNvPr>
          <p:cNvSpPr txBox="1"/>
          <p:nvPr/>
        </p:nvSpPr>
        <p:spPr>
          <a:xfrm>
            <a:off x="1250586" y="-12879"/>
            <a:ext cx="3264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append-extract.time_classes</a:t>
            </a:r>
            <a:endParaRPr lang="ko-KR" alt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8CC1ED-654E-4F78-9EDC-CD8087458BF0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3D4B79-B759-4B8B-9C48-9509997B915F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0624675-1C14-4C9C-B85E-DE35350E87D0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AC97948-FBFF-455F-B1BF-BAED259921DC}"/>
              </a:ext>
            </a:extLst>
          </p:cNvPr>
          <p:cNvSpPr/>
          <p:nvPr/>
        </p:nvSpPr>
        <p:spPr>
          <a:xfrm>
            <a:off x="1638315" y="1131017"/>
            <a:ext cx="8962098" cy="2607619"/>
          </a:xfrm>
          <a:custGeom>
            <a:avLst/>
            <a:gdLst>
              <a:gd name="connsiteX0" fmla="*/ 0 w 8962098"/>
              <a:gd name="connsiteY0" fmla="*/ 0 h 2607619"/>
              <a:gd name="connsiteX1" fmla="*/ 868634 w 8962098"/>
              <a:gd name="connsiteY1" fmla="*/ 0 h 2607619"/>
              <a:gd name="connsiteX2" fmla="*/ 1468405 w 8962098"/>
              <a:gd name="connsiteY2" fmla="*/ 0 h 2607619"/>
              <a:gd name="connsiteX3" fmla="*/ 1888935 w 8962098"/>
              <a:gd name="connsiteY3" fmla="*/ 0 h 2607619"/>
              <a:gd name="connsiteX4" fmla="*/ 2488706 w 8962098"/>
              <a:gd name="connsiteY4" fmla="*/ 0 h 2607619"/>
              <a:gd name="connsiteX5" fmla="*/ 3088477 w 8962098"/>
              <a:gd name="connsiteY5" fmla="*/ 0 h 2607619"/>
              <a:gd name="connsiteX6" fmla="*/ 3867490 w 8962098"/>
              <a:gd name="connsiteY6" fmla="*/ 0 h 2607619"/>
              <a:gd name="connsiteX7" fmla="*/ 4288019 w 8962098"/>
              <a:gd name="connsiteY7" fmla="*/ 0 h 2607619"/>
              <a:gd name="connsiteX8" fmla="*/ 4977411 w 8962098"/>
              <a:gd name="connsiteY8" fmla="*/ 0 h 2607619"/>
              <a:gd name="connsiteX9" fmla="*/ 5487562 w 8962098"/>
              <a:gd name="connsiteY9" fmla="*/ 0 h 2607619"/>
              <a:gd name="connsiteX10" fmla="*/ 5908091 w 8962098"/>
              <a:gd name="connsiteY10" fmla="*/ 0 h 2607619"/>
              <a:gd name="connsiteX11" fmla="*/ 6776725 w 8962098"/>
              <a:gd name="connsiteY11" fmla="*/ 0 h 2607619"/>
              <a:gd name="connsiteX12" fmla="*/ 7376496 w 8962098"/>
              <a:gd name="connsiteY12" fmla="*/ 0 h 2607619"/>
              <a:gd name="connsiteX13" fmla="*/ 8155509 w 8962098"/>
              <a:gd name="connsiteY13" fmla="*/ 0 h 2607619"/>
              <a:gd name="connsiteX14" fmla="*/ 8962098 w 8962098"/>
              <a:gd name="connsiteY14" fmla="*/ 0 h 2607619"/>
              <a:gd name="connsiteX15" fmla="*/ 8962098 w 8962098"/>
              <a:gd name="connsiteY15" fmla="*/ 599752 h 2607619"/>
              <a:gd name="connsiteX16" fmla="*/ 8962098 w 8962098"/>
              <a:gd name="connsiteY16" fmla="*/ 1225581 h 2607619"/>
              <a:gd name="connsiteX17" fmla="*/ 8962098 w 8962098"/>
              <a:gd name="connsiteY17" fmla="*/ 1825333 h 2607619"/>
              <a:gd name="connsiteX18" fmla="*/ 8962098 w 8962098"/>
              <a:gd name="connsiteY18" fmla="*/ 2607619 h 2607619"/>
              <a:gd name="connsiteX19" fmla="*/ 8362327 w 8962098"/>
              <a:gd name="connsiteY19" fmla="*/ 2607619 h 2607619"/>
              <a:gd name="connsiteX20" fmla="*/ 7762556 w 8962098"/>
              <a:gd name="connsiteY20" fmla="*/ 2607619 h 2607619"/>
              <a:gd name="connsiteX21" fmla="*/ 6983543 w 8962098"/>
              <a:gd name="connsiteY21" fmla="*/ 2607619 h 2607619"/>
              <a:gd name="connsiteX22" fmla="*/ 6383771 w 8962098"/>
              <a:gd name="connsiteY22" fmla="*/ 2607619 h 2607619"/>
              <a:gd name="connsiteX23" fmla="*/ 5604758 w 8962098"/>
              <a:gd name="connsiteY23" fmla="*/ 2607619 h 2607619"/>
              <a:gd name="connsiteX24" fmla="*/ 5094608 w 8962098"/>
              <a:gd name="connsiteY24" fmla="*/ 2607619 h 2607619"/>
              <a:gd name="connsiteX25" fmla="*/ 4584458 w 8962098"/>
              <a:gd name="connsiteY25" fmla="*/ 2607619 h 2607619"/>
              <a:gd name="connsiteX26" fmla="*/ 3805445 w 8962098"/>
              <a:gd name="connsiteY26" fmla="*/ 2607619 h 2607619"/>
              <a:gd name="connsiteX27" fmla="*/ 3205674 w 8962098"/>
              <a:gd name="connsiteY27" fmla="*/ 2607619 h 2607619"/>
              <a:gd name="connsiteX28" fmla="*/ 2516281 w 8962098"/>
              <a:gd name="connsiteY28" fmla="*/ 2607619 h 2607619"/>
              <a:gd name="connsiteX29" fmla="*/ 1916510 w 8962098"/>
              <a:gd name="connsiteY29" fmla="*/ 2607619 h 2607619"/>
              <a:gd name="connsiteX30" fmla="*/ 1495981 w 8962098"/>
              <a:gd name="connsiteY30" fmla="*/ 2607619 h 2607619"/>
              <a:gd name="connsiteX31" fmla="*/ 627347 w 8962098"/>
              <a:gd name="connsiteY31" fmla="*/ 2607619 h 2607619"/>
              <a:gd name="connsiteX32" fmla="*/ 0 w 8962098"/>
              <a:gd name="connsiteY32" fmla="*/ 2607619 h 2607619"/>
              <a:gd name="connsiteX33" fmla="*/ 0 w 8962098"/>
              <a:gd name="connsiteY33" fmla="*/ 1903562 h 2607619"/>
              <a:gd name="connsiteX34" fmla="*/ 0 w 8962098"/>
              <a:gd name="connsiteY34" fmla="*/ 1199505 h 2607619"/>
              <a:gd name="connsiteX35" fmla="*/ 0 w 8962098"/>
              <a:gd name="connsiteY35" fmla="*/ 0 h 2607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962098" h="2607619" fill="none" extrusionOk="0">
                <a:moveTo>
                  <a:pt x="0" y="0"/>
                </a:moveTo>
                <a:cubicBezTo>
                  <a:pt x="298731" y="-4631"/>
                  <a:pt x="675027" y="14842"/>
                  <a:pt x="868634" y="0"/>
                </a:cubicBezTo>
                <a:cubicBezTo>
                  <a:pt x="1062241" y="-14842"/>
                  <a:pt x="1341089" y="11627"/>
                  <a:pt x="1468405" y="0"/>
                </a:cubicBezTo>
                <a:cubicBezTo>
                  <a:pt x="1595721" y="-11627"/>
                  <a:pt x="1710587" y="16825"/>
                  <a:pt x="1888935" y="0"/>
                </a:cubicBezTo>
                <a:cubicBezTo>
                  <a:pt x="2067283" y="-16825"/>
                  <a:pt x="2256441" y="4492"/>
                  <a:pt x="2488706" y="0"/>
                </a:cubicBezTo>
                <a:cubicBezTo>
                  <a:pt x="2720971" y="-4492"/>
                  <a:pt x="2827907" y="-11615"/>
                  <a:pt x="3088477" y="0"/>
                </a:cubicBezTo>
                <a:cubicBezTo>
                  <a:pt x="3349047" y="11615"/>
                  <a:pt x="3531027" y="33240"/>
                  <a:pt x="3867490" y="0"/>
                </a:cubicBezTo>
                <a:cubicBezTo>
                  <a:pt x="4203953" y="-33240"/>
                  <a:pt x="4118293" y="18316"/>
                  <a:pt x="4288019" y="0"/>
                </a:cubicBezTo>
                <a:cubicBezTo>
                  <a:pt x="4457745" y="-18316"/>
                  <a:pt x="4791706" y="-10920"/>
                  <a:pt x="4977411" y="0"/>
                </a:cubicBezTo>
                <a:cubicBezTo>
                  <a:pt x="5163116" y="10920"/>
                  <a:pt x="5378473" y="5305"/>
                  <a:pt x="5487562" y="0"/>
                </a:cubicBezTo>
                <a:cubicBezTo>
                  <a:pt x="5596651" y="-5305"/>
                  <a:pt x="5757792" y="5934"/>
                  <a:pt x="5908091" y="0"/>
                </a:cubicBezTo>
                <a:cubicBezTo>
                  <a:pt x="6058390" y="-5934"/>
                  <a:pt x="6535652" y="-26784"/>
                  <a:pt x="6776725" y="0"/>
                </a:cubicBezTo>
                <a:cubicBezTo>
                  <a:pt x="7017798" y="26784"/>
                  <a:pt x="7198419" y="-7531"/>
                  <a:pt x="7376496" y="0"/>
                </a:cubicBezTo>
                <a:cubicBezTo>
                  <a:pt x="7554573" y="7531"/>
                  <a:pt x="7832540" y="-5864"/>
                  <a:pt x="8155509" y="0"/>
                </a:cubicBezTo>
                <a:cubicBezTo>
                  <a:pt x="8478478" y="5864"/>
                  <a:pt x="8658734" y="-30889"/>
                  <a:pt x="8962098" y="0"/>
                </a:cubicBezTo>
                <a:cubicBezTo>
                  <a:pt x="8970391" y="244646"/>
                  <a:pt x="8975421" y="358578"/>
                  <a:pt x="8962098" y="599752"/>
                </a:cubicBezTo>
                <a:cubicBezTo>
                  <a:pt x="8948775" y="840926"/>
                  <a:pt x="8932484" y="925937"/>
                  <a:pt x="8962098" y="1225581"/>
                </a:cubicBezTo>
                <a:cubicBezTo>
                  <a:pt x="8991712" y="1525225"/>
                  <a:pt x="8948960" y="1632372"/>
                  <a:pt x="8962098" y="1825333"/>
                </a:cubicBezTo>
                <a:cubicBezTo>
                  <a:pt x="8975236" y="2018294"/>
                  <a:pt x="8952330" y="2449785"/>
                  <a:pt x="8962098" y="2607619"/>
                </a:cubicBezTo>
                <a:cubicBezTo>
                  <a:pt x="8687274" y="2620828"/>
                  <a:pt x="8494791" y="2606186"/>
                  <a:pt x="8362327" y="2607619"/>
                </a:cubicBezTo>
                <a:cubicBezTo>
                  <a:pt x="8229863" y="2609052"/>
                  <a:pt x="7913777" y="2599001"/>
                  <a:pt x="7762556" y="2607619"/>
                </a:cubicBezTo>
                <a:cubicBezTo>
                  <a:pt x="7611335" y="2616237"/>
                  <a:pt x="7339701" y="2623286"/>
                  <a:pt x="6983543" y="2607619"/>
                </a:cubicBezTo>
                <a:cubicBezTo>
                  <a:pt x="6627385" y="2591952"/>
                  <a:pt x="6543892" y="2577921"/>
                  <a:pt x="6383771" y="2607619"/>
                </a:cubicBezTo>
                <a:cubicBezTo>
                  <a:pt x="6223650" y="2637317"/>
                  <a:pt x="5764514" y="2588330"/>
                  <a:pt x="5604758" y="2607619"/>
                </a:cubicBezTo>
                <a:cubicBezTo>
                  <a:pt x="5445002" y="2626908"/>
                  <a:pt x="5345731" y="2631624"/>
                  <a:pt x="5094608" y="2607619"/>
                </a:cubicBezTo>
                <a:cubicBezTo>
                  <a:pt x="4843485" y="2583615"/>
                  <a:pt x="4833978" y="2618132"/>
                  <a:pt x="4584458" y="2607619"/>
                </a:cubicBezTo>
                <a:cubicBezTo>
                  <a:pt x="4334938" y="2597107"/>
                  <a:pt x="3996796" y="2575163"/>
                  <a:pt x="3805445" y="2607619"/>
                </a:cubicBezTo>
                <a:cubicBezTo>
                  <a:pt x="3614094" y="2640075"/>
                  <a:pt x="3362298" y="2600733"/>
                  <a:pt x="3205674" y="2607619"/>
                </a:cubicBezTo>
                <a:cubicBezTo>
                  <a:pt x="3049050" y="2614505"/>
                  <a:pt x="2714112" y="2590775"/>
                  <a:pt x="2516281" y="2607619"/>
                </a:cubicBezTo>
                <a:cubicBezTo>
                  <a:pt x="2318450" y="2624463"/>
                  <a:pt x="2190500" y="2605346"/>
                  <a:pt x="1916510" y="2607619"/>
                </a:cubicBezTo>
                <a:cubicBezTo>
                  <a:pt x="1642520" y="2609892"/>
                  <a:pt x="1631050" y="2598096"/>
                  <a:pt x="1495981" y="2607619"/>
                </a:cubicBezTo>
                <a:cubicBezTo>
                  <a:pt x="1360912" y="2617142"/>
                  <a:pt x="904943" y="2600295"/>
                  <a:pt x="627347" y="2607619"/>
                </a:cubicBezTo>
                <a:cubicBezTo>
                  <a:pt x="349751" y="2614943"/>
                  <a:pt x="215136" y="2606390"/>
                  <a:pt x="0" y="2607619"/>
                </a:cubicBezTo>
                <a:cubicBezTo>
                  <a:pt x="-34416" y="2438964"/>
                  <a:pt x="-7059" y="2254416"/>
                  <a:pt x="0" y="1903562"/>
                </a:cubicBezTo>
                <a:cubicBezTo>
                  <a:pt x="7059" y="1552708"/>
                  <a:pt x="-25287" y="1423649"/>
                  <a:pt x="0" y="1199505"/>
                </a:cubicBezTo>
                <a:cubicBezTo>
                  <a:pt x="25287" y="975361"/>
                  <a:pt x="35999" y="260246"/>
                  <a:pt x="0" y="0"/>
                </a:cubicBezTo>
                <a:close/>
              </a:path>
              <a:path w="8962098" h="2607619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80984" y="249827"/>
                  <a:pt x="8927928" y="432727"/>
                  <a:pt x="8962098" y="704057"/>
                </a:cubicBezTo>
                <a:cubicBezTo>
                  <a:pt x="8996268" y="975387"/>
                  <a:pt x="8963561" y="1073665"/>
                  <a:pt x="8962098" y="1382038"/>
                </a:cubicBezTo>
                <a:cubicBezTo>
                  <a:pt x="8960635" y="1690411"/>
                  <a:pt x="8957922" y="1759556"/>
                  <a:pt x="8962098" y="2033943"/>
                </a:cubicBezTo>
                <a:cubicBezTo>
                  <a:pt x="8966274" y="2308330"/>
                  <a:pt x="8940851" y="2466644"/>
                  <a:pt x="8962098" y="2607619"/>
                </a:cubicBezTo>
                <a:cubicBezTo>
                  <a:pt x="8798611" y="2616255"/>
                  <a:pt x="8595103" y="2603863"/>
                  <a:pt x="8451948" y="2607619"/>
                </a:cubicBezTo>
                <a:cubicBezTo>
                  <a:pt x="8308793" y="2611376"/>
                  <a:pt x="7904099" y="2565358"/>
                  <a:pt x="7583314" y="2607619"/>
                </a:cubicBezTo>
                <a:cubicBezTo>
                  <a:pt x="7262529" y="2649880"/>
                  <a:pt x="7199930" y="2641448"/>
                  <a:pt x="6893922" y="2607619"/>
                </a:cubicBezTo>
                <a:cubicBezTo>
                  <a:pt x="6587914" y="2573790"/>
                  <a:pt x="6441786" y="2623973"/>
                  <a:pt x="6114908" y="2607619"/>
                </a:cubicBezTo>
                <a:cubicBezTo>
                  <a:pt x="5788030" y="2591265"/>
                  <a:pt x="5709265" y="2603278"/>
                  <a:pt x="5335895" y="2607619"/>
                </a:cubicBezTo>
                <a:cubicBezTo>
                  <a:pt x="4962525" y="2611960"/>
                  <a:pt x="4965753" y="2584553"/>
                  <a:pt x="4736124" y="2607619"/>
                </a:cubicBezTo>
                <a:cubicBezTo>
                  <a:pt x="4506495" y="2630685"/>
                  <a:pt x="4386838" y="2592690"/>
                  <a:pt x="4225974" y="2607619"/>
                </a:cubicBezTo>
                <a:cubicBezTo>
                  <a:pt x="4065110" y="2622549"/>
                  <a:pt x="3752473" y="2572145"/>
                  <a:pt x="3357340" y="2607619"/>
                </a:cubicBezTo>
                <a:cubicBezTo>
                  <a:pt x="2962207" y="2643093"/>
                  <a:pt x="3011953" y="2593166"/>
                  <a:pt x="2667948" y="2607619"/>
                </a:cubicBezTo>
                <a:cubicBezTo>
                  <a:pt x="2323943" y="2622072"/>
                  <a:pt x="2047871" y="2594432"/>
                  <a:pt x="1799314" y="2607619"/>
                </a:cubicBezTo>
                <a:cubicBezTo>
                  <a:pt x="1550757" y="2620806"/>
                  <a:pt x="1180727" y="2598894"/>
                  <a:pt x="1020300" y="2607619"/>
                </a:cubicBezTo>
                <a:cubicBezTo>
                  <a:pt x="859873" y="2616344"/>
                  <a:pt x="498026" y="2657665"/>
                  <a:pt x="0" y="2607619"/>
                </a:cubicBezTo>
                <a:cubicBezTo>
                  <a:pt x="22106" y="2343613"/>
                  <a:pt x="-24650" y="2261325"/>
                  <a:pt x="0" y="1955714"/>
                </a:cubicBezTo>
                <a:cubicBezTo>
                  <a:pt x="24650" y="1650104"/>
                  <a:pt x="-10277" y="1573307"/>
                  <a:pt x="0" y="1382038"/>
                </a:cubicBezTo>
                <a:cubicBezTo>
                  <a:pt x="10277" y="1190769"/>
                  <a:pt x="-3335" y="1079147"/>
                  <a:pt x="0" y="782286"/>
                </a:cubicBezTo>
                <a:cubicBezTo>
                  <a:pt x="3335" y="485425"/>
                  <a:pt x="27676" y="316763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r>
              <a:rPr lang="en-US" altLang="ko-KR" sz="1000">
                <a:solidFill>
                  <a:srgbClr val="00B050"/>
                </a:solidFill>
              </a:rPr>
              <a:t>// - </a:t>
            </a:r>
            <a:r>
              <a:rPr lang="ko-KR" altLang="en-US" sz="1000">
                <a:solidFill>
                  <a:srgbClr val="00B050"/>
                </a:solidFill>
              </a:rPr>
              <a:t>임시로 </a:t>
            </a:r>
            <a:r>
              <a:rPr lang="en-US" altLang="ko-KR" sz="1000">
                <a:solidFill>
                  <a:srgbClr val="00B050"/>
                </a:solidFill>
              </a:rPr>
              <a:t>time</a:t>
            </a:r>
            <a:r>
              <a:rPr lang="ko-KR" altLang="en-US" sz="1000">
                <a:solidFill>
                  <a:srgbClr val="00B050"/>
                </a:solidFill>
              </a:rPr>
              <a:t>을 얻는다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/>
              <a:t>std::chrono::system_clock::time_point t1 = std::chrono::system_clock::now();</a:t>
            </a:r>
          </a:p>
          <a:p>
            <a:r>
              <a:rPr lang="en-US" altLang="ko-KR" sz="1000"/>
              <a:t>time_t rawtime;</a:t>
            </a:r>
          </a:p>
          <a:p>
            <a:r>
              <a:rPr lang="en-US" altLang="ko-KR" sz="1000"/>
              <a:t>time(&amp;rawtime);</a:t>
            </a:r>
          </a:p>
          <a:p>
            <a:r>
              <a:rPr lang="en-US" altLang="ko-KR" sz="1000"/>
              <a:t>struct tm t2;</a:t>
            </a:r>
          </a:p>
          <a:p>
            <a:r>
              <a:rPr lang="en-US" altLang="ko-KR" sz="1000"/>
              <a:t>gmtime_s(&amp;t2, &amp;rawtime);</a:t>
            </a:r>
          </a:p>
          <a:p>
            <a:endParaRPr lang="ko-KR" altLang="en-US" sz="1000"/>
          </a:p>
          <a:p>
            <a:r>
              <a:rPr lang="en-US" altLang="ko-KR" sz="1000">
                <a:solidFill>
                  <a:srgbClr val="00B050"/>
                </a:solidFill>
              </a:rPr>
              <a:t>// - 1000byte </a:t>
            </a:r>
            <a:r>
              <a:rPr lang="ko-KR" altLang="en-US" sz="1000">
                <a:solidFill>
                  <a:srgbClr val="00B050"/>
                </a:solidFill>
              </a:rPr>
              <a:t>버퍼를 생성함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/>
              <a:t>auto baz = alloc_shared_buffer(1000);</a:t>
            </a:r>
          </a:p>
          <a:p>
            <a:endParaRPr lang="ko-KR" altLang="en-US" sz="1000"/>
          </a:p>
          <a:p>
            <a:r>
              <a:rPr lang="en-US" altLang="ko-KR" sz="1000">
                <a:solidFill>
                  <a:srgbClr val="00B050"/>
                </a:solidFill>
              </a:rPr>
              <a:t>// *1) buf</a:t>
            </a:r>
            <a:r>
              <a:rPr lang="ko-KR" altLang="en-US" sz="1000">
                <a:solidFill>
                  <a:srgbClr val="00B050"/>
                </a:solidFill>
              </a:rPr>
              <a:t>에 </a:t>
            </a:r>
            <a:r>
              <a:rPr lang="en-US" altLang="ko-KR" sz="1000">
                <a:solidFill>
                  <a:srgbClr val="00B050"/>
                </a:solidFill>
              </a:rPr>
              <a:t>std::vector</a:t>
            </a:r>
            <a:r>
              <a:rPr lang="ko-KR" altLang="en-US" sz="1000">
                <a:solidFill>
                  <a:srgbClr val="00B050"/>
                </a:solidFill>
              </a:rPr>
              <a:t>와 </a:t>
            </a:r>
            <a:r>
              <a:rPr lang="en-US" altLang="ko-KR" sz="1000">
                <a:solidFill>
                  <a:srgbClr val="00B050"/>
                </a:solidFill>
              </a:rPr>
              <a:t>std::map</a:t>
            </a:r>
            <a:r>
              <a:rPr lang="ko-KR" altLang="en-US" sz="1000">
                <a:solidFill>
                  <a:srgbClr val="00B050"/>
                </a:solidFill>
              </a:rPr>
              <a:t>을 </a:t>
            </a:r>
            <a:r>
              <a:rPr lang="en-US" altLang="ko-KR" sz="1000">
                <a:solidFill>
                  <a:srgbClr val="00B050"/>
                </a:solidFill>
              </a:rPr>
              <a:t>append</a:t>
            </a:r>
            <a:r>
              <a:rPr lang="ko-KR" altLang="en-US" sz="1000">
                <a:solidFill>
                  <a:srgbClr val="00B050"/>
                </a:solidFill>
              </a:rPr>
              <a:t>함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/>
              <a:t>baz.append(t1);</a:t>
            </a:r>
          </a:p>
          <a:p>
            <a:r>
              <a:rPr lang="en-US" altLang="ko-KR" sz="1000"/>
              <a:t>baz.append(t2);</a:t>
            </a:r>
          </a:p>
          <a:p>
            <a:endParaRPr lang="ko-KR" altLang="en-US" sz="1000"/>
          </a:p>
          <a:p>
            <a:r>
              <a:rPr lang="en-US" altLang="ko-KR" sz="1000">
                <a:solidFill>
                  <a:srgbClr val="00B050"/>
                </a:solidFill>
              </a:rPr>
              <a:t>// - baz</a:t>
            </a:r>
            <a:r>
              <a:rPr lang="ko-KR" altLang="en-US" sz="1000">
                <a:solidFill>
                  <a:srgbClr val="00B050"/>
                </a:solidFill>
              </a:rPr>
              <a:t>의 </a:t>
            </a:r>
            <a:r>
              <a:rPr lang="en-US" altLang="ko-KR" sz="1000">
                <a:solidFill>
                  <a:srgbClr val="00B050"/>
                </a:solidFill>
              </a:rPr>
              <a:t>size_</a:t>
            </a:r>
            <a:r>
              <a:rPr lang="ko-KR" altLang="en-US" sz="1000">
                <a:solidFill>
                  <a:srgbClr val="00B050"/>
                </a:solidFill>
              </a:rPr>
              <a:t>값을 출력한다</a:t>
            </a:r>
            <a:r>
              <a:rPr lang="en-US" altLang="ko-KR" sz="1000">
                <a:solidFill>
                  <a:srgbClr val="00B050"/>
                </a:solidFill>
              </a:rPr>
              <a:t>. 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/>
              <a:t>std::cout &lt;&lt; "size_: " &lt;&lt; baz.size() &lt;&lt; '\n';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C94DCA5-68BC-4C66-9BB2-1A12FEAB5228}"/>
              </a:ext>
            </a:extLst>
          </p:cNvPr>
          <p:cNvSpPr/>
          <p:nvPr/>
        </p:nvSpPr>
        <p:spPr>
          <a:xfrm>
            <a:off x="1638315" y="4163894"/>
            <a:ext cx="8962098" cy="607071"/>
          </a:xfrm>
          <a:custGeom>
            <a:avLst/>
            <a:gdLst>
              <a:gd name="connsiteX0" fmla="*/ 0 w 8962098"/>
              <a:gd name="connsiteY0" fmla="*/ 0 h 607071"/>
              <a:gd name="connsiteX1" fmla="*/ 420529 w 8962098"/>
              <a:gd name="connsiteY1" fmla="*/ 0 h 607071"/>
              <a:gd name="connsiteX2" fmla="*/ 1109921 w 8962098"/>
              <a:gd name="connsiteY2" fmla="*/ 0 h 607071"/>
              <a:gd name="connsiteX3" fmla="*/ 1799314 w 8962098"/>
              <a:gd name="connsiteY3" fmla="*/ 0 h 607071"/>
              <a:gd name="connsiteX4" fmla="*/ 2578327 w 8962098"/>
              <a:gd name="connsiteY4" fmla="*/ 0 h 607071"/>
              <a:gd name="connsiteX5" fmla="*/ 2998856 w 8962098"/>
              <a:gd name="connsiteY5" fmla="*/ 0 h 607071"/>
              <a:gd name="connsiteX6" fmla="*/ 3419385 w 8962098"/>
              <a:gd name="connsiteY6" fmla="*/ 0 h 607071"/>
              <a:gd name="connsiteX7" fmla="*/ 3929535 w 8962098"/>
              <a:gd name="connsiteY7" fmla="*/ 0 h 607071"/>
              <a:gd name="connsiteX8" fmla="*/ 4529306 w 8962098"/>
              <a:gd name="connsiteY8" fmla="*/ 0 h 607071"/>
              <a:gd name="connsiteX9" fmla="*/ 4949836 w 8962098"/>
              <a:gd name="connsiteY9" fmla="*/ 0 h 607071"/>
              <a:gd name="connsiteX10" fmla="*/ 5549607 w 8962098"/>
              <a:gd name="connsiteY10" fmla="*/ 0 h 607071"/>
              <a:gd name="connsiteX11" fmla="*/ 6149378 w 8962098"/>
              <a:gd name="connsiteY11" fmla="*/ 0 h 607071"/>
              <a:gd name="connsiteX12" fmla="*/ 6928391 w 8962098"/>
              <a:gd name="connsiteY12" fmla="*/ 0 h 607071"/>
              <a:gd name="connsiteX13" fmla="*/ 7348920 w 8962098"/>
              <a:gd name="connsiteY13" fmla="*/ 0 h 607071"/>
              <a:gd name="connsiteX14" fmla="*/ 8038313 w 8962098"/>
              <a:gd name="connsiteY14" fmla="*/ 0 h 607071"/>
              <a:gd name="connsiteX15" fmla="*/ 8962098 w 8962098"/>
              <a:gd name="connsiteY15" fmla="*/ 0 h 607071"/>
              <a:gd name="connsiteX16" fmla="*/ 8962098 w 8962098"/>
              <a:gd name="connsiteY16" fmla="*/ 607071 h 607071"/>
              <a:gd name="connsiteX17" fmla="*/ 8541569 w 8962098"/>
              <a:gd name="connsiteY17" fmla="*/ 607071 h 607071"/>
              <a:gd name="connsiteX18" fmla="*/ 7941798 w 8962098"/>
              <a:gd name="connsiteY18" fmla="*/ 607071 h 607071"/>
              <a:gd name="connsiteX19" fmla="*/ 7431647 w 8962098"/>
              <a:gd name="connsiteY19" fmla="*/ 607071 h 607071"/>
              <a:gd name="connsiteX20" fmla="*/ 6652634 w 8962098"/>
              <a:gd name="connsiteY20" fmla="*/ 607071 h 607071"/>
              <a:gd name="connsiteX21" fmla="*/ 5784000 w 8962098"/>
              <a:gd name="connsiteY21" fmla="*/ 607071 h 607071"/>
              <a:gd name="connsiteX22" fmla="*/ 5363471 w 8962098"/>
              <a:gd name="connsiteY22" fmla="*/ 607071 h 607071"/>
              <a:gd name="connsiteX23" fmla="*/ 4584458 w 8962098"/>
              <a:gd name="connsiteY23" fmla="*/ 607071 h 607071"/>
              <a:gd name="connsiteX24" fmla="*/ 3895066 w 8962098"/>
              <a:gd name="connsiteY24" fmla="*/ 607071 h 607071"/>
              <a:gd name="connsiteX25" fmla="*/ 3205674 w 8962098"/>
              <a:gd name="connsiteY25" fmla="*/ 607071 h 607071"/>
              <a:gd name="connsiteX26" fmla="*/ 2605902 w 8962098"/>
              <a:gd name="connsiteY26" fmla="*/ 607071 h 607071"/>
              <a:gd name="connsiteX27" fmla="*/ 1826889 w 8962098"/>
              <a:gd name="connsiteY27" fmla="*/ 607071 h 607071"/>
              <a:gd name="connsiteX28" fmla="*/ 1227118 w 8962098"/>
              <a:gd name="connsiteY28" fmla="*/ 607071 h 607071"/>
              <a:gd name="connsiteX29" fmla="*/ 0 w 8962098"/>
              <a:gd name="connsiteY29" fmla="*/ 607071 h 607071"/>
              <a:gd name="connsiteX30" fmla="*/ 0 w 8962098"/>
              <a:gd name="connsiteY30" fmla="*/ 0 h 6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8962098" h="607071" fill="none" extrusionOk="0">
                <a:moveTo>
                  <a:pt x="0" y="0"/>
                </a:moveTo>
                <a:cubicBezTo>
                  <a:pt x="90760" y="18839"/>
                  <a:pt x="228306" y="-38"/>
                  <a:pt x="420529" y="0"/>
                </a:cubicBezTo>
                <a:cubicBezTo>
                  <a:pt x="612752" y="38"/>
                  <a:pt x="786818" y="-24006"/>
                  <a:pt x="1109921" y="0"/>
                </a:cubicBezTo>
                <a:cubicBezTo>
                  <a:pt x="1433024" y="24006"/>
                  <a:pt x="1649344" y="-21210"/>
                  <a:pt x="1799314" y="0"/>
                </a:cubicBezTo>
                <a:cubicBezTo>
                  <a:pt x="1949284" y="21210"/>
                  <a:pt x="2346752" y="-21079"/>
                  <a:pt x="2578327" y="0"/>
                </a:cubicBezTo>
                <a:cubicBezTo>
                  <a:pt x="2809902" y="21079"/>
                  <a:pt x="2833767" y="16066"/>
                  <a:pt x="2998856" y="0"/>
                </a:cubicBezTo>
                <a:cubicBezTo>
                  <a:pt x="3163945" y="-16066"/>
                  <a:pt x="3290791" y="-9074"/>
                  <a:pt x="3419385" y="0"/>
                </a:cubicBezTo>
                <a:cubicBezTo>
                  <a:pt x="3547979" y="9074"/>
                  <a:pt x="3734394" y="5328"/>
                  <a:pt x="3929535" y="0"/>
                </a:cubicBezTo>
                <a:cubicBezTo>
                  <a:pt x="4124676" y="-5328"/>
                  <a:pt x="4401990" y="11627"/>
                  <a:pt x="4529306" y="0"/>
                </a:cubicBezTo>
                <a:cubicBezTo>
                  <a:pt x="4656622" y="-11627"/>
                  <a:pt x="4771488" y="16825"/>
                  <a:pt x="4949836" y="0"/>
                </a:cubicBezTo>
                <a:cubicBezTo>
                  <a:pt x="5128184" y="-16825"/>
                  <a:pt x="5317342" y="4492"/>
                  <a:pt x="5549607" y="0"/>
                </a:cubicBezTo>
                <a:cubicBezTo>
                  <a:pt x="5781872" y="-4492"/>
                  <a:pt x="5888808" y="-11615"/>
                  <a:pt x="6149378" y="0"/>
                </a:cubicBezTo>
                <a:cubicBezTo>
                  <a:pt x="6409948" y="11615"/>
                  <a:pt x="6591928" y="33240"/>
                  <a:pt x="6928391" y="0"/>
                </a:cubicBezTo>
                <a:cubicBezTo>
                  <a:pt x="7264854" y="-33240"/>
                  <a:pt x="7179194" y="18316"/>
                  <a:pt x="7348920" y="0"/>
                </a:cubicBezTo>
                <a:cubicBezTo>
                  <a:pt x="7518646" y="-18316"/>
                  <a:pt x="7848320" y="-11638"/>
                  <a:pt x="8038313" y="0"/>
                </a:cubicBezTo>
                <a:cubicBezTo>
                  <a:pt x="8228306" y="11638"/>
                  <a:pt x="8556518" y="-2974"/>
                  <a:pt x="8962098" y="0"/>
                </a:cubicBezTo>
                <a:cubicBezTo>
                  <a:pt x="8954682" y="243766"/>
                  <a:pt x="8969504" y="344676"/>
                  <a:pt x="8962098" y="607071"/>
                </a:cubicBezTo>
                <a:cubicBezTo>
                  <a:pt x="8850386" y="624967"/>
                  <a:pt x="8708589" y="608299"/>
                  <a:pt x="8541569" y="607071"/>
                </a:cubicBezTo>
                <a:cubicBezTo>
                  <a:pt x="8374549" y="605843"/>
                  <a:pt x="8096765" y="600337"/>
                  <a:pt x="7941798" y="607071"/>
                </a:cubicBezTo>
                <a:cubicBezTo>
                  <a:pt x="7786831" y="613805"/>
                  <a:pt x="7566177" y="595339"/>
                  <a:pt x="7431647" y="607071"/>
                </a:cubicBezTo>
                <a:cubicBezTo>
                  <a:pt x="7297117" y="618803"/>
                  <a:pt x="7018011" y="570777"/>
                  <a:pt x="6652634" y="607071"/>
                </a:cubicBezTo>
                <a:cubicBezTo>
                  <a:pt x="6287257" y="643365"/>
                  <a:pt x="6057882" y="636479"/>
                  <a:pt x="5784000" y="607071"/>
                </a:cubicBezTo>
                <a:cubicBezTo>
                  <a:pt x="5510118" y="577663"/>
                  <a:pt x="5539657" y="587938"/>
                  <a:pt x="5363471" y="607071"/>
                </a:cubicBezTo>
                <a:cubicBezTo>
                  <a:pt x="5187285" y="626204"/>
                  <a:pt x="4841659" y="619285"/>
                  <a:pt x="4584458" y="607071"/>
                </a:cubicBezTo>
                <a:cubicBezTo>
                  <a:pt x="4327257" y="594857"/>
                  <a:pt x="4039189" y="573387"/>
                  <a:pt x="3895066" y="607071"/>
                </a:cubicBezTo>
                <a:cubicBezTo>
                  <a:pt x="3750943" y="640755"/>
                  <a:pt x="3401168" y="602037"/>
                  <a:pt x="3205674" y="607071"/>
                </a:cubicBezTo>
                <a:cubicBezTo>
                  <a:pt x="3010180" y="612105"/>
                  <a:pt x="2759549" y="600501"/>
                  <a:pt x="2605902" y="607071"/>
                </a:cubicBezTo>
                <a:cubicBezTo>
                  <a:pt x="2452255" y="613641"/>
                  <a:pt x="2183047" y="622738"/>
                  <a:pt x="1826889" y="607071"/>
                </a:cubicBezTo>
                <a:cubicBezTo>
                  <a:pt x="1470731" y="591404"/>
                  <a:pt x="1380877" y="635936"/>
                  <a:pt x="1227118" y="607071"/>
                </a:cubicBezTo>
                <a:cubicBezTo>
                  <a:pt x="1073359" y="578206"/>
                  <a:pt x="290229" y="645758"/>
                  <a:pt x="0" y="607071"/>
                </a:cubicBezTo>
                <a:cubicBezTo>
                  <a:pt x="11461" y="394829"/>
                  <a:pt x="-7958" y="144618"/>
                  <a:pt x="0" y="0"/>
                </a:cubicBezTo>
                <a:close/>
              </a:path>
              <a:path w="8962098" h="607071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45704" y="276959"/>
                  <a:pt x="8960770" y="398236"/>
                  <a:pt x="8962098" y="607071"/>
                </a:cubicBezTo>
                <a:cubicBezTo>
                  <a:pt x="8581962" y="595147"/>
                  <a:pt x="8458871" y="583178"/>
                  <a:pt x="8183085" y="607071"/>
                </a:cubicBezTo>
                <a:cubicBezTo>
                  <a:pt x="7907299" y="630964"/>
                  <a:pt x="7572570" y="591777"/>
                  <a:pt x="7314451" y="607071"/>
                </a:cubicBezTo>
                <a:cubicBezTo>
                  <a:pt x="7056332" y="622365"/>
                  <a:pt x="6862630" y="611532"/>
                  <a:pt x="6625059" y="607071"/>
                </a:cubicBezTo>
                <a:cubicBezTo>
                  <a:pt x="6387488" y="602610"/>
                  <a:pt x="6230415" y="597527"/>
                  <a:pt x="5935666" y="607071"/>
                </a:cubicBezTo>
                <a:cubicBezTo>
                  <a:pt x="5640917" y="616615"/>
                  <a:pt x="5387817" y="564810"/>
                  <a:pt x="5067032" y="607071"/>
                </a:cubicBezTo>
                <a:cubicBezTo>
                  <a:pt x="4746247" y="649332"/>
                  <a:pt x="4683648" y="640900"/>
                  <a:pt x="4377640" y="607071"/>
                </a:cubicBezTo>
                <a:cubicBezTo>
                  <a:pt x="4071632" y="573242"/>
                  <a:pt x="3923134" y="618536"/>
                  <a:pt x="3598627" y="607071"/>
                </a:cubicBezTo>
                <a:cubicBezTo>
                  <a:pt x="3274120" y="595606"/>
                  <a:pt x="3192984" y="602730"/>
                  <a:pt x="2819614" y="607071"/>
                </a:cubicBezTo>
                <a:cubicBezTo>
                  <a:pt x="2446244" y="611412"/>
                  <a:pt x="2449472" y="584005"/>
                  <a:pt x="2219843" y="607071"/>
                </a:cubicBezTo>
                <a:cubicBezTo>
                  <a:pt x="1990214" y="630137"/>
                  <a:pt x="1870557" y="592142"/>
                  <a:pt x="1709693" y="607071"/>
                </a:cubicBezTo>
                <a:cubicBezTo>
                  <a:pt x="1548829" y="622001"/>
                  <a:pt x="1236483" y="575721"/>
                  <a:pt x="841058" y="607071"/>
                </a:cubicBezTo>
                <a:cubicBezTo>
                  <a:pt x="445633" y="638421"/>
                  <a:pt x="201602" y="592829"/>
                  <a:pt x="0" y="607071"/>
                </a:cubicBezTo>
                <a:cubicBezTo>
                  <a:pt x="6033" y="394823"/>
                  <a:pt x="-5469" y="12159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r>
              <a:rPr lang="en-US" altLang="ko-KR" sz="1000">
                <a:solidFill>
                  <a:srgbClr val="00B050"/>
                </a:solidFill>
              </a:rPr>
              <a:t>// *2) </a:t>
            </a:r>
            <a:r>
              <a:rPr lang="ko-KR" altLang="en-US" sz="1000">
                <a:solidFill>
                  <a:srgbClr val="00B050"/>
                </a:solidFill>
              </a:rPr>
              <a:t>이것을 </a:t>
            </a:r>
            <a:r>
              <a:rPr lang="en-US" altLang="ko-KR" sz="1000">
                <a:solidFill>
                  <a:srgbClr val="00B050"/>
                </a:solidFill>
              </a:rPr>
              <a:t>extract</a:t>
            </a:r>
            <a:r>
              <a:rPr lang="ko-KR" altLang="en-US" sz="1000">
                <a:solidFill>
                  <a:srgbClr val="00B050"/>
                </a:solidFill>
              </a:rPr>
              <a:t>해냄</a:t>
            </a:r>
          </a:p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v1 = baz.extract&lt;std::chrono::system_clock::time_point&gt;();</a:t>
            </a:r>
          </a:p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v2 = baz.extract&lt;tm&gt;();</a:t>
            </a:r>
          </a:p>
        </p:txBody>
      </p:sp>
    </p:spTree>
    <p:extLst>
      <p:ext uri="{BB962C8B-B14F-4D97-AF65-F5344CB8AC3E}">
        <p14:creationId xmlns:p14="http://schemas.microsoft.com/office/powerpoint/2010/main" val="3841424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854FC3-83B1-4810-845D-2E245C8938C1}"/>
              </a:ext>
            </a:extLst>
          </p:cNvPr>
          <p:cNvSpPr txBox="1"/>
          <p:nvPr/>
        </p:nvSpPr>
        <p:spPr>
          <a:xfrm>
            <a:off x="1416050" y="620713"/>
            <a:ext cx="90483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Ireferenceable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대신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Ipoolable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상속받으면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make_object&lt;T&gt;()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 호출 시 자동으로 풀에서 할당을 받음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674F14-0E68-4738-B3EB-C0533B314E1A}"/>
              </a:ext>
            </a:extLst>
          </p:cNvPr>
          <p:cNvSpPr txBox="1"/>
          <p:nvPr/>
        </p:nvSpPr>
        <p:spPr>
          <a:xfrm>
            <a:off x="1250586" y="-12879"/>
            <a:ext cx="3102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append-extract.tuple_class</a:t>
            </a:r>
            <a:endParaRPr lang="ko-KR" alt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8CC1ED-654E-4F78-9EDC-CD8087458BF0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3D4B79-B759-4B8B-9C48-9509997B915F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0624675-1C14-4C9C-B85E-DE35350E87D0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AC97948-FBFF-455F-B1BF-BAED259921DC}"/>
              </a:ext>
            </a:extLst>
          </p:cNvPr>
          <p:cNvSpPr/>
          <p:nvPr/>
        </p:nvSpPr>
        <p:spPr>
          <a:xfrm>
            <a:off x="1638315" y="1131017"/>
            <a:ext cx="8962098" cy="1530401"/>
          </a:xfrm>
          <a:custGeom>
            <a:avLst/>
            <a:gdLst>
              <a:gd name="connsiteX0" fmla="*/ 0 w 8962098"/>
              <a:gd name="connsiteY0" fmla="*/ 0 h 1530401"/>
              <a:gd name="connsiteX1" fmla="*/ 510150 w 8962098"/>
              <a:gd name="connsiteY1" fmla="*/ 0 h 1530401"/>
              <a:gd name="connsiteX2" fmla="*/ 930679 w 8962098"/>
              <a:gd name="connsiteY2" fmla="*/ 0 h 1530401"/>
              <a:gd name="connsiteX3" fmla="*/ 1440830 w 8962098"/>
              <a:gd name="connsiteY3" fmla="*/ 0 h 1530401"/>
              <a:gd name="connsiteX4" fmla="*/ 2040601 w 8962098"/>
              <a:gd name="connsiteY4" fmla="*/ 0 h 1530401"/>
              <a:gd name="connsiteX5" fmla="*/ 2461130 w 8962098"/>
              <a:gd name="connsiteY5" fmla="*/ 0 h 1530401"/>
              <a:gd name="connsiteX6" fmla="*/ 3060901 w 8962098"/>
              <a:gd name="connsiteY6" fmla="*/ 0 h 1530401"/>
              <a:gd name="connsiteX7" fmla="*/ 3660672 w 8962098"/>
              <a:gd name="connsiteY7" fmla="*/ 0 h 1530401"/>
              <a:gd name="connsiteX8" fmla="*/ 4439685 w 8962098"/>
              <a:gd name="connsiteY8" fmla="*/ 0 h 1530401"/>
              <a:gd name="connsiteX9" fmla="*/ 4860215 w 8962098"/>
              <a:gd name="connsiteY9" fmla="*/ 0 h 1530401"/>
              <a:gd name="connsiteX10" fmla="*/ 5549607 w 8962098"/>
              <a:gd name="connsiteY10" fmla="*/ 0 h 1530401"/>
              <a:gd name="connsiteX11" fmla="*/ 6059757 w 8962098"/>
              <a:gd name="connsiteY11" fmla="*/ 0 h 1530401"/>
              <a:gd name="connsiteX12" fmla="*/ 6480286 w 8962098"/>
              <a:gd name="connsiteY12" fmla="*/ 0 h 1530401"/>
              <a:gd name="connsiteX13" fmla="*/ 7348920 w 8962098"/>
              <a:gd name="connsiteY13" fmla="*/ 0 h 1530401"/>
              <a:gd name="connsiteX14" fmla="*/ 7948692 w 8962098"/>
              <a:gd name="connsiteY14" fmla="*/ 0 h 1530401"/>
              <a:gd name="connsiteX15" fmla="*/ 8962098 w 8962098"/>
              <a:gd name="connsiteY15" fmla="*/ 0 h 1530401"/>
              <a:gd name="connsiteX16" fmla="*/ 8962098 w 8962098"/>
              <a:gd name="connsiteY16" fmla="*/ 510134 h 1530401"/>
              <a:gd name="connsiteX17" fmla="*/ 8962098 w 8962098"/>
              <a:gd name="connsiteY17" fmla="*/ 1020267 h 1530401"/>
              <a:gd name="connsiteX18" fmla="*/ 8962098 w 8962098"/>
              <a:gd name="connsiteY18" fmla="*/ 1530401 h 1530401"/>
              <a:gd name="connsiteX19" fmla="*/ 8451948 w 8962098"/>
              <a:gd name="connsiteY19" fmla="*/ 1530401 h 1530401"/>
              <a:gd name="connsiteX20" fmla="*/ 7762556 w 8962098"/>
              <a:gd name="connsiteY20" fmla="*/ 1530401 h 1530401"/>
              <a:gd name="connsiteX21" fmla="*/ 7073163 w 8962098"/>
              <a:gd name="connsiteY21" fmla="*/ 1530401 h 1530401"/>
              <a:gd name="connsiteX22" fmla="*/ 6473392 w 8962098"/>
              <a:gd name="connsiteY22" fmla="*/ 1530401 h 1530401"/>
              <a:gd name="connsiteX23" fmla="*/ 5694379 w 8962098"/>
              <a:gd name="connsiteY23" fmla="*/ 1530401 h 1530401"/>
              <a:gd name="connsiteX24" fmla="*/ 5094608 w 8962098"/>
              <a:gd name="connsiteY24" fmla="*/ 1530401 h 1530401"/>
              <a:gd name="connsiteX25" fmla="*/ 4315595 w 8962098"/>
              <a:gd name="connsiteY25" fmla="*/ 1530401 h 1530401"/>
              <a:gd name="connsiteX26" fmla="*/ 3805445 w 8962098"/>
              <a:gd name="connsiteY26" fmla="*/ 1530401 h 1530401"/>
              <a:gd name="connsiteX27" fmla="*/ 3295294 w 8962098"/>
              <a:gd name="connsiteY27" fmla="*/ 1530401 h 1530401"/>
              <a:gd name="connsiteX28" fmla="*/ 2516281 w 8962098"/>
              <a:gd name="connsiteY28" fmla="*/ 1530401 h 1530401"/>
              <a:gd name="connsiteX29" fmla="*/ 1916510 w 8962098"/>
              <a:gd name="connsiteY29" fmla="*/ 1530401 h 1530401"/>
              <a:gd name="connsiteX30" fmla="*/ 1227118 w 8962098"/>
              <a:gd name="connsiteY30" fmla="*/ 1530401 h 1530401"/>
              <a:gd name="connsiteX31" fmla="*/ 627347 w 8962098"/>
              <a:gd name="connsiteY31" fmla="*/ 1530401 h 1530401"/>
              <a:gd name="connsiteX32" fmla="*/ 0 w 8962098"/>
              <a:gd name="connsiteY32" fmla="*/ 1530401 h 1530401"/>
              <a:gd name="connsiteX33" fmla="*/ 0 w 8962098"/>
              <a:gd name="connsiteY33" fmla="*/ 989659 h 1530401"/>
              <a:gd name="connsiteX34" fmla="*/ 0 w 8962098"/>
              <a:gd name="connsiteY34" fmla="*/ 525438 h 1530401"/>
              <a:gd name="connsiteX35" fmla="*/ 0 w 8962098"/>
              <a:gd name="connsiteY35" fmla="*/ 0 h 1530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962098" h="1530401" fill="none" extrusionOk="0">
                <a:moveTo>
                  <a:pt x="0" y="0"/>
                </a:moveTo>
                <a:cubicBezTo>
                  <a:pt x="180912" y="-9047"/>
                  <a:pt x="382992" y="-5112"/>
                  <a:pt x="510150" y="0"/>
                </a:cubicBezTo>
                <a:cubicBezTo>
                  <a:pt x="637308" y="5112"/>
                  <a:pt x="802085" y="-9074"/>
                  <a:pt x="930679" y="0"/>
                </a:cubicBezTo>
                <a:cubicBezTo>
                  <a:pt x="1059273" y="9074"/>
                  <a:pt x="1240044" y="4253"/>
                  <a:pt x="1440830" y="0"/>
                </a:cubicBezTo>
                <a:cubicBezTo>
                  <a:pt x="1641616" y="-4253"/>
                  <a:pt x="1913285" y="11627"/>
                  <a:pt x="2040601" y="0"/>
                </a:cubicBezTo>
                <a:cubicBezTo>
                  <a:pt x="2167917" y="-11627"/>
                  <a:pt x="2285150" y="18199"/>
                  <a:pt x="2461130" y="0"/>
                </a:cubicBezTo>
                <a:cubicBezTo>
                  <a:pt x="2637110" y="-18199"/>
                  <a:pt x="2828636" y="4492"/>
                  <a:pt x="3060901" y="0"/>
                </a:cubicBezTo>
                <a:cubicBezTo>
                  <a:pt x="3293166" y="-4492"/>
                  <a:pt x="3400102" y="-11615"/>
                  <a:pt x="3660672" y="0"/>
                </a:cubicBezTo>
                <a:cubicBezTo>
                  <a:pt x="3921242" y="11615"/>
                  <a:pt x="4103222" y="33240"/>
                  <a:pt x="4439685" y="0"/>
                </a:cubicBezTo>
                <a:cubicBezTo>
                  <a:pt x="4776148" y="-33240"/>
                  <a:pt x="4682591" y="17857"/>
                  <a:pt x="4860215" y="0"/>
                </a:cubicBezTo>
                <a:cubicBezTo>
                  <a:pt x="5037839" y="-17857"/>
                  <a:pt x="5363902" y="-10920"/>
                  <a:pt x="5549607" y="0"/>
                </a:cubicBezTo>
                <a:cubicBezTo>
                  <a:pt x="5735312" y="10920"/>
                  <a:pt x="5956019" y="9149"/>
                  <a:pt x="6059757" y="0"/>
                </a:cubicBezTo>
                <a:cubicBezTo>
                  <a:pt x="6163495" y="-9149"/>
                  <a:pt x="6329987" y="5934"/>
                  <a:pt x="6480286" y="0"/>
                </a:cubicBezTo>
                <a:cubicBezTo>
                  <a:pt x="6630585" y="-5934"/>
                  <a:pt x="7107847" y="-26784"/>
                  <a:pt x="7348920" y="0"/>
                </a:cubicBezTo>
                <a:cubicBezTo>
                  <a:pt x="7589993" y="26784"/>
                  <a:pt x="7767262" y="-14219"/>
                  <a:pt x="7948692" y="0"/>
                </a:cubicBezTo>
                <a:cubicBezTo>
                  <a:pt x="8130122" y="14219"/>
                  <a:pt x="8523513" y="2118"/>
                  <a:pt x="8962098" y="0"/>
                </a:cubicBezTo>
                <a:cubicBezTo>
                  <a:pt x="8975404" y="219637"/>
                  <a:pt x="8945085" y="323754"/>
                  <a:pt x="8962098" y="510134"/>
                </a:cubicBezTo>
                <a:cubicBezTo>
                  <a:pt x="8979111" y="696514"/>
                  <a:pt x="8969624" y="804497"/>
                  <a:pt x="8962098" y="1020267"/>
                </a:cubicBezTo>
                <a:cubicBezTo>
                  <a:pt x="8954572" y="1236037"/>
                  <a:pt x="8940599" y="1412905"/>
                  <a:pt x="8962098" y="1530401"/>
                </a:cubicBezTo>
                <a:cubicBezTo>
                  <a:pt x="8768339" y="1531539"/>
                  <a:pt x="8635883" y="1533176"/>
                  <a:pt x="8451948" y="1530401"/>
                </a:cubicBezTo>
                <a:cubicBezTo>
                  <a:pt x="8268013" y="1527627"/>
                  <a:pt x="7906679" y="1496717"/>
                  <a:pt x="7762556" y="1530401"/>
                </a:cubicBezTo>
                <a:cubicBezTo>
                  <a:pt x="7618433" y="1564085"/>
                  <a:pt x="7274105" y="1529506"/>
                  <a:pt x="7073163" y="1530401"/>
                </a:cubicBezTo>
                <a:cubicBezTo>
                  <a:pt x="6872221" y="1531296"/>
                  <a:pt x="6624613" y="1521783"/>
                  <a:pt x="6473392" y="1530401"/>
                </a:cubicBezTo>
                <a:cubicBezTo>
                  <a:pt x="6322171" y="1539019"/>
                  <a:pt x="6050537" y="1546068"/>
                  <a:pt x="5694379" y="1530401"/>
                </a:cubicBezTo>
                <a:cubicBezTo>
                  <a:pt x="5338221" y="1514734"/>
                  <a:pt x="5248367" y="1559266"/>
                  <a:pt x="5094608" y="1530401"/>
                </a:cubicBezTo>
                <a:cubicBezTo>
                  <a:pt x="4940849" y="1501536"/>
                  <a:pt x="4475351" y="1511112"/>
                  <a:pt x="4315595" y="1530401"/>
                </a:cubicBezTo>
                <a:cubicBezTo>
                  <a:pt x="4155839" y="1549690"/>
                  <a:pt x="4056568" y="1554406"/>
                  <a:pt x="3805445" y="1530401"/>
                </a:cubicBezTo>
                <a:cubicBezTo>
                  <a:pt x="3554322" y="1506397"/>
                  <a:pt x="3547939" y="1541887"/>
                  <a:pt x="3295294" y="1530401"/>
                </a:cubicBezTo>
                <a:cubicBezTo>
                  <a:pt x="3042649" y="1518915"/>
                  <a:pt x="2707632" y="1497945"/>
                  <a:pt x="2516281" y="1530401"/>
                </a:cubicBezTo>
                <a:cubicBezTo>
                  <a:pt x="2324930" y="1562857"/>
                  <a:pt x="2073134" y="1523515"/>
                  <a:pt x="1916510" y="1530401"/>
                </a:cubicBezTo>
                <a:cubicBezTo>
                  <a:pt x="1759886" y="1537287"/>
                  <a:pt x="1421649" y="1509107"/>
                  <a:pt x="1227118" y="1530401"/>
                </a:cubicBezTo>
                <a:cubicBezTo>
                  <a:pt x="1032587" y="1551695"/>
                  <a:pt x="901337" y="1528128"/>
                  <a:pt x="627347" y="1530401"/>
                </a:cubicBezTo>
                <a:cubicBezTo>
                  <a:pt x="353357" y="1532674"/>
                  <a:pt x="301530" y="1544012"/>
                  <a:pt x="0" y="1530401"/>
                </a:cubicBezTo>
                <a:cubicBezTo>
                  <a:pt x="6832" y="1290849"/>
                  <a:pt x="25027" y="1101479"/>
                  <a:pt x="0" y="989659"/>
                </a:cubicBezTo>
                <a:cubicBezTo>
                  <a:pt x="-25027" y="877839"/>
                  <a:pt x="2154" y="755700"/>
                  <a:pt x="0" y="525438"/>
                </a:cubicBezTo>
                <a:cubicBezTo>
                  <a:pt x="-2154" y="295176"/>
                  <a:pt x="19485" y="252054"/>
                  <a:pt x="0" y="0"/>
                </a:cubicBezTo>
                <a:close/>
              </a:path>
              <a:path w="8962098" h="1530401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45653" y="174764"/>
                  <a:pt x="8983477" y="284339"/>
                  <a:pt x="8962098" y="540742"/>
                </a:cubicBezTo>
                <a:cubicBezTo>
                  <a:pt x="8940719" y="797145"/>
                  <a:pt x="8958936" y="917883"/>
                  <a:pt x="8962098" y="1066179"/>
                </a:cubicBezTo>
                <a:cubicBezTo>
                  <a:pt x="8965260" y="1214475"/>
                  <a:pt x="8942272" y="1398067"/>
                  <a:pt x="8962098" y="1530401"/>
                </a:cubicBezTo>
                <a:cubicBezTo>
                  <a:pt x="8796241" y="1541985"/>
                  <a:pt x="8685247" y="1532510"/>
                  <a:pt x="8541569" y="1530401"/>
                </a:cubicBezTo>
                <a:cubicBezTo>
                  <a:pt x="8397891" y="1528292"/>
                  <a:pt x="8145758" y="1515504"/>
                  <a:pt x="7852177" y="1530401"/>
                </a:cubicBezTo>
                <a:cubicBezTo>
                  <a:pt x="7558596" y="1545298"/>
                  <a:pt x="7304328" y="1488140"/>
                  <a:pt x="6983543" y="1530401"/>
                </a:cubicBezTo>
                <a:cubicBezTo>
                  <a:pt x="6662758" y="1572662"/>
                  <a:pt x="6600854" y="1496222"/>
                  <a:pt x="6294150" y="1530401"/>
                </a:cubicBezTo>
                <a:cubicBezTo>
                  <a:pt x="5987446" y="1564580"/>
                  <a:pt x="5839644" y="1541866"/>
                  <a:pt x="5515137" y="1530401"/>
                </a:cubicBezTo>
                <a:cubicBezTo>
                  <a:pt x="5190630" y="1518936"/>
                  <a:pt x="5109494" y="1526060"/>
                  <a:pt x="4736124" y="1530401"/>
                </a:cubicBezTo>
                <a:cubicBezTo>
                  <a:pt x="4362754" y="1534742"/>
                  <a:pt x="4365982" y="1507335"/>
                  <a:pt x="4136353" y="1530401"/>
                </a:cubicBezTo>
                <a:cubicBezTo>
                  <a:pt x="3906724" y="1553467"/>
                  <a:pt x="3787067" y="1515472"/>
                  <a:pt x="3626203" y="1530401"/>
                </a:cubicBezTo>
                <a:cubicBezTo>
                  <a:pt x="3465339" y="1545331"/>
                  <a:pt x="3152702" y="1494927"/>
                  <a:pt x="2757569" y="1530401"/>
                </a:cubicBezTo>
                <a:cubicBezTo>
                  <a:pt x="2362436" y="1565875"/>
                  <a:pt x="2209304" y="1518382"/>
                  <a:pt x="2068176" y="1530401"/>
                </a:cubicBezTo>
                <a:cubicBezTo>
                  <a:pt x="1927048" y="1542420"/>
                  <a:pt x="1448099" y="1517214"/>
                  <a:pt x="1199542" y="1530401"/>
                </a:cubicBezTo>
                <a:cubicBezTo>
                  <a:pt x="950985" y="1543588"/>
                  <a:pt x="527239" y="1480026"/>
                  <a:pt x="0" y="1530401"/>
                </a:cubicBezTo>
                <a:cubicBezTo>
                  <a:pt x="-17606" y="1360376"/>
                  <a:pt x="-8144" y="1266700"/>
                  <a:pt x="0" y="1050875"/>
                </a:cubicBezTo>
                <a:cubicBezTo>
                  <a:pt x="8144" y="835050"/>
                  <a:pt x="-9693" y="680654"/>
                  <a:pt x="0" y="586654"/>
                </a:cubicBezTo>
                <a:cubicBezTo>
                  <a:pt x="9693" y="492654"/>
                  <a:pt x="24173" y="28962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r>
              <a:rPr lang="en-US" altLang="ko-KR" sz="1000">
                <a:solidFill>
                  <a:srgbClr val="0000FF"/>
                </a:solidFill>
              </a:rPr>
              <a:t>int</a:t>
            </a:r>
            <a:r>
              <a:rPr lang="en-US" altLang="ko-KR" sz="1000"/>
              <a:t> s1 = 10;</a:t>
            </a:r>
          </a:p>
          <a:p>
            <a:r>
              <a:rPr lang="en-US" altLang="ko-KR" sz="1000"/>
              <a:t>std::string s2 = "test string";</a:t>
            </a:r>
          </a:p>
          <a:p>
            <a:r>
              <a:rPr lang="en-US" altLang="ko-KR" sz="1000">
                <a:solidFill>
                  <a:srgbClr val="0000FF"/>
                </a:solidFill>
              </a:rPr>
              <a:t>float</a:t>
            </a:r>
            <a:r>
              <a:rPr lang="en-US" altLang="ko-KR" sz="1000"/>
              <a:t> s3 = 1.0f;</a:t>
            </a:r>
          </a:p>
          <a:p>
            <a:endParaRPr lang="ko-KR" altLang="en-US" sz="1000"/>
          </a:p>
          <a:p>
            <a:r>
              <a:rPr lang="en-US" altLang="ko-KR" sz="1000">
                <a:solidFill>
                  <a:srgbClr val="00B050"/>
                </a:solidFill>
              </a:rPr>
              <a:t>// - 1000byte </a:t>
            </a:r>
            <a:r>
              <a:rPr lang="ko-KR" altLang="en-US" sz="1000">
                <a:solidFill>
                  <a:srgbClr val="00B050"/>
                </a:solidFill>
              </a:rPr>
              <a:t>버퍼를 생성함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/>
              <a:t>auto baz = alloc_shared_buffer(1000);</a:t>
            </a:r>
          </a:p>
          <a:p>
            <a:endParaRPr lang="ko-KR" altLang="en-US" sz="1000"/>
          </a:p>
          <a:p>
            <a:r>
              <a:rPr lang="en-US" altLang="ko-KR" sz="1000">
                <a:solidFill>
                  <a:srgbClr val="00B050"/>
                </a:solidFill>
              </a:rPr>
              <a:t>// 1) std::tuple</a:t>
            </a:r>
            <a:r>
              <a:rPr lang="ko-KR" altLang="en-US" sz="1000">
                <a:solidFill>
                  <a:srgbClr val="00B050"/>
                </a:solidFill>
              </a:rPr>
              <a:t>로 값을 </a:t>
            </a:r>
            <a:r>
              <a:rPr lang="en-US" altLang="ko-KR" sz="1000">
                <a:solidFill>
                  <a:srgbClr val="00B050"/>
                </a:solidFill>
              </a:rPr>
              <a:t>append</a:t>
            </a:r>
            <a:r>
              <a:rPr lang="ko-KR" altLang="en-US" sz="1000">
                <a:solidFill>
                  <a:srgbClr val="00B050"/>
                </a:solidFill>
              </a:rPr>
              <a:t>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/>
              <a:t>baz.append(std::tuple{ s1, s2, s3 });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C94DCA5-68BC-4C66-9BB2-1A12FEAB5228}"/>
              </a:ext>
            </a:extLst>
          </p:cNvPr>
          <p:cNvSpPr/>
          <p:nvPr/>
        </p:nvSpPr>
        <p:spPr>
          <a:xfrm>
            <a:off x="1638315" y="3951242"/>
            <a:ext cx="8962098" cy="1068736"/>
          </a:xfrm>
          <a:custGeom>
            <a:avLst/>
            <a:gdLst>
              <a:gd name="connsiteX0" fmla="*/ 0 w 8962098"/>
              <a:gd name="connsiteY0" fmla="*/ 0 h 1068736"/>
              <a:gd name="connsiteX1" fmla="*/ 420529 w 8962098"/>
              <a:gd name="connsiteY1" fmla="*/ 0 h 1068736"/>
              <a:gd name="connsiteX2" fmla="*/ 1199542 w 8962098"/>
              <a:gd name="connsiteY2" fmla="*/ 0 h 1068736"/>
              <a:gd name="connsiteX3" fmla="*/ 1620072 w 8962098"/>
              <a:gd name="connsiteY3" fmla="*/ 0 h 1068736"/>
              <a:gd name="connsiteX4" fmla="*/ 2040601 w 8962098"/>
              <a:gd name="connsiteY4" fmla="*/ 0 h 1068736"/>
              <a:gd name="connsiteX5" fmla="*/ 2550751 w 8962098"/>
              <a:gd name="connsiteY5" fmla="*/ 0 h 1068736"/>
              <a:gd name="connsiteX6" fmla="*/ 3150522 w 8962098"/>
              <a:gd name="connsiteY6" fmla="*/ 0 h 1068736"/>
              <a:gd name="connsiteX7" fmla="*/ 3571051 w 8962098"/>
              <a:gd name="connsiteY7" fmla="*/ 0 h 1068736"/>
              <a:gd name="connsiteX8" fmla="*/ 4170823 w 8962098"/>
              <a:gd name="connsiteY8" fmla="*/ 0 h 1068736"/>
              <a:gd name="connsiteX9" fmla="*/ 4770594 w 8962098"/>
              <a:gd name="connsiteY9" fmla="*/ 0 h 1068736"/>
              <a:gd name="connsiteX10" fmla="*/ 5549607 w 8962098"/>
              <a:gd name="connsiteY10" fmla="*/ 0 h 1068736"/>
              <a:gd name="connsiteX11" fmla="*/ 5970136 w 8962098"/>
              <a:gd name="connsiteY11" fmla="*/ 0 h 1068736"/>
              <a:gd name="connsiteX12" fmla="*/ 6659528 w 8962098"/>
              <a:gd name="connsiteY12" fmla="*/ 0 h 1068736"/>
              <a:gd name="connsiteX13" fmla="*/ 7169678 w 8962098"/>
              <a:gd name="connsiteY13" fmla="*/ 0 h 1068736"/>
              <a:gd name="connsiteX14" fmla="*/ 7590208 w 8962098"/>
              <a:gd name="connsiteY14" fmla="*/ 0 h 1068736"/>
              <a:gd name="connsiteX15" fmla="*/ 8962098 w 8962098"/>
              <a:gd name="connsiteY15" fmla="*/ 0 h 1068736"/>
              <a:gd name="connsiteX16" fmla="*/ 8962098 w 8962098"/>
              <a:gd name="connsiteY16" fmla="*/ 523681 h 1068736"/>
              <a:gd name="connsiteX17" fmla="*/ 8962098 w 8962098"/>
              <a:gd name="connsiteY17" fmla="*/ 1068736 h 1068736"/>
              <a:gd name="connsiteX18" fmla="*/ 8541569 w 8962098"/>
              <a:gd name="connsiteY18" fmla="*/ 1068736 h 1068736"/>
              <a:gd name="connsiteX19" fmla="*/ 7672935 w 8962098"/>
              <a:gd name="connsiteY19" fmla="*/ 1068736 h 1068736"/>
              <a:gd name="connsiteX20" fmla="*/ 7252405 w 8962098"/>
              <a:gd name="connsiteY20" fmla="*/ 1068736 h 1068736"/>
              <a:gd name="connsiteX21" fmla="*/ 6473392 w 8962098"/>
              <a:gd name="connsiteY21" fmla="*/ 1068736 h 1068736"/>
              <a:gd name="connsiteX22" fmla="*/ 5784000 w 8962098"/>
              <a:gd name="connsiteY22" fmla="*/ 1068736 h 1068736"/>
              <a:gd name="connsiteX23" fmla="*/ 5094608 w 8962098"/>
              <a:gd name="connsiteY23" fmla="*/ 1068736 h 1068736"/>
              <a:gd name="connsiteX24" fmla="*/ 4494837 w 8962098"/>
              <a:gd name="connsiteY24" fmla="*/ 1068736 h 1068736"/>
              <a:gd name="connsiteX25" fmla="*/ 3715824 w 8962098"/>
              <a:gd name="connsiteY25" fmla="*/ 1068736 h 1068736"/>
              <a:gd name="connsiteX26" fmla="*/ 3116053 w 8962098"/>
              <a:gd name="connsiteY26" fmla="*/ 1068736 h 1068736"/>
              <a:gd name="connsiteX27" fmla="*/ 2337039 w 8962098"/>
              <a:gd name="connsiteY27" fmla="*/ 1068736 h 1068736"/>
              <a:gd name="connsiteX28" fmla="*/ 1826889 w 8962098"/>
              <a:gd name="connsiteY28" fmla="*/ 1068736 h 1068736"/>
              <a:gd name="connsiteX29" fmla="*/ 1316739 w 8962098"/>
              <a:gd name="connsiteY29" fmla="*/ 1068736 h 1068736"/>
              <a:gd name="connsiteX30" fmla="*/ 0 w 8962098"/>
              <a:gd name="connsiteY30" fmla="*/ 1068736 h 1068736"/>
              <a:gd name="connsiteX31" fmla="*/ 0 w 8962098"/>
              <a:gd name="connsiteY31" fmla="*/ 545055 h 1068736"/>
              <a:gd name="connsiteX32" fmla="*/ 0 w 8962098"/>
              <a:gd name="connsiteY32" fmla="*/ 0 h 1068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62098" h="1068736" fill="none" extrusionOk="0">
                <a:moveTo>
                  <a:pt x="0" y="0"/>
                </a:moveTo>
                <a:cubicBezTo>
                  <a:pt x="106741" y="-5227"/>
                  <a:pt x="258086" y="10078"/>
                  <a:pt x="420529" y="0"/>
                </a:cubicBezTo>
                <a:cubicBezTo>
                  <a:pt x="582972" y="-10078"/>
                  <a:pt x="967967" y="-21079"/>
                  <a:pt x="1199542" y="0"/>
                </a:cubicBezTo>
                <a:cubicBezTo>
                  <a:pt x="1431117" y="21079"/>
                  <a:pt x="1447174" y="13280"/>
                  <a:pt x="1620072" y="0"/>
                </a:cubicBezTo>
                <a:cubicBezTo>
                  <a:pt x="1792970" y="-13280"/>
                  <a:pt x="1912007" y="-9074"/>
                  <a:pt x="2040601" y="0"/>
                </a:cubicBezTo>
                <a:cubicBezTo>
                  <a:pt x="2169195" y="9074"/>
                  <a:pt x="2355610" y="5328"/>
                  <a:pt x="2550751" y="0"/>
                </a:cubicBezTo>
                <a:cubicBezTo>
                  <a:pt x="2745892" y="-5328"/>
                  <a:pt x="3023206" y="11627"/>
                  <a:pt x="3150522" y="0"/>
                </a:cubicBezTo>
                <a:cubicBezTo>
                  <a:pt x="3277838" y="-11627"/>
                  <a:pt x="3395071" y="18199"/>
                  <a:pt x="3571051" y="0"/>
                </a:cubicBezTo>
                <a:cubicBezTo>
                  <a:pt x="3747031" y="-18199"/>
                  <a:pt x="3938407" y="1645"/>
                  <a:pt x="4170823" y="0"/>
                </a:cubicBezTo>
                <a:cubicBezTo>
                  <a:pt x="4403239" y="-1645"/>
                  <a:pt x="4510024" y="-11615"/>
                  <a:pt x="4770594" y="0"/>
                </a:cubicBezTo>
                <a:cubicBezTo>
                  <a:pt x="5031164" y="11615"/>
                  <a:pt x="5213144" y="33240"/>
                  <a:pt x="5549607" y="0"/>
                </a:cubicBezTo>
                <a:cubicBezTo>
                  <a:pt x="5886070" y="-33240"/>
                  <a:pt x="5800410" y="18316"/>
                  <a:pt x="5970136" y="0"/>
                </a:cubicBezTo>
                <a:cubicBezTo>
                  <a:pt x="6139862" y="-18316"/>
                  <a:pt x="6473823" y="-10920"/>
                  <a:pt x="6659528" y="0"/>
                </a:cubicBezTo>
                <a:cubicBezTo>
                  <a:pt x="6845233" y="10920"/>
                  <a:pt x="7065940" y="9149"/>
                  <a:pt x="7169678" y="0"/>
                </a:cubicBezTo>
                <a:cubicBezTo>
                  <a:pt x="7273416" y="-9149"/>
                  <a:pt x="7434842" y="-822"/>
                  <a:pt x="7590208" y="0"/>
                </a:cubicBezTo>
                <a:cubicBezTo>
                  <a:pt x="7745574" y="822"/>
                  <a:pt x="8285488" y="40359"/>
                  <a:pt x="8962098" y="0"/>
                </a:cubicBezTo>
                <a:cubicBezTo>
                  <a:pt x="8936732" y="224917"/>
                  <a:pt x="8985200" y="295036"/>
                  <a:pt x="8962098" y="523681"/>
                </a:cubicBezTo>
                <a:cubicBezTo>
                  <a:pt x="8938996" y="752326"/>
                  <a:pt x="8964924" y="892856"/>
                  <a:pt x="8962098" y="1068736"/>
                </a:cubicBezTo>
                <a:cubicBezTo>
                  <a:pt x="8773150" y="1054403"/>
                  <a:pt x="8713881" y="1048422"/>
                  <a:pt x="8541569" y="1068736"/>
                </a:cubicBezTo>
                <a:cubicBezTo>
                  <a:pt x="8369257" y="1089050"/>
                  <a:pt x="7946817" y="1098144"/>
                  <a:pt x="7672935" y="1068736"/>
                </a:cubicBezTo>
                <a:cubicBezTo>
                  <a:pt x="7399053" y="1039328"/>
                  <a:pt x="7433511" y="1058264"/>
                  <a:pt x="7252405" y="1068736"/>
                </a:cubicBezTo>
                <a:cubicBezTo>
                  <a:pt x="7071299" y="1079209"/>
                  <a:pt x="6730593" y="1080950"/>
                  <a:pt x="6473392" y="1068736"/>
                </a:cubicBezTo>
                <a:cubicBezTo>
                  <a:pt x="6216191" y="1056522"/>
                  <a:pt x="5928123" y="1035052"/>
                  <a:pt x="5784000" y="1068736"/>
                </a:cubicBezTo>
                <a:cubicBezTo>
                  <a:pt x="5639877" y="1102420"/>
                  <a:pt x="5290102" y="1063702"/>
                  <a:pt x="5094608" y="1068736"/>
                </a:cubicBezTo>
                <a:cubicBezTo>
                  <a:pt x="4899114" y="1073770"/>
                  <a:pt x="4646058" y="1060118"/>
                  <a:pt x="4494837" y="1068736"/>
                </a:cubicBezTo>
                <a:cubicBezTo>
                  <a:pt x="4343616" y="1077354"/>
                  <a:pt x="4071982" y="1084403"/>
                  <a:pt x="3715824" y="1068736"/>
                </a:cubicBezTo>
                <a:cubicBezTo>
                  <a:pt x="3359666" y="1053069"/>
                  <a:pt x="3269812" y="1097601"/>
                  <a:pt x="3116053" y="1068736"/>
                </a:cubicBezTo>
                <a:cubicBezTo>
                  <a:pt x="2962294" y="1039871"/>
                  <a:pt x="2501003" y="1053115"/>
                  <a:pt x="2337039" y="1068736"/>
                </a:cubicBezTo>
                <a:cubicBezTo>
                  <a:pt x="2173075" y="1084357"/>
                  <a:pt x="2078012" y="1092741"/>
                  <a:pt x="1826889" y="1068736"/>
                </a:cubicBezTo>
                <a:cubicBezTo>
                  <a:pt x="1575766" y="1044732"/>
                  <a:pt x="1566259" y="1079249"/>
                  <a:pt x="1316739" y="1068736"/>
                </a:cubicBezTo>
                <a:cubicBezTo>
                  <a:pt x="1067219" y="1058224"/>
                  <a:pt x="586745" y="1097568"/>
                  <a:pt x="0" y="1068736"/>
                </a:cubicBezTo>
                <a:cubicBezTo>
                  <a:pt x="5147" y="872828"/>
                  <a:pt x="-6177" y="747327"/>
                  <a:pt x="0" y="545055"/>
                </a:cubicBezTo>
                <a:cubicBezTo>
                  <a:pt x="6177" y="342783"/>
                  <a:pt x="-10399" y="127200"/>
                  <a:pt x="0" y="0"/>
                </a:cubicBezTo>
                <a:close/>
              </a:path>
              <a:path w="8962098" h="1068736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58463" y="128105"/>
                  <a:pt x="8972942" y="419646"/>
                  <a:pt x="8962098" y="555743"/>
                </a:cubicBezTo>
                <a:cubicBezTo>
                  <a:pt x="8951254" y="691840"/>
                  <a:pt x="8961410" y="955416"/>
                  <a:pt x="8962098" y="1068736"/>
                </a:cubicBezTo>
                <a:cubicBezTo>
                  <a:pt x="8742154" y="1044082"/>
                  <a:pt x="8448095" y="1047140"/>
                  <a:pt x="8272706" y="1068736"/>
                </a:cubicBezTo>
                <a:cubicBezTo>
                  <a:pt x="8097317" y="1090332"/>
                  <a:pt x="7820885" y="1073197"/>
                  <a:pt x="7583314" y="1068736"/>
                </a:cubicBezTo>
                <a:cubicBezTo>
                  <a:pt x="7345743" y="1064275"/>
                  <a:pt x="7187503" y="1053839"/>
                  <a:pt x="6893922" y="1068736"/>
                </a:cubicBezTo>
                <a:cubicBezTo>
                  <a:pt x="6600341" y="1083633"/>
                  <a:pt x="6348884" y="1028581"/>
                  <a:pt x="6025287" y="1068736"/>
                </a:cubicBezTo>
                <a:cubicBezTo>
                  <a:pt x="5701690" y="1108891"/>
                  <a:pt x="5641903" y="1102565"/>
                  <a:pt x="5335895" y="1068736"/>
                </a:cubicBezTo>
                <a:cubicBezTo>
                  <a:pt x="5029887" y="1034907"/>
                  <a:pt x="4881389" y="1080201"/>
                  <a:pt x="4556882" y="1068736"/>
                </a:cubicBezTo>
                <a:cubicBezTo>
                  <a:pt x="4232375" y="1057271"/>
                  <a:pt x="4151239" y="1064395"/>
                  <a:pt x="3777869" y="1068736"/>
                </a:cubicBezTo>
                <a:cubicBezTo>
                  <a:pt x="3404499" y="1073077"/>
                  <a:pt x="3407727" y="1045670"/>
                  <a:pt x="3178098" y="1068736"/>
                </a:cubicBezTo>
                <a:cubicBezTo>
                  <a:pt x="2948469" y="1091802"/>
                  <a:pt x="2828812" y="1053807"/>
                  <a:pt x="2667948" y="1068736"/>
                </a:cubicBezTo>
                <a:cubicBezTo>
                  <a:pt x="2507084" y="1083666"/>
                  <a:pt x="2194447" y="1033262"/>
                  <a:pt x="1799314" y="1068736"/>
                </a:cubicBezTo>
                <a:cubicBezTo>
                  <a:pt x="1404181" y="1104210"/>
                  <a:pt x="1251049" y="1056717"/>
                  <a:pt x="1109921" y="1068736"/>
                </a:cubicBezTo>
                <a:cubicBezTo>
                  <a:pt x="968793" y="1080755"/>
                  <a:pt x="382880" y="1057340"/>
                  <a:pt x="0" y="1068736"/>
                </a:cubicBezTo>
                <a:cubicBezTo>
                  <a:pt x="24857" y="909368"/>
                  <a:pt x="17598" y="783760"/>
                  <a:pt x="0" y="523681"/>
                </a:cubicBezTo>
                <a:cubicBezTo>
                  <a:pt x="-17598" y="263602"/>
                  <a:pt x="-148" y="136789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r>
              <a:rPr lang="en-US" altLang="ko-KR" sz="1000">
                <a:solidFill>
                  <a:srgbClr val="0000FF"/>
                </a:solidFill>
              </a:rPr>
              <a:t>int</a:t>
            </a:r>
            <a:r>
              <a:rPr lang="en-US" altLang="ko-KR" sz="1000"/>
              <a:t> v1;</a:t>
            </a:r>
          </a:p>
          <a:p>
            <a:r>
              <a:rPr lang="en-US" altLang="ko-KR" sz="1000"/>
              <a:t>std::string v2;</a:t>
            </a:r>
          </a:p>
          <a:p>
            <a:r>
              <a:rPr lang="en-US" altLang="ko-KR" sz="1000">
                <a:solidFill>
                  <a:srgbClr val="0000FF"/>
                </a:solidFill>
              </a:rPr>
              <a:t>float</a:t>
            </a:r>
            <a:r>
              <a:rPr lang="en-US" altLang="ko-KR" sz="1000"/>
              <a:t> v3;</a:t>
            </a:r>
          </a:p>
          <a:p>
            <a:endParaRPr lang="ko-KR" altLang="en-US" sz="1000"/>
          </a:p>
          <a:p>
            <a:r>
              <a:rPr lang="en-US" altLang="ko-KR" sz="1000">
                <a:solidFill>
                  <a:srgbClr val="00B050"/>
                </a:solidFill>
              </a:rPr>
              <a:t>// 2) std::tie</a:t>
            </a:r>
            <a:r>
              <a:rPr lang="ko-KR" altLang="en-US" sz="1000">
                <a:solidFill>
                  <a:srgbClr val="00B050"/>
                </a:solidFill>
              </a:rPr>
              <a:t>를 사용해 값을 얻어온다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/>
              <a:t>std::tie ( v1, v2, v3 ) = baz.extract&lt;std::tuple&lt;</a:t>
            </a:r>
            <a:r>
              <a:rPr lang="en-US" altLang="ko-KR" sz="1000">
                <a:solidFill>
                  <a:srgbClr val="0000FF"/>
                </a:solidFill>
              </a:rPr>
              <a:t>int</a:t>
            </a:r>
            <a:r>
              <a:rPr lang="en-US" altLang="ko-KR" sz="1000"/>
              <a:t>, std::string, </a:t>
            </a:r>
            <a:r>
              <a:rPr lang="en-US" altLang="ko-KR" sz="1000">
                <a:solidFill>
                  <a:srgbClr val="0000FF"/>
                </a:solidFill>
              </a:rPr>
              <a:t>float</a:t>
            </a:r>
            <a:r>
              <a:rPr lang="en-US" altLang="ko-KR" sz="1000"/>
              <a:t>&gt;&gt;();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309B8AC-4359-46A7-A513-3BC74C85AA3C}"/>
              </a:ext>
            </a:extLst>
          </p:cNvPr>
          <p:cNvSpPr/>
          <p:nvPr/>
        </p:nvSpPr>
        <p:spPr>
          <a:xfrm>
            <a:off x="1638315" y="5466319"/>
            <a:ext cx="8962098" cy="453183"/>
          </a:xfrm>
          <a:custGeom>
            <a:avLst/>
            <a:gdLst>
              <a:gd name="connsiteX0" fmla="*/ 0 w 8962098"/>
              <a:gd name="connsiteY0" fmla="*/ 0 h 453183"/>
              <a:gd name="connsiteX1" fmla="*/ 420529 w 8962098"/>
              <a:gd name="connsiteY1" fmla="*/ 0 h 453183"/>
              <a:gd name="connsiteX2" fmla="*/ 1109921 w 8962098"/>
              <a:gd name="connsiteY2" fmla="*/ 0 h 453183"/>
              <a:gd name="connsiteX3" fmla="*/ 1799314 w 8962098"/>
              <a:gd name="connsiteY3" fmla="*/ 0 h 453183"/>
              <a:gd name="connsiteX4" fmla="*/ 2578327 w 8962098"/>
              <a:gd name="connsiteY4" fmla="*/ 0 h 453183"/>
              <a:gd name="connsiteX5" fmla="*/ 2998856 w 8962098"/>
              <a:gd name="connsiteY5" fmla="*/ 0 h 453183"/>
              <a:gd name="connsiteX6" fmla="*/ 3419385 w 8962098"/>
              <a:gd name="connsiteY6" fmla="*/ 0 h 453183"/>
              <a:gd name="connsiteX7" fmla="*/ 3929535 w 8962098"/>
              <a:gd name="connsiteY7" fmla="*/ 0 h 453183"/>
              <a:gd name="connsiteX8" fmla="*/ 4529306 w 8962098"/>
              <a:gd name="connsiteY8" fmla="*/ 0 h 453183"/>
              <a:gd name="connsiteX9" fmla="*/ 4949836 w 8962098"/>
              <a:gd name="connsiteY9" fmla="*/ 0 h 453183"/>
              <a:gd name="connsiteX10" fmla="*/ 5549607 w 8962098"/>
              <a:gd name="connsiteY10" fmla="*/ 0 h 453183"/>
              <a:gd name="connsiteX11" fmla="*/ 6149378 w 8962098"/>
              <a:gd name="connsiteY11" fmla="*/ 0 h 453183"/>
              <a:gd name="connsiteX12" fmla="*/ 6928391 w 8962098"/>
              <a:gd name="connsiteY12" fmla="*/ 0 h 453183"/>
              <a:gd name="connsiteX13" fmla="*/ 7348920 w 8962098"/>
              <a:gd name="connsiteY13" fmla="*/ 0 h 453183"/>
              <a:gd name="connsiteX14" fmla="*/ 8038313 w 8962098"/>
              <a:gd name="connsiteY14" fmla="*/ 0 h 453183"/>
              <a:gd name="connsiteX15" fmla="*/ 8962098 w 8962098"/>
              <a:gd name="connsiteY15" fmla="*/ 0 h 453183"/>
              <a:gd name="connsiteX16" fmla="*/ 8962098 w 8962098"/>
              <a:gd name="connsiteY16" fmla="*/ 453183 h 453183"/>
              <a:gd name="connsiteX17" fmla="*/ 8541569 w 8962098"/>
              <a:gd name="connsiteY17" fmla="*/ 453183 h 453183"/>
              <a:gd name="connsiteX18" fmla="*/ 7941798 w 8962098"/>
              <a:gd name="connsiteY18" fmla="*/ 453183 h 453183"/>
              <a:gd name="connsiteX19" fmla="*/ 7431647 w 8962098"/>
              <a:gd name="connsiteY19" fmla="*/ 453183 h 453183"/>
              <a:gd name="connsiteX20" fmla="*/ 6652634 w 8962098"/>
              <a:gd name="connsiteY20" fmla="*/ 453183 h 453183"/>
              <a:gd name="connsiteX21" fmla="*/ 5784000 w 8962098"/>
              <a:gd name="connsiteY21" fmla="*/ 453183 h 453183"/>
              <a:gd name="connsiteX22" fmla="*/ 5363471 w 8962098"/>
              <a:gd name="connsiteY22" fmla="*/ 453183 h 453183"/>
              <a:gd name="connsiteX23" fmla="*/ 4584458 w 8962098"/>
              <a:gd name="connsiteY23" fmla="*/ 453183 h 453183"/>
              <a:gd name="connsiteX24" fmla="*/ 3895066 w 8962098"/>
              <a:gd name="connsiteY24" fmla="*/ 453183 h 453183"/>
              <a:gd name="connsiteX25" fmla="*/ 3205674 w 8962098"/>
              <a:gd name="connsiteY25" fmla="*/ 453183 h 453183"/>
              <a:gd name="connsiteX26" fmla="*/ 2605902 w 8962098"/>
              <a:gd name="connsiteY26" fmla="*/ 453183 h 453183"/>
              <a:gd name="connsiteX27" fmla="*/ 1826889 w 8962098"/>
              <a:gd name="connsiteY27" fmla="*/ 453183 h 453183"/>
              <a:gd name="connsiteX28" fmla="*/ 1227118 w 8962098"/>
              <a:gd name="connsiteY28" fmla="*/ 453183 h 453183"/>
              <a:gd name="connsiteX29" fmla="*/ 0 w 8962098"/>
              <a:gd name="connsiteY29" fmla="*/ 453183 h 453183"/>
              <a:gd name="connsiteX30" fmla="*/ 0 w 8962098"/>
              <a:gd name="connsiteY30" fmla="*/ 0 h 453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8962098" h="453183" fill="none" extrusionOk="0">
                <a:moveTo>
                  <a:pt x="0" y="0"/>
                </a:moveTo>
                <a:cubicBezTo>
                  <a:pt x="90760" y="18839"/>
                  <a:pt x="228306" y="-38"/>
                  <a:pt x="420529" y="0"/>
                </a:cubicBezTo>
                <a:cubicBezTo>
                  <a:pt x="612752" y="38"/>
                  <a:pt x="786818" y="-24006"/>
                  <a:pt x="1109921" y="0"/>
                </a:cubicBezTo>
                <a:cubicBezTo>
                  <a:pt x="1433024" y="24006"/>
                  <a:pt x="1649344" y="-21210"/>
                  <a:pt x="1799314" y="0"/>
                </a:cubicBezTo>
                <a:cubicBezTo>
                  <a:pt x="1949284" y="21210"/>
                  <a:pt x="2346752" y="-21079"/>
                  <a:pt x="2578327" y="0"/>
                </a:cubicBezTo>
                <a:cubicBezTo>
                  <a:pt x="2809902" y="21079"/>
                  <a:pt x="2833767" y="16066"/>
                  <a:pt x="2998856" y="0"/>
                </a:cubicBezTo>
                <a:cubicBezTo>
                  <a:pt x="3163945" y="-16066"/>
                  <a:pt x="3290791" y="-9074"/>
                  <a:pt x="3419385" y="0"/>
                </a:cubicBezTo>
                <a:cubicBezTo>
                  <a:pt x="3547979" y="9074"/>
                  <a:pt x="3734394" y="5328"/>
                  <a:pt x="3929535" y="0"/>
                </a:cubicBezTo>
                <a:cubicBezTo>
                  <a:pt x="4124676" y="-5328"/>
                  <a:pt x="4401990" y="11627"/>
                  <a:pt x="4529306" y="0"/>
                </a:cubicBezTo>
                <a:cubicBezTo>
                  <a:pt x="4656622" y="-11627"/>
                  <a:pt x="4771488" y="16825"/>
                  <a:pt x="4949836" y="0"/>
                </a:cubicBezTo>
                <a:cubicBezTo>
                  <a:pt x="5128184" y="-16825"/>
                  <a:pt x="5317342" y="4492"/>
                  <a:pt x="5549607" y="0"/>
                </a:cubicBezTo>
                <a:cubicBezTo>
                  <a:pt x="5781872" y="-4492"/>
                  <a:pt x="5888808" y="-11615"/>
                  <a:pt x="6149378" y="0"/>
                </a:cubicBezTo>
                <a:cubicBezTo>
                  <a:pt x="6409948" y="11615"/>
                  <a:pt x="6591928" y="33240"/>
                  <a:pt x="6928391" y="0"/>
                </a:cubicBezTo>
                <a:cubicBezTo>
                  <a:pt x="7264854" y="-33240"/>
                  <a:pt x="7179194" y="18316"/>
                  <a:pt x="7348920" y="0"/>
                </a:cubicBezTo>
                <a:cubicBezTo>
                  <a:pt x="7518646" y="-18316"/>
                  <a:pt x="7848320" y="-11638"/>
                  <a:pt x="8038313" y="0"/>
                </a:cubicBezTo>
                <a:cubicBezTo>
                  <a:pt x="8228306" y="11638"/>
                  <a:pt x="8556518" y="-2974"/>
                  <a:pt x="8962098" y="0"/>
                </a:cubicBezTo>
                <a:cubicBezTo>
                  <a:pt x="8981197" y="160911"/>
                  <a:pt x="8980555" y="230693"/>
                  <a:pt x="8962098" y="453183"/>
                </a:cubicBezTo>
                <a:cubicBezTo>
                  <a:pt x="8850386" y="471079"/>
                  <a:pt x="8708589" y="454411"/>
                  <a:pt x="8541569" y="453183"/>
                </a:cubicBezTo>
                <a:cubicBezTo>
                  <a:pt x="8374549" y="451955"/>
                  <a:pt x="8096765" y="446449"/>
                  <a:pt x="7941798" y="453183"/>
                </a:cubicBezTo>
                <a:cubicBezTo>
                  <a:pt x="7786831" y="459917"/>
                  <a:pt x="7566177" y="441451"/>
                  <a:pt x="7431647" y="453183"/>
                </a:cubicBezTo>
                <a:cubicBezTo>
                  <a:pt x="7297117" y="464915"/>
                  <a:pt x="7018011" y="416889"/>
                  <a:pt x="6652634" y="453183"/>
                </a:cubicBezTo>
                <a:cubicBezTo>
                  <a:pt x="6287257" y="489477"/>
                  <a:pt x="6057882" y="482591"/>
                  <a:pt x="5784000" y="453183"/>
                </a:cubicBezTo>
                <a:cubicBezTo>
                  <a:pt x="5510118" y="423775"/>
                  <a:pt x="5539657" y="434050"/>
                  <a:pt x="5363471" y="453183"/>
                </a:cubicBezTo>
                <a:cubicBezTo>
                  <a:pt x="5187285" y="472316"/>
                  <a:pt x="4841659" y="465397"/>
                  <a:pt x="4584458" y="453183"/>
                </a:cubicBezTo>
                <a:cubicBezTo>
                  <a:pt x="4327257" y="440969"/>
                  <a:pt x="4039189" y="419499"/>
                  <a:pt x="3895066" y="453183"/>
                </a:cubicBezTo>
                <a:cubicBezTo>
                  <a:pt x="3750943" y="486867"/>
                  <a:pt x="3401168" y="448149"/>
                  <a:pt x="3205674" y="453183"/>
                </a:cubicBezTo>
                <a:cubicBezTo>
                  <a:pt x="3010180" y="458217"/>
                  <a:pt x="2759549" y="446613"/>
                  <a:pt x="2605902" y="453183"/>
                </a:cubicBezTo>
                <a:cubicBezTo>
                  <a:pt x="2452255" y="459753"/>
                  <a:pt x="2183047" y="468850"/>
                  <a:pt x="1826889" y="453183"/>
                </a:cubicBezTo>
                <a:cubicBezTo>
                  <a:pt x="1470731" y="437516"/>
                  <a:pt x="1380877" y="482048"/>
                  <a:pt x="1227118" y="453183"/>
                </a:cubicBezTo>
                <a:cubicBezTo>
                  <a:pt x="1073359" y="424318"/>
                  <a:pt x="290229" y="491870"/>
                  <a:pt x="0" y="453183"/>
                </a:cubicBezTo>
                <a:cubicBezTo>
                  <a:pt x="3602" y="297206"/>
                  <a:pt x="4647" y="107809"/>
                  <a:pt x="0" y="0"/>
                </a:cubicBezTo>
                <a:close/>
              </a:path>
              <a:path w="8962098" h="453183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47384" y="131964"/>
                  <a:pt x="8974920" y="233058"/>
                  <a:pt x="8962098" y="453183"/>
                </a:cubicBezTo>
                <a:cubicBezTo>
                  <a:pt x="8581962" y="441259"/>
                  <a:pt x="8458871" y="429290"/>
                  <a:pt x="8183085" y="453183"/>
                </a:cubicBezTo>
                <a:cubicBezTo>
                  <a:pt x="7907299" y="477076"/>
                  <a:pt x="7572570" y="437889"/>
                  <a:pt x="7314451" y="453183"/>
                </a:cubicBezTo>
                <a:cubicBezTo>
                  <a:pt x="7056332" y="468477"/>
                  <a:pt x="6862630" y="457644"/>
                  <a:pt x="6625059" y="453183"/>
                </a:cubicBezTo>
                <a:cubicBezTo>
                  <a:pt x="6387488" y="448722"/>
                  <a:pt x="6230415" y="443639"/>
                  <a:pt x="5935666" y="453183"/>
                </a:cubicBezTo>
                <a:cubicBezTo>
                  <a:pt x="5640917" y="462727"/>
                  <a:pt x="5387817" y="410922"/>
                  <a:pt x="5067032" y="453183"/>
                </a:cubicBezTo>
                <a:cubicBezTo>
                  <a:pt x="4746247" y="495444"/>
                  <a:pt x="4683648" y="487012"/>
                  <a:pt x="4377640" y="453183"/>
                </a:cubicBezTo>
                <a:cubicBezTo>
                  <a:pt x="4071632" y="419354"/>
                  <a:pt x="3923134" y="464648"/>
                  <a:pt x="3598627" y="453183"/>
                </a:cubicBezTo>
                <a:cubicBezTo>
                  <a:pt x="3274120" y="441718"/>
                  <a:pt x="3192984" y="448842"/>
                  <a:pt x="2819614" y="453183"/>
                </a:cubicBezTo>
                <a:cubicBezTo>
                  <a:pt x="2446244" y="457524"/>
                  <a:pt x="2449472" y="430117"/>
                  <a:pt x="2219843" y="453183"/>
                </a:cubicBezTo>
                <a:cubicBezTo>
                  <a:pt x="1990214" y="476249"/>
                  <a:pt x="1870557" y="438254"/>
                  <a:pt x="1709693" y="453183"/>
                </a:cubicBezTo>
                <a:cubicBezTo>
                  <a:pt x="1548829" y="468113"/>
                  <a:pt x="1236483" y="421833"/>
                  <a:pt x="841058" y="453183"/>
                </a:cubicBezTo>
                <a:cubicBezTo>
                  <a:pt x="445633" y="484533"/>
                  <a:pt x="201602" y="438941"/>
                  <a:pt x="0" y="453183"/>
                </a:cubicBezTo>
                <a:cubicBezTo>
                  <a:pt x="13054" y="353925"/>
                  <a:pt x="7554" y="117742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r>
              <a:rPr lang="en-US" altLang="ko-KR" sz="1000">
                <a:solidFill>
                  <a:srgbClr val="00B050"/>
                </a:solidFill>
              </a:rPr>
              <a:t>// 2) structred binding</a:t>
            </a:r>
            <a:r>
              <a:rPr lang="ko-KR" altLang="en-US" sz="1000">
                <a:solidFill>
                  <a:srgbClr val="00B050"/>
                </a:solidFill>
              </a:rPr>
              <a:t>을 사용해서 </a:t>
            </a:r>
            <a:r>
              <a:rPr lang="en-US" altLang="ko-KR" sz="1000">
                <a:solidFill>
                  <a:srgbClr val="00B050"/>
                </a:solidFill>
              </a:rPr>
              <a:t>extract</a:t>
            </a:r>
            <a:r>
              <a:rPr lang="ko-KR" altLang="en-US" sz="1000">
                <a:solidFill>
                  <a:srgbClr val="00B050"/>
                </a:solidFill>
              </a:rPr>
              <a:t>한 값을 받는다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[ v1, v2, v3 ] = baz.extract&lt;std::tuple&lt;int, std::string, float&gt;&gt;();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155EE9-5DF8-4FAD-9309-6EE8B919C760}"/>
              </a:ext>
            </a:extLst>
          </p:cNvPr>
          <p:cNvSpPr txBox="1"/>
          <p:nvPr/>
        </p:nvSpPr>
        <p:spPr>
          <a:xfrm>
            <a:off x="1638315" y="5119991"/>
            <a:ext cx="90483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물론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,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C++17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의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structured bind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사용하면 다음과 같이 사용할 수도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 (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개별 변수 생성과 대입을 한번에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~)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29BE58-AF55-43C4-B7C4-7CAF6E57E3DA}"/>
              </a:ext>
            </a:extLst>
          </p:cNvPr>
          <p:cNvSpPr txBox="1"/>
          <p:nvPr/>
        </p:nvSpPr>
        <p:spPr>
          <a:xfrm>
            <a:off x="1631225" y="2763111"/>
            <a:ext cx="90483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std::tuple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extract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해 낸다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기본적으로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std::tuple&lt;T&gt;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로도 값을 받을 수 있지만 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AF36570-6798-43BF-907D-84445036FB80}"/>
              </a:ext>
            </a:extLst>
          </p:cNvPr>
          <p:cNvSpPr/>
          <p:nvPr/>
        </p:nvSpPr>
        <p:spPr>
          <a:xfrm>
            <a:off x="1614951" y="3061631"/>
            <a:ext cx="8962098" cy="453183"/>
          </a:xfrm>
          <a:custGeom>
            <a:avLst/>
            <a:gdLst>
              <a:gd name="connsiteX0" fmla="*/ 0 w 8962098"/>
              <a:gd name="connsiteY0" fmla="*/ 0 h 453183"/>
              <a:gd name="connsiteX1" fmla="*/ 420529 w 8962098"/>
              <a:gd name="connsiteY1" fmla="*/ 0 h 453183"/>
              <a:gd name="connsiteX2" fmla="*/ 1109921 w 8962098"/>
              <a:gd name="connsiteY2" fmla="*/ 0 h 453183"/>
              <a:gd name="connsiteX3" fmla="*/ 1799314 w 8962098"/>
              <a:gd name="connsiteY3" fmla="*/ 0 h 453183"/>
              <a:gd name="connsiteX4" fmla="*/ 2578327 w 8962098"/>
              <a:gd name="connsiteY4" fmla="*/ 0 h 453183"/>
              <a:gd name="connsiteX5" fmla="*/ 2998856 w 8962098"/>
              <a:gd name="connsiteY5" fmla="*/ 0 h 453183"/>
              <a:gd name="connsiteX6" fmla="*/ 3419385 w 8962098"/>
              <a:gd name="connsiteY6" fmla="*/ 0 h 453183"/>
              <a:gd name="connsiteX7" fmla="*/ 3929535 w 8962098"/>
              <a:gd name="connsiteY7" fmla="*/ 0 h 453183"/>
              <a:gd name="connsiteX8" fmla="*/ 4529306 w 8962098"/>
              <a:gd name="connsiteY8" fmla="*/ 0 h 453183"/>
              <a:gd name="connsiteX9" fmla="*/ 4949836 w 8962098"/>
              <a:gd name="connsiteY9" fmla="*/ 0 h 453183"/>
              <a:gd name="connsiteX10" fmla="*/ 5549607 w 8962098"/>
              <a:gd name="connsiteY10" fmla="*/ 0 h 453183"/>
              <a:gd name="connsiteX11" fmla="*/ 6149378 w 8962098"/>
              <a:gd name="connsiteY11" fmla="*/ 0 h 453183"/>
              <a:gd name="connsiteX12" fmla="*/ 6928391 w 8962098"/>
              <a:gd name="connsiteY12" fmla="*/ 0 h 453183"/>
              <a:gd name="connsiteX13" fmla="*/ 7348920 w 8962098"/>
              <a:gd name="connsiteY13" fmla="*/ 0 h 453183"/>
              <a:gd name="connsiteX14" fmla="*/ 8038313 w 8962098"/>
              <a:gd name="connsiteY14" fmla="*/ 0 h 453183"/>
              <a:gd name="connsiteX15" fmla="*/ 8962098 w 8962098"/>
              <a:gd name="connsiteY15" fmla="*/ 0 h 453183"/>
              <a:gd name="connsiteX16" fmla="*/ 8962098 w 8962098"/>
              <a:gd name="connsiteY16" fmla="*/ 453183 h 453183"/>
              <a:gd name="connsiteX17" fmla="*/ 8541569 w 8962098"/>
              <a:gd name="connsiteY17" fmla="*/ 453183 h 453183"/>
              <a:gd name="connsiteX18" fmla="*/ 7941798 w 8962098"/>
              <a:gd name="connsiteY18" fmla="*/ 453183 h 453183"/>
              <a:gd name="connsiteX19" fmla="*/ 7431647 w 8962098"/>
              <a:gd name="connsiteY19" fmla="*/ 453183 h 453183"/>
              <a:gd name="connsiteX20" fmla="*/ 6652634 w 8962098"/>
              <a:gd name="connsiteY20" fmla="*/ 453183 h 453183"/>
              <a:gd name="connsiteX21" fmla="*/ 5784000 w 8962098"/>
              <a:gd name="connsiteY21" fmla="*/ 453183 h 453183"/>
              <a:gd name="connsiteX22" fmla="*/ 5363471 w 8962098"/>
              <a:gd name="connsiteY22" fmla="*/ 453183 h 453183"/>
              <a:gd name="connsiteX23" fmla="*/ 4584458 w 8962098"/>
              <a:gd name="connsiteY23" fmla="*/ 453183 h 453183"/>
              <a:gd name="connsiteX24" fmla="*/ 3895066 w 8962098"/>
              <a:gd name="connsiteY24" fmla="*/ 453183 h 453183"/>
              <a:gd name="connsiteX25" fmla="*/ 3205674 w 8962098"/>
              <a:gd name="connsiteY25" fmla="*/ 453183 h 453183"/>
              <a:gd name="connsiteX26" fmla="*/ 2605902 w 8962098"/>
              <a:gd name="connsiteY26" fmla="*/ 453183 h 453183"/>
              <a:gd name="connsiteX27" fmla="*/ 1826889 w 8962098"/>
              <a:gd name="connsiteY27" fmla="*/ 453183 h 453183"/>
              <a:gd name="connsiteX28" fmla="*/ 1227118 w 8962098"/>
              <a:gd name="connsiteY28" fmla="*/ 453183 h 453183"/>
              <a:gd name="connsiteX29" fmla="*/ 0 w 8962098"/>
              <a:gd name="connsiteY29" fmla="*/ 453183 h 453183"/>
              <a:gd name="connsiteX30" fmla="*/ 0 w 8962098"/>
              <a:gd name="connsiteY30" fmla="*/ 0 h 453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8962098" h="453183" fill="none" extrusionOk="0">
                <a:moveTo>
                  <a:pt x="0" y="0"/>
                </a:moveTo>
                <a:cubicBezTo>
                  <a:pt x="90760" y="18839"/>
                  <a:pt x="228306" y="-38"/>
                  <a:pt x="420529" y="0"/>
                </a:cubicBezTo>
                <a:cubicBezTo>
                  <a:pt x="612752" y="38"/>
                  <a:pt x="786818" y="-24006"/>
                  <a:pt x="1109921" y="0"/>
                </a:cubicBezTo>
                <a:cubicBezTo>
                  <a:pt x="1433024" y="24006"/>
                  <a:pt x="1649344" y="-21210"/>
                  <a:pt x="1799314" y="0"/>
                </a:cubicBezTo>
                <a:cubicBezTo>
                  <a:pt x="1949284" y="21210"/>
                  <a:pt x="2346752" y="-21079"/>
                  <a:pt x="2578327" y="0"/>
                </a:cubicBezTo>
                <a:cubicBezTo>
                  <a:pt x="2809902" y="21079"/>
                  <a:pt x="2833767" y="16066"/>
                  <a:pt x="2998856" y="0"/>
                </a:cubicBezTo>
                <a:cubicBezTo>
                  <a:pt x="3163945" y="-16066"/>
                  <a:pt x="3290791" y="-9074"/>
                  <a:pt x="3419385" y="0"/>
                </a:cubicBezTo>
                <a:cubicBezTo>
                  <a:pt x="3547979" y="9074"/>
                  <a:pt x="3734394" y="5328"/>
                  <a:pt x="3929535" y="0"/>
                </a:cubicBezTo>
                <a:cubicBezTo>
                  <a:pt x="4124676" y="-5328"/>
                  <a:pt x="4401990" y="11627"/>
                  <a:pt x="4529306" y="0"/>
                </a:cubicBezTo>
                <a:cubicBezTo>
                  <a:pt x="4656622" y="-11627"/>
                  <a:pt x="4771488" y="16825"/>
                  <a:pt x="4949836" y="0"/>
                </a:cubicBezTo>
                <a:cubicBezTo>
                  <a:pt x="5128184" y="-16825"/>
                  <a:pt x="5317342" y="4492"/>
                  <a:pt x="5549607" y="0"/>
                </a:cubicBezTo>
                <a:cubicBezTo>
                  <a:pt x="5781872" y="-4492"/>
                  <a:pt x="5888808" y="-11615"/>
                  <a:pt x="6149378" y="0"/>
                </a:cubicBezTo>
                <a:cubicBezTo>
                  <a:pt x="6409948" y="11615"/>
                  <a:pt x="6591928" y="33240"/>
                  <a:pt x="6928391" y="0"/>
                </a:cubicBezTo>
                <a:cubicBezTo>
                  <a:pt x="7264854" y="-33240"/>
                  <a:pt x="7179194" y="18316"/>
                  <a:pt x="7348920" y="0"/>
                </a:cubicBezTo>
                <a:cubicBezTo>
                  <a:pt x="7518646" y="-18316"/>
                  <a:pt x="7848320" y="-11638"/>
                  <a:pt x="8038313" y="0"/>
                </a:cubicBezTo>
                <a:cubicBezTo>
                  <a:pt x="8228306" y="11638"/>
                  <a:pt x="8556518" y="-2974"/>
                  <a:pt x="8962098" y="0"/>
                </a:cubicBezTo>
                <a:cubicBezTo>
                  <a:pt x="8981197" y="160911"/>
                  <a:pt x="8980555" y="230693"/>
                  <a:pt x="8962098" y="453183"/>
                </a:cubicBezTo>
                <a:cubicBezTo>
                  <a:pt x="8850386" y="471079"/>
                  <a:pt x="8708589" y="454411"/>
                  <a:pt x="8541569" y="453183"/>
                </a:cubicBezTo>
                <a:cubicBezTo>
                  <a:pt x="8374549" y="451955"/>
                  <a:pt x="8096765" y="446449"/>
                  <a:pt x="7941798" y="453183"/>
                </a:cubicBezTo>
                <a:cubicBezTo>
                  <a:pt x="7786831" y="459917"/>
                  <a:pt x="7566177" y="441451"/>
                  <a:pt x="7431647" y="453183"/>
                </a:cubicBezTo>
                <a:cubicBezTo>
                  <a:pt x="7297117" y="464915"/>
                  <a:pt x="7018011" y="416889"/>
                  <a:pt x="6652634" y="453183"/>
                </a:cubicBezTo>
                <a:cubicBezTo>
                  <a:pt x="6287257" y="489477"/>
                  <a:pt x="6057882" y="482591"/>
                  <a:pt x="5784000" y="453183"/>
                </a:cubicBezTo>
                <a:cubicBezTo>
                  <a:pt x="5510118" y="423775"/>
                  <a:pt x="5539657" y="434050"/>
                  <a:pt x="5363471" y="453183"/>
                </a:cubicBezTo>
                <a:cubicBezTo>
                  <a:pt x="5187285" y="472316"/>
                  <a:pt x="4841659" y="465397"/>
                  <a:pt x="4584458" y="453183"/>
                </a:cubicBezTo>
                <a:cubicBezTo>
                  <a:pt x="4327257" y="440969"/>
                  <a:pt x="4039189" y="419499"/>
                  <a:pt x="3895066" y="453183"/>
                </a:cubicBezTo>
                <a:cubicBezTo>
                  <a:pt x="3750943" y="486867"/>
                  <a:pt x="3401168" y="448149"/>
                  <a:pt x="3205674" y="453183"/>
                </a:cubicBezTo>
                <a:cubicBezTo>
                  <a:pt x="3010180" y="458217"/>
                  <a:pt x="2759549" y="446613"/>
                  <a:pt x="2605902" y="453183"/>
                </a:cubicBezTo>
                <a:cubicBezTo>
                  <a:pt x="2452255" y="459753"/>
                  <a:pt x="2183047" y="468850"/>
                  <a:pt x="1826889" y="453183"/>
                </a:cubicBezTo>
                <a:cubicBezTo>
                  <a:pt x="1470731" y="437516"/>
                  <a:pt x="1380877" y="482048"/>
                  <a:pt x="1227118" y="453183"/>
                </a:cubicBezTo>
                <a:cubicBezTo>
                  <a:pt x="1073359" y="424318"/>
                  <a:pt x="290229" y="491870"/>
                  <a:pt x="0" y="453183"/>
                </a:cubicBezTo>
                <a:cubicBezTo>
                  <a:pt x="3602" y="297206"/>
                  <a:pt x="4647" y="107809"/>
                  <a:pt x="0" y="0"/>
                </a:cubicBezTo>
                <a:close/>
              </a:path>
              <a:path w="8962098" h="453183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47384" y="131964"/>
                  <a:pt x="8974920" y="233058"/>
                  <a:pt x="8962098" y="453183"/>
                </a:cubicBezTo>
                <a:cubicBezTo>
                  <a:pt x="8581962" y="441259"/>
                  <a:pt x="8458871" y="429290"/>
                  <a:pt x="8183085" y="453183"/>
                </a:cubicBezTo>
                <a:cubicBezTo>
                  <a:pt x="7907299" y="477076"/>
                  <a:pt x="7572570" y="437889"/>
                  <a:pt x="7314451" y="453183"/>
                </a:cubicBezTo>
                <a:cubicBezTo>
                  <a:pt x="7056332" y="468477"/>
                  <a:pt x="6862630" y="457644"/>
                  <a:pt x="6625059" y="453183"/>
                </a:cubicBezTo>
                <a:cubicBezTo>
                  <a:pt x="6387488" y="448722"/>
                  <a:pt x="6230415" y="443639"/>
                  <a:pt x="5935666" y="453183"/>
                </a:cubicBezTo>
                <a:cubicBezTo>
                  <a:pt x="5640917" y="462727"/>
                  <a:pt x="5387817" y="410922"/>
                  <a:pt x="5067032" y="453183"/>
                </a:cubicBezTo>
                <a:cubicBezTo>
                  <a:pt x="4746247" y="495444"/>
                  <a:pt x="4683648" y="487012"/>
                  <a:pt x="4377640" y="453183"/>
                </a:cubicBezTo>
                <a:cubicBezTo>
                  <a:pt x="4071632" y="419354"/>
                  <a:pt x="3923134" y="464648"/>
                  <a:pt x="3598627" y="453183"/>
                </a:cubicBezTo>
                <a:cubicBezTo>
                  <a:pt x="3274120" y="441718"/>
                  <a:pt x="3192984" y="448842"/>
                  <a:pt x="2819614" y="453183"/>
                </a:cubicBezTo>
                <a:cubicBezTo>
                  <a:pt x="2446244" y="457524"/>
                  <a:pt x="2449472" y="430117"/>
                  <a:pt x="2219843" y="453183"/>
                </a:cubicBezTo>
                <a:cubicBezTo>
                  <a:pt x="1990214" y="476249"/>
                  <a:pt x="1870557" y="438254"/>
                  <a:pt x="1709693" y="453183"/>
                </a:cubicBezTo>
                <a:cubicBezTo>
                  <a:pt x="1548829" y="468113"/>
                  <a:pt x="1236483" y="421833"/>
                  <a:pt x="841058" y="453183"/>
                </a:cubicBezTo>
                <a:cubicBezTo>
                  <a:pt x="445633" y="484533"/>
                  <a:pt x="201602" y="438941"/>
                  <a:pt x="0" y="453183"/>
                </a:cubicBezTo>
                <a:cubicBezTo>
                  <a:pt x="13054" y="353925"/>
                  <a:pt x="7554" y="117742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r>
              <a:rPr lang="en-US" altLang="ko-KR" sz="1000">
                <a:solidFill>
                  <a:srgbClr val="00B050"/>
                </a:solidFill>
              </a:rPr>
              <a:t>// 2) std::tie</a:t>
            </a:r>
            <a:r>
              <a:rPr lang="ko-KR" altLang="en-US" sz="1000">
                <a:solidFill>
                  <a:srgbClr val="00B050"/>
                </a:solidFill>
              </a:rPr>
              <a:t>를 사용해 값을 얻어온다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/>
              <a:t>auto v1 = baz.extract&lt;std::tuple&lt;</a:t>
            </a:r>
            <a:r>
              <a:rPr lang="en-US" altLang="ko-KR" sz="1000">
                <a:solidFill>
                  <a:srgbClr val="0000FF"/>
                </a:solidFill>
              </a:rPr>
              <a:t>int</a:t>
            </a:r>
            <a:r>
              <a:rPr lang="en-US" altLang="ko-KR" sz="1000"/>
              <a:t>, std::string, </a:t>
            </a:r>
            <a:r>
              <a:rPr lang="en-US" altLang="ko-KR" sz="1000">
                <a:solidFill>
                  <a:srgbClr val="0000FF"/>
                </a:solidFill>
              </a:rPr>
              <a:t>float</a:t>
            </a:r>
            <a:r>
              <a:rPr lang="en-US" altLang="ko-KR" sz="1000"/>
              <a:t>&gt;&gt;();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A9358A-7012-49DC-8823-048197AD24AA}"/>
              </a:ext>
            </a:extLst>
          </p:cNvPr>
          <p:cNvSpPr txBox="1"/>
          <p:nvPr/>
        </p:nvSpPr>
        <p:spPr>
          <a:xfrm>
            <a:off x="1652491" y="3666870"/>
            <a:ext cx="90483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std::tie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사용해서여러 분산된 변수에 넣을 수도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200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854FC3-83B1-4810-845D-2E245C8938C1}"/>
              </a:ext>
            </a:extLst>
          </p:cNvPr>
          <p:cNvSpPr txBox="1"/>
          <p:nvPr/>
        </p:nvSpPr>
        <p:spPr>
          <a:xfrm>
            <a:off x="1416050" y="620713"/>
            <a:ext cx="90483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배열 역시 지원한다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배열은 기본적으로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std::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674F14-0E68-4738-B3EB-C0533B314E1A}"/>
              </a:ext>
            </a:extLst>
          </p:cNvPr>
          <p:cNvSpPr txBox="1"/>
          <p:nvPr/>
        </p:nvSpPr>
        <p:spPr>
          <a:xfrm>
            <a:off x="1250586" y="-12879"/>
            <a:ext cx="2480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append-extract.array</a:t>
            </a:r>
            <a:endParaRPr lang="ko-KR" alt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8CC1ED-654E-4F78-9EDC-CD8087458BF0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3D4B79-B759-4B8B-9C48-9509997B915F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0624675-1C14-4C9C-B85E-DE35350E87D0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AC97948-FBFF-455F-B1BF-BAED259921DC}"/>
              </a:ext>
            </a:extLst>
          </p:cNvPr>
          <p:cNvSpPr/>
          <p:nvPr/>
        </p:nvSpPr>
        <p:spPr>
          <a:xfrm>
            <a:off x="1638315" y="960892"/>
            <a:ext cx="8962098" cy="1684289"/>
          </a:xfrm>
          <a:custGeom>
            <a:avLst/>
            <a:gdLst>
              <a:gd name="connsiteX0" fmla="*/ 0 w 8962098"/>
              <a:gd name="connsiteY0" fmla="*/ 0 h 1684289"/>
              <a:gd name="connsiteX1" fmla="*/ 510150 w 8962098"/>
              <a:gd name="connsiteY1" fmla="*/ 0 h 1684289"/>
              <a:gd name="connsiteX2" fmla="*/ 930679 w 8962098"/>
              <a:gd name="connsiteY2" fmla="*/ 0 h 1684289"/>
              <a:gd name="connsiteX3" fmla="*/ 1440830 w 8962098"/>
              <a:gd name="connsiteY3" fmla="*/ 0 h 1684289"/>
              <a:gd name="connsiteX4" fmla="*/ 2040601 w 8962098"/>
              <a:gd name="connsiteY4" fmla="*/ 0 h 1684289"/>
              <a:gd name="connsiteX5" fmla="*/ 2461130 w 8962098"/>
              <a:gd name="connsiteY5" fmla="*/ 0 h 1684289"/>
              <a:gd name="connsiteX6" fmla="*/ 3060901 w 8962098"/>
              <a:gd name="connsiteY6" fmla="*/ 0 h 1684289"/>
              <a:gd name="connsiteX7" fmla="*/ 3660672 w 8962098"/>
              <a:gd name="connsiteY7" fmla="*/ 0 h 1684289"/>
              <a:gd name="connsiteX8" fmla="*/ 4439685 w 8962098"/>
              <a:gd name="connsiteY8" fmla="*/ 0 h 1684289"/>
              <a:gd name="connsiteX9" fmla="*/ 4860215 w 8962098"/>
              <a:gd name="connsiteY9" fmla="*/ 0 h 1684289"/>
              <a:gd name="connsiteX10" fmla="*/ 5549607 w 8962098"/>
              <a:gd name="connsiteY10" fmla="*/ 0 h 1684289"/>
              <a:gd name="connsiteX11" fmla="*/ 6059757 w 8962098"/>
              <a:gd name="connsiteY11" fmla="*/ 0 h 1684289"/>
              <a:gd name="connsiteX12" fmla="*/ 6480286 w 8962098"/>
              <a:gd name="connsiteY12" fmla="*/ 0 h 1684289"/>
              <a:gd name="connsiteX13" fmla="*/ 7348920 w 8962098"/>
              <a:gd name="connsiteY13" fmla="*/ 0 h 1684289"/>
              <a:gd name="connsiteX14" fmla="*/ 7948692 w 8962098"/>
              <a:gd name="connsiteY14" fmla="*/ 0 h 1684289"/>
              <a:gd name="connsiteX15" fmla="*/ 8962098 w 8962098"/>
              <a:gd name="connsiteY15" fmla="*/ 0 h 1684289"/>
              <a:gd name="connsiteX16" fmla="*/ 8962098 w 8962098"/>
              <a:gd name="connsiteY16" fmla="*/ 561430 h 1684289"/>
              <a:gd name="connsiteX17" fmla="*/ 8962098 w 8962098"/>
              <a:gd name="connsiteY17" fmla="*/ 1122859 h 1684289"/>
              <a:gd name="connsiteX18" fmla="*/ 8962098 w 8962098"/>
              <a:gd name="connsiteY18" fmla="*/ 1684289 h 1684289"/>
              <a:gd name="connsiteX19" fmla="*/ 8451948 w 8962098"/>
              <a:gd name="connsiteY19" fmla="*/ 1684289 h 1684289"/>
              <a:gd name="connsiteX20" fmla="*/ 7762556 w 8962098"/>
              <a:gd name="connsiteY20" fmla="*/ 1684289 h 1684289"/>
              <a:gd name="connsiteX21" fmla="*/ 7073163 w 8962098"/>
              <a:gd name="connsiteY21" fmla="*/ 1684289 h 1684289"/>
              <a:gd name="connsiteX22" fmla="*/ 6473392 w 8962098"/>
              <a:gd name="connsiteY22" fmla="*/ 1684289 h 1684289"/>
              <a:gd name="connsiteX23" fmla="*/ 5694379 w 8962098"/>
              <a:gd name="connsiteY23" fmla="*/ 1684289 h 1684289"/>
              <a:gd name="connsiteX24" fmla="*/ 5094608 w 8962098"/>
              <a:gd name="connsiteY24" fmla="*/ 1684289 h 1684289"/>
              <a:gd name="connsiteX25" fmla="*/ 4315595 w 8962098"/>
              <a:gd name="connsiteY25" fmla="*/ 1684289 h 1684289"/>
              <a:gd name="connsiteX26" fmla="*/ 3805445 w 8962098"/>
              <a:gd name="connsiteY26" fmla="*/ 1684289 h 1684289"/>
              <a:gd name="connsiteX27" fmla="*/ 3295294 w 8962098"/>
              <a:gd name="connsiteY27" fmla="*/ 1684289 h 1684289"/>
              <a:gd name="connsiteX28" fmla="*/ 2516281 w 8962098"/>
              <a:gd name="connsiteY28" fmla="*/ 1684289 h 1684289"/>
              <a:gd name="connsiteX29" fmla="*/ 1916510 w 8962098"/>
              <a:gd name="connsiteY29" fmla="*/ 1684289 h 1684289"/>
              <a:gd name="connsiteX30" fmla="*/ 1227118 w 8962098"/>
              <a:gd name="connsiteY30" fmla="*/ 1684289 h 1684289"/>
              <a:gd name="connsiteX31" fmla="*/ 627347 w 8962098"/>
              <a:gd name="connsiteY31" fmla="*/ 1684289 h 1684289"/>
              <a:gd name="connsiteX32" fmla="*/ 0 w 8962098"/>
              <a:gd name="connsiteY32" fmla="*/ 1684289 h 1684289"/>
              <a:gd name="connsiteX33" fmla="*/ 0 w 8962098"/>
              <a:gd name="connsiteY33" fmla="*/ 1089174 h 1684289"/>
              <a:gd name="connsiteX34" fmla="*/ 0 w 8962098"/>
              <a:gd name="connsiteY34" fmla="*/ 578273 h 1684289"/>
              <a:gd name="connsiteX35" fmla="*/ 0 w 8962098"/>
              <a:gd name="connsiteY35" fmla="*/ 0 h 1684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962098" h="1684289" fill="none" extrusionOk="0">
                <a:moveTo>
                  <a:pt x="0" y="0"/>
                </a:moveTo>
                <a:cubicBezTo>
                  <a:pt x="180912" y="-9047"/>
                  <a:pt x="382992" y="-5112"/>
                  <a:pt x="510150" y="0"/>
                </a:cubicBezTo>
                <a:cubicBezTo>
                  <a:pt x="637308" y="5112"/>
                  <a:pt x="802085" y="-9074"/>
                  <a:pt x="930679" y="0"/>
                </a:cubicBezTo>
                <a:cubicBezTo>
                  <a:pt x="1059273" y="9074"/>
                  <a:pt x="1240044" y="4253"/>
                  <a:pt x="1440830" y="0"/>
                </a:cubicBezTo>
                <a:cubicBezTo>
                  <a:pt x="1641616" y="-4253"/>
                  <a:pt x="1913285" y="11627"/>
                  <a:pt x="2040601" y="0"/>
                </a:cubicBezTo>
                <a:cubicBezTo>
                  <a:pt x="2167917" y="-11627"/>
                  <a:pt x="2285150" y="18199"/>
                  <a:pt x="2461130" y="0"/>
                </a:cubicBezTo>
                <a:cubicBezTo>
                  <a:pt x="2637110" y="-18199"/>
                  <a:pt x="2828636" y="4492"/>
                  <a:pt x="3060901" y="0"/>
                </a:cubicBezTo>
                <a:cubicBezTo>
                  <a:pt x="3293166" y="-4492"/>
                  <a:pt x="3400102" y="-11615"/>
                  <a:pt x="3660672" y="0"/>
                </a:cubicBezTo>
                <a:cubicBezTo>
                  <a:pt x="3921242" y="11615"/>
                  <a:pt x="4103222" y="33240"/>
                  <a:pt x="4439685" y="0"/>
                </a:cubicBezTo>
                <a:cubicBezTo>
                  <a:pt x="4776148" y="-33240"/>
                  <a:pt x="4682591" y="17857"/>
                  <a:pt x="4860215" y="0"/>
                </a:cubicBezTo>
                <a:cubicBezTo>
                  <a:pt x="5037839" y="-17857"/>
                  <a:pt x="5363902" y="-10920"/>
                  <a:pt x="5549607" y="0"/>
                </a:cubicBezTo>
                <a:cubicBezTo>
                  <a:pt x="5735312" y="10920"/>
                  <a:pt x="5956019" y="9149"/>
                  <a:pt x="6059757" y="0"/>
                </a:cubicBezTo>
                <a:cubicBezTo>
                  <a:pt x="6163495" y="-9149"/>
                  <a:pt x="6329987" y="5934"/>
                  <a:pt x="6480286" y="0"/>
                </a:cubicBezTo>
                <a:cubicBezTo>
                  <a:pt x="6630585" y="-5934"/>
                  <a:pt x="7107847" y="-26784"/>
                  <a:pt x="7348920" y="0"/>
                </a:cubicBezTo>
                <a:cubicBezTo>
                  <a:pt x="7589993" y="26784"/>
                  <a:pt x="7767262" y="-14219"/>
                  <a:pt x="7948692" y="0"/>
                </a:cubicBezTo>
                <a:cubicBezTo>
                  <a:pt x="8130122" y="14219"/>
                  <a:pt x="8523513" y="2118"/>
                  <a:pt x="8962098" y="0"/>
                </a:cubicBezTo>
                <a:cubicBezTo>
                  <a:pt x="8955809" y="214143"/>
                  <a:pt x="8954077" y="386736"/>
                  <a:pt x="8962098" y="561430"/>
                </a:cubicBezTo>
                <a:cubicBezTo>
                  <a:pt x="8970120" y="736124"/>
                  <a:pt x="8934968" y="892726"/>
                  <a:pt x="8962098" y="1122859"/>
                </a:cubicBezTo>
                <a:cubicBezTo>
                  <a:pt x="8989228" y="1352992"/>
                  <a:pt x="8943365" y="1408941"/>
                  <a:pt x="8962098" y="1684289"/>
                </a:cubicBezTo>
                <a:cubicBezTo>
                  <a:pt x="8768339" y="1685427"/>
                  <a:pt x="8635883" y="1687064"/>
                  <a:pt x="8451948" y="1684289"/>
                </a:cubicBezTo>
                <a:cubicBezTo>
                  <a:pt x="8268013" y="1681515"/>
                  <a:pt x="7906679" y="1650605"/>
                  <a:pt x="7762556" y="1684289"/>
                </a:cubicBezTo>
                <a:cubicBezTo>
                  <a:pt x="7618433" y="1717973"/>
                  <a:pt x="7274105" y="1683394"/>
                  <a:pt x="7073163" y="1684289"/>
                </a:cubicBezTo>
                <a:cubicBezTo>
                  <a:pt x="6872221" y="1685184"/>
                  <a:pt x="6624613" y="1675671"/>
                  <a:pt x="6473392" y="1684289"/>
                </a:cubicBezTo>
                <a:cubicBezTo>
                  <a:pt x="6322171" y="1692907"/>
                  <a:pt x="6050537" y="1699956"/>
                  <a:pt x="5694379" y="1684289"/>
                </a:cubicBezTo>
                <a:cubicBezTo>
                  <a:pt x="5338221" y="1668622"/>
                  <a:pt x="5248367" y="1713154"/>
                  <a:pt x="5094608" y="1684289"/>
                </a:cubicBezTo>
                <a:cubicBezTo>
                  <a:pt x="4940849" y="1655424"/>
                  <a:pt x="4475351" y="1665000"/>
                  <a:pt x="4315595" y="1684289"/>
                </a:cubicBezTo>
                <a:cubicBezTo>
                  <a:pt x="4155839" y="1703578"/>
                  <a:pt x="4056568" y="1708294"/>
                  <a:pt x="3805445" y="1684289"/>
                </a:cubicBezTo>
                <a:cubicBezTo>
                  <a:pt x="3554322" y="1660285"/>
                  <a:pt x="3547939" y="1695775"/>
                  <a:pt x="3295294" y="1684289"/>
                </a:cubicBezTo>
                <a:cubicBezTo>
                  <a:pt x="3042649" y="1672803"/>
                  <a:pt x="2707632" y="1651833"/>
                  <a:pt x="2516281" y="1684289"/>
                </a:cubicBezTo>
                <a:cubicBezTo>
                  <a:pt x="2324930" y="1716745"/>
                  <a:pt x="2073134" y="1677403"/>
                  <a:pt x="1916510" y="1684289"/>
                </a:cubicBezTo>
                <a:cubicBezTo>
                  <a:pt x="1759886" y="1691175"/>
                  <a:pt x="1421649" y="1662995"/>
                  <a:pt x="1227118" y="1684289"/>
                </a:cubicBezTo>
                <a:cubicBezTo>
                  <a:pt x="1032587" y="1705583"/>
                  <a:pt x="901337" y="1682016"/>
                  <a:pt x="627347" y="1684289"/>
                </a:cubicBezTo>
                <a:cubicBezTo>
                  <a:pt x="353357" y="1686562"/>
                  <a:pt x="301530" y="1697900"/>
                  <a:pt x="0" y="1684289"/>
                </a:cubicBezTo>
                <a:cubicBezTo>
                  <a:pt x="-2833" y="1411785"/>
                  <a:pt x="27855" y="1219767"/>
                  <a:pt x="0" y="1089174"/>
                </a:cubicBezTo>
                <a:cubicBezTo>
                  <a:pt x="-27855" y="958581"/>
                  <a:pt x="-12402" y="710227"/>
                  <a:pt x="0" y="578273"/>
                </a:cubicBezTo>
                <a:cubicBezTo>
                  <a:pt x="12402" y="446319"/>
                  <a:pt x="2354" y="131188"/>
                  <a:pt x="0" y="0"/>
                </a:cubicBezTo>
                <a:close/>
              </a:path>
              <a:path w="8962098" h="1684289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56204" y="158744"/>
                  <a:pt x="8955676" y="315891"/>
                  <a:pt x="8962098" y="595115"/>
                </a:cubicBezTo>
                <a:cubicBezTo>
                  <a:pt x="8968520" y="874340"/>
                  <a:pt x="8957989" y="889241"/>
                  <a:pt x="8962098" y="1173388"/>
                </a:cubicBezTo>
                <a:cubicBezTo>
                  <a:pt x="8966207" y="1457535"/>
                  <a:pt x="8975854" y="1488044"/>
                  <a:pt x="8962098" y="1684289"/>
                </a:cubicBezTo>
                <a:cubicBezTo>
                  <a:pt x="8796241" y="1695873"/>
                  <a:pt x="8685247" y="1686398"/>
                  <a:pt x="8541569" y="1684289"/>
                </a:cubicBezTo>
                <a:cubicBezTo>
                  <a:pt x="8397891" y="1682180"/>
                  <a:pt x="8145758" y="1669392"/>
                  <a:pt x="7852177" y="1684289"/>
                </a:cubicBezTo>
                <a:cubicBezTo>
                  <a:pt x="7558596" y="1699186"/>
                  <a:pt x="7304328" y="1642028"/>
                  <a:pt x="6983543" y="1684289"/>
                </a:cubicBezTo>
                <a:cubicBezTo>
                  <a:pt x="6662758" y="1726550"/>
                  <a:pt x="6600854" y="1650110"/>
                  <a:pt x="6294150" y="1684289"/>
                </a:cubicBezTo>
                <a:cubicBezTo>
                  <a:pt x="5987446" y="1718468"/>
                  <a:pt x="5839644" y="1695754"/>
                  <a:pt x="5515137" y="1684289"/>
                </a:cubicBezTo>
                <a:cubicBezTo>
                  <a:pt x="5190630" y="1672824"/>
                  <a:pt x="5109494" y="1679948"/>
                  <a:pt x="4736124" y="1684289"/>
                </a:cubicBezTo>
                <a:cubicBezTo>
                  <a:pt x="4362754" y="1688630"/>
                  <a:pt x="4365982" y="1661223"/>
                  <a:pt x="4136353" y="1684289"/>
                </a:cubicBezTo>
                <a:cubicBezTo>
                  <a:pt x="3906724" y="1707355"/>
                  <a:pt x="3787067" y="1669360"/>
                  <a:pt x="3626203" y="1684289"/>
                </a:cubicBezTo>
                <a:cubicBezTo>
                  <a:pt x="3465339" y="1699219"/>
                  <a:pt x="3152702" y="1648815"/>
                  <a:pt x="2757569" y="1684289"/>
                </a:cubicBezTo>
                <a:cubicBezTo>
                  <a:pt x="2362436" y="1719763"/>
                  <a:pt x="2209304" y="1672270"/>
                  <a:pt x="2068176" y="1684289"/>
                </a:cubicBezTo>
                <a:cubicBezTo>
                  <a:pt x="1927048" y="1696308"/>
                  <a:pt x="1448099" y="1671102"/>
                  <a:pt x="1199542" y="1684289"/>
                </a:cubicBezTo>
                <a:cubicBezTo>
                  <a:pt x="950985" y="1697476"/>
                  <a:pt x="527239" y="1633914"/>
                  <a:pt x="0" y="1684289"/>
                </a:cubicBezTo>
                <a:cubicBezTo>
                  <a:pt x="17149" y="1451740"/>
                  <a:pt x="22527" y="1368286"/>
                  <a:pt x="0" y="1156545"/>
                </a:cubicBezTo>
                <a:cubicBezTo>
                  <a:pt x="-22527" y="944804"/>
                  <a:pt x="20882" y="882504"/>
                  <a:pt x="0" y="645644"/>
                </a:cubicBezTo>
                <a:cubicBezTo>
                  <a:pt x="-20882" y="408784"/>
                  <a:pt x="-8061" y="260796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r>
              <a:rPr lang="en-US" altLang="ko-KR" sz="1000"/>
              <a:t>// - append</a:t>
            </a:r>
            <a:r>
              <a:rPr lang="ko-KR" altLang="en-US" sz="1000"/>
              <a:t>할 배열 데이터</a:t>
            </a:r>
          </a:p>
          <a:p>
            <a:r>
              <a:rPr lang="en-US" altLang="ko-KR" sz="1000"/>
              <a:t>int s1[4]{ 1,2,3,4 };</a:t>
            </a:r>
          </a:p>
          <a:p>
            <a:r>
              <a:rPr lang="en-US" altLang="ko-KR" sz="1000"/>
              <a:t>std::string s2[2]{ "first", "second“ };</a:t>
            </a:r>
          </a:p>
          <a:p>
            <a:endParaRPr lang="ko-KR" altLang="en-US" sz="1000"/>
          </a:p>
          <a:p>
            <a:r>
              <a:rPr lang="en-US" altLang="ko-KR" sz="1000"/>
              <a:t>// - 1000byte </a:t>
            </a:r>
            <a:r>
              <a:rPr lang="ko-KR" altLang="en-US" sz="1000"/>
              <a:t>버퍼를 생성함</a:t>
            </a:r>
            <a:r>
              <a:rPr lang="en-US" altLang="ko-KR" sz="1000"/>
              <a:t>.</a:t>
            </a:r>
            <a:endParaRPr lang="ko-KR" altLang="en-US" sz="1000"/>
          </a:p>
          <a:p>
            <a:r>
              <a:rPr lang="en-US" altLang="ko-KR" sz="1000"/>
              <a:t>auto baz = alloc_shared_buffer(1000);</a:t>
            </a:r>
          </a:p>
          <a:p>
            <a:endParaRPr lang="ko-KR" altLang="en-US" sz="1000"/>
          </a:p>
          <a:p>
            <a:r>
              <a:rPr lang="en-US" altLang="ko-KR" sz="1000"/>
              <a:t>// 1) buffer</a:t>
            </a:r>
            <a:r>
              <a:rPr lang="ko-KR" altLang="en-US" sz="1000"/>
              <a:t>를 추가함</a:t>
            </a:r>
          </a:p>
          <a:p>
            <a:r>
              <a:rPr lang="en-US" altLang="ko-KR" sz="1000"/>
              <a:t>baz.append(s1);</a:t>
            </a:r>
          </a:p>
          <a:p>
            <a:r>
              <a:rPr lang="en-US" altLang="ko-KR" sz="1000"/>
              <a:t>baz.append(s2);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C94DCA5-68BC-4C66-9BB2-1A12FEAB5228}"/>
              </a:ext>
            </a:extLst>
          </p:cNvPr>
          <p:cNvSpPr/>
          <p:nvPr/>
        </p:nvSpPr>
        <p:spPr>
          <a:xfrm>
            <a:off x="1614951" y="3138605"/>
            <a:ext cx="8962098" cy="607071"/>
          </a:xfrm>
          <a:custGeom>
            <a:avLst/>
            <a:gdLst>
              <a:gd name="connsiteX0" fmla="*/ 0 w 8962098"/>
              <a:gd name="connsiteY0" fmla="*/ 0 h 607071"/>
              <a:gd name="connsiteX1" fmla="*/ 420529 w 8962098"/>
              <a:gd name="connsiteY1" fmla="*/ 0 h 607071"/>
              <a:gd name="connsiteX2" fmla="*/ 1109921 w 8962098"/>
              <a:gd name="connsiteY2" fmla="*/ 0 h 607071"/>
              <a:gd name="connsiteX3" fmla="*/ 1799314 w 8962098"/>
              <a:gd name="connsiteY3" fmla="*/ 0 h 607071"/>
              <a:gd name="connsiteX4" fmla="*/ 2578327 w 8962098"/>
              <a:gd name="connsiteY4" fmla="*/ 0 h 607071"/>
              <a:gd name="connsiteX5" fmla="*/ 2998856 w 8962098"/>
              <a:gd name="connsiteY5" fmla="*/ 0 h 607071"/>
              <a:gd name="connsiteX6" fmla="*/ 3419385 w 8962098"/>
              <a:gd name="connsiteY6" fmla="*/ 0 h 607071"/>
              <a:gd name="connsiteX7" fmla="*/ 3929535 w 8962098"/>
              <a:gd name="connsiteY7" fmla="*/ 0 h 607071"/>
              <a:gd name="connsiteX8" fmla="*/ 4529306 w 8962098"/>
              <a:gd name="connsiteY8" fmla="*/ 0 h 607071"/>
              <a:gd name="connsiteX9" fmla="*/ 4949836 w 8962098"/>
              <a:gd name="connsiteY9" fmla="*/ 0 h 607071"/>
              <a:gd name="connsiteX10" fmla="*/ 5549607 w 8962098"/>
              <a:gd name="connsiteY10" fmla="*/ 0 h 607071"/>
              <a:gd name="connsiteX11" fmla="*/ 6149378 w 8962098"/>
              <a:gd name="connsiteY11" fmla="*/ 0 h 607071"/>
              <a:gd name="connsiteX12" fmla="*/ 6928391 w 8962098"/>
              <a:gd name="connsiteY12" fmla="*/ 0 h 607071"/>
              <a:gd name="connsiteX13" fmla="*/ 7348920 w 8962098"/>
              <a:gd name="connsiteY13" fmla="*/ 0 h 607071"/>
              <a:gd name="connsiteX14" fmla="*/ 8038313 w 8962098"/>
              <a:gd name="connsiteY14" fmla="*/ 0 h 607071"/>
              <a:gd name="connsiteX15" fmla="*/ 8962098 w 8962098"/>
              <a:gd name="connsiteY15" fmla="*/ 0 h 607071"/>
              <a:gd name="connsiteX16" fmla="*/ 8962098 w 8962098"/>
              <a:gd name="connsiteY16" fmla="*/ 607071 h 607071"/>
              <a:gd name="connsiteX17" fmla="*/ 8541569 w 8962098"/>
              <a:gd name="connsiteY17" fmla="*/ 607071 h 607071"/>
              <a:gd name="connsiteX18" fmla="*/ 7941798 w 8962098"/>
              <a:gd name="connsiteY18" fmla="*/ 607071 h 607071"/>
              <a:gd name="connsiteX19" fmla="*/ 7431647 w 8962098"/>
              <a:gd name="connsiteY19" fmla="*/ 607071 h 607071"/>
              <a:gd name="connsiteX20" fmla="*/ 6652634 w 8962098"/>
              <a:gd name="connsiteY20" fmla="*/ 607071 h 607071"/>
              <a:gd name="connsiteX21" fmla="*/ 5784000 w 8962098"/>
              <a:gd name="connsiteY21" fmla="*/ 607071 h 607071"/>
              <a:gd name="connsiteX22" fmla="*/ 5363471 w 8962098"/>
              <a:gd name="connsiteY22" fmla="*/ 607071 h 607071"/>
              <a:gd name="connsiteX23" fmla="*/ 4584458 w 8962098"/>
              <a:gd name="connsiteY23" fmla="*/ 607071 h 607071"/>
              <a:gd name="connsiteX24" fmla="*/ 3895066 w 8962098"/>
              <a:gd name="connsiteY24" fmla="*/ 607071 h 607071"/>
              <a:gd name="connsiteX25" fmla="*/ 3205674 w 8962098"/>
              <a:gd name="connsiteY25" fmla="*/ 607071 h 607071"/>
              <a:gd name="connsiteX26" fmla="*/ 2605902 w 8962098"/>
              <a:gd name="connsiteY26" fmla="*/ 607071 h 607071"/>
              <a:gd name="connsiteX27" fmla="*/ 1826889 w 8962098"/>
              <a:gd name="connsiteY27" fmla="*/ 607071 h 607071"/>
              <a:gd name="connsiteX28" fmla="*/ 1227118 w 8962098"/>
              <a:gd name="connsiteY28" fmla="*/ 607071 h 607071"/>
              <a:gd name="connsiteX29" fmla="*/ 0 w 8962098"/>
              <a:gd name="connsiteY29" fmla="*/ 607071 h 607071"/>
              <a:gd name="connsiteX30" fmla="*/ 0 w 8962098"/>
              <a:gd name="connsiteY30" fmla="*/ 0 h 6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8962098" h="607071" fill="none" extrusionOk="0">
                <a:moveTo>
                  <a:pt x="0" y="0"/>
                </a:moveTo>
                <a:cubicBezTo>
                  <a:pt x="90760" y="18839"/>
                  <a:pt x="228306" y="-38"/>
                  <a:pt x="420529" y="0"/>
                </a:cubicBezTo>
                <a:cubicBezTo>
                  <a:pt x="612752" y="38"/>
                  <a:pt x="786818" y="-24006"/>
                  <a:pt x="1109921" y="0"/>
                </a:cubicBezTo>
                <a:cubicBezTo>
                  <a:pt x="1433024" y="24006"/>
                  <a:pt x="1649344" y="-21210"/>
                  <a:pt x="1799314" y="0"/>
                </a:cubicBezTo>
                <a:cubicBezTo>
                  <a:pt x="1949284" y="21210"/>
                  <a:pt x="2346752" y="-21079"/>
                  <a:pt x="2578327" y="0"/>
                </a:cubicBezTo>
                <a:cubicBezTo>
                  <a:pt x="2809902" y="21079"/>
                  <a:pt x="2833767" y="16066"/>
                  <a:pt x="2998856" y="0"/>
                </a:cubicBezTo>
                <a:cubicBezTo>
                  <a:pt x="3163945" y="-16066"/>
                  <a:pt x="3290791" y="-9074"/>
                  <a:pt x="3419385" y="0"/>
                </a:cubicBezTo>
                <a:cubicBezTo>
                  <a:pt x="3547979" y="9074"/>
                  <a:pt x="3734394" y="5328"/>
                  <a:pt x="3929535" y="0"/>
                </a:cubicBezTo>
                <a:cubicBezTo>
                  <a:pt x="4124676" y="-5328"/>
                  <a:pt x="4401990" y="11627"/>
                  <a:pt x="4529306" y="0"/>
                </a:cubicBezTo>
                <a:cubicBezTo>
                  <a:pt x="4656622" y="-11627"/>
                  <a:pt x="4771488" y="16825"/>
                  <a:pt x="4949836" y="0"/>
                </a:cubicBezTo>
                <a:cubicBezTo>
                  <a:pt x="5128184" y="-16825"/>
                  <a:pt x="5317342" y="4492"/>
                  <a:pt x="5549607" y="0"/>
                </a:cubicBezTo>
                <a:cubicBezTo>
                  <a:pt x="5781872" y="-4492"/>
                  <a:pt x="5888808" y="-11615"/>
                  <a:pt x="6149378" y="0"/>
                </a:cubicBezTo>
                <a:cubicBezTo>
                  <a:pt x="6409948" y="11615"/>
                  <a:pt x="6591928" y="33240"/>
                  <a:pt x="6928391" y="0"/>
                </a:cubicBezTo>
                <a:cubicBezTo>
                  <a:pt x="7264854" y="-33240"/>
                  <a:pt x="7179194" y="18316"/>
                  <a:pt x="7348920" y="0"/>
                </a:cubicBezTo>
                <a:cubicBezTo>
                  <a:pt x="7518646" y="-18316"/>
                  <a:pt x="7848320" y="-11638"/>
                  <a:pt x="8038313" y="0"/>
                </a:cubicBezTo>
                <a:cubicBezTo>
                  <a:pt x="8228306" y="11638"/>
                  <a:pt x="8556518" y="-2974"/>
                  <a:pt x="8962098" y="0"/>
                </a:cubicBezTo>
                <a:cubicBezTo>
                  <a:pt x="8954682" y="243766"/>
                  <a:pt x="8969504" y="344676"/>
                  <a:pt x="8962098" y="607071"/>
                </a:cubicBezTo>
                <a:cubicBezTo>
                  <a:pt x="8850386" y="624967"/>
                  <a:pt x="8708589" y="608299"/>
                  <a:pt x="8541569" y="607071"/>
                </a:cubicBezTo>
                <a:cubicBezTo>
                  <a:pt x="8374549" y="605843"/>
                  <a:pt x="8096765" y="600337"/>
                  <a:pt x="7941798" y="607071"/>
                </a:cubicBezTo>
                <a:cubicBezTo>
                  <a:pt x="7786831" y="613805"/>
                  <a:pt x="7566177" y="595339"/>
                  <a:pt x="7431647" y="607071"/>
                </a:cubicBezTo>
                <a:cubicBezTo>
                  <a:pt x="7297117" y="618803"/>
                  <a:pt x="7018011" y="570777"/>
                  <a:pt x="6652634" y="607071"/>
                </a:cubicBezTo>
                <a:cubicBezTo>
                  <a:pt x="6287257" y="643365"/>
                  <a:pt x="6057882" y="636479"/>
                  <a:pt x="5784000" y="607071"/>
                </a:cubicBezTo>
                <a:cubicBezTo>
                  <a:pt x="5510118" y="577663"/>
                  <a:pt x="5539657" y="587938"/>
                  <a:pt x="5363471" y="607071"/>
                </a:cubicBezTo>
                <a:cubicBezTo>
                  <a:pt x="5187285" y="626204"/>
                  <a:pt x="4841659" y="619285"/>
                  <a:pt x="4584458" y="607071"/>
                </a:cubicBezTo>
                <a:cubicBezTo>
                  <a:pt x="4327257" y="594857"/>
                  <a:pt x="4039189" y="573387"/>
                  <a:pt x="3895066" y="607071"/>
                </a:cubicBezTo>
                <a:cubicBezTo>
                  <a:pt x="3750943" y="640755"/>
                  <a:pt x="3401168" y="602037"/>
                  <a:pt x="3205674" y="607071"/>
                </a:cubicBezTo>
                <a:cubicBezTo>
                  <a:pt x="3010180" y="612105"/>
                  <a:pt x="2759549" y="600501"/>
                  <a:pt x="2605902" y="607071"/>
                </a:cubicBezTo>
                <a:cubicBezTo>
                  <a:pt x="2452255" y="613641"/>
                  <a:pt x="2183047" y="622738"/>
                  <a:pt x="1826889" y="607071"/>
                </a:cubicBezTo>
                <a:cubicBezTo>
                  <a:pt x="1470731" y="591404"/>
                  <a:pt x="1380877" y="635936"/>
                  <a:pt x="1227118" y="607071"/>
                </a:cubicBezTo>
                <a:cubicBezTo>
                  <a:pt x="1073359" y="578206"/>
                  <a:pt x="290229" y="645758"/>
                  <a:pt x="0" y="607071"/>
                </a:cubicBezTo>
                <a:cubicBezTo>
                  <a:pt x="11461" y="394829"/>
                  <a:pt x="-7958" y="144618"/>
                  <a:pt x="0" y="0"/>
                </a:cubicBezTo>
                <a:close/>
              </a:path>
              <a:path w="8962098" h="607071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45704" y="276959"/>
                  <a:pt x="8960770" y="398236"/>
                  <a:pt x="8962098" y="607071"/>
                </a:cubicBezTo>
                <a:cubicBezTo>
                  <a:pt x="8581962" y="595147"/>
                  <a:pt x="8458871" y="583178"/>
                  <a:pt x="8183085" y="607071"/>
                </a:cubicBezTo>
                <a:cubicBezTo>
                  <a:pt x="7907299" y="630964"/>
                  <a:pt x="7572570" y="591777"/>
                  <a:pt x="7314451" y="607071"/>
                </a:cubicBezTo>
                <a:cubicBezTo>
                  <a:pt x="7056332" y="622365"/>
                  <a:pt x="6862630" y="611532"/>
                  <a:pt x="6625059" y="607071"/>
                </a:cubicBezTo>
                <a:cubicBezTo>
                  <a:pt x="6387488" y="602610"/>
                  <a:pt x="6230415" y="597527"/>
                  <a:pt x="5935666" y="607071"/>
                </a:cubicBezTo>
                <a:cubicBezTo>
                  <a:pt x="5640917" y="616615"/>
                  <a:pt x="5387817" y="564810"/>
                  <a:pt x="5067032" y="607071"/>
                </a:cubicBezTo>
                <a:cubicBezTo>
                  <a:pt x="4746247" y="649332"/>
                  <a:pt x="4683648" y="640900"/>
                  <a:pt x="4377640" y="607071"/>
                </a:cubicBezTo>
                <a:cubicBezTo>
                  <a:pt x="4071632" y="573242"/>
                  <a:pt x="3923134" y="618536"/>
                  <a:pt x="3598627" y="607071"/>
                </a:cubicBezTo>
                <a:cubicBezTo>
                  <a:pt x="3274120" y="595606"/>
                  <a:pt x="3192984" y="602730"/>
                  <a:pt x="2819614" y="607071"/>
                </a:cubicBezTo>
                <a:cubicBezTo>
                  <a:pt x="2446244" y="611412"/>
                  <a:pt x="2449472" y="584005"/>
                  <a:pt x="2219843" y="607071"/>
                </a:cubicBezTo>
                <a:cubicBezTo>
                  <a:pt x="1990214" y="630137"/>
                  <a:pt x="1870557" y="592142"/>
                  <a:pt x="1709693" y="607071"/>
                </a:cubicBezTo>
                <a:cubicBezTo>
                  <a:pt x="1548829" y="622001"/>
                  <a:pt x="1236483" y="575721"/>
                  <a:pt x="841058" y="607071"/>
                </a:cubicBezTo>
                <a:cubicBezTo>
                  <a:pt x="445633" y="638421"/>
                  <a:pt x="201602" y="592829"/>
                  <a:pt x="0" y="607071"/>
                </a:cubicBezTo>
                <a:cubicBezTo>
                  <a:pt x="6033" y="394823"/>
                  <a:pt x="-5469" y="12159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r>
              <a:rPr lang="en-US" altLang="ko-KR" sz="1000">
                <a:solidFill>
                  <a:srgbClr val="00B050"/>
                </a:solidFill>
              </a:rPr>
              <a:t>// 2) extaact</a:t>
            </a:r>
            <a:r>
              <a:rPr lang="ko-KR" altLang="en-US" sz="1000">
                <a:solidFill>
                  <a:srgbClr val="00B050"/>
                </a:solidFill>
              </a:rPr>
              <a:t>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</a:p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v1 = baz.extract&lt;std::array&lt;</a:t>
            </a:r>
            <a:r>
              <a:rPr lang="en-US" altLang="ko-KR" sz="1000">
                <a:solidFill>
                  <a:srgbClr val="0000FF"/>
                </a:solidFill>
              </a:rPr>
              <a:t>int</a:t>
            </a:r>
            <a:r>
              <a:rPr lang="en-US" altLang="ko-KR" sz="1000"/>
              <a:t>, 4&gt;&gt;();</a:t>
            </a:r>
          </a:p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v2 = baz.extract&lt;std::array&lt;std::string, 2&gt;&gt;();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F7D5DD-5AAA-449D-96D7-F0BB5F8BB2BA}"/>
              </a:ext>
            </a:extLst>
          </p:cNvPr>
          <p:cNvSpPr txBox="1"/>
          <p:nvPr/>
        </p:nvSpPr>
        <p:spPr>
          <a:xfrm>
            <a:off x="1416050" y="5701398"/>
            <a:ext cx="90483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설명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) C++20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std::span&lt;T&gt;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 제공되기 시작하면 추후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std::span&lt;T&gt;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로도 받아 낼수 있도록 업그레이드 예정이다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B3C1FB-7733-41FB-9277-3F4049BCD665}"/>
              </a:ext>
            </a:extLst>
          </p:cNvPr>
          <p:cNvSpPr txBox="1"/>
          <p:nvPr/>
        </p:nvSpPr>
        <p:spPr>
          <a:xfrm>
            <a:off x="1416050" y="2825192"/>
            <a:ext cx="90483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배열의 경우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std::array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사용해서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extract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해 낼 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97F616-6025-4C27-AD9B-24DAF961C36F}"/>
              </a:ext>
            </a:extLst>
          </p:cNvPr>
          <p:cNvSpPr txBox="1"/>
          <p:nvPr/>
        </p:nvSpPr>
        <p:spPr>
          <a:xfrm>
            <a:off x="1416050" y="3891990"/>
            <a:ext cx="90483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단순하게 배열 수만큼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extract&lt;T&gt;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해낼 수도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3216BC4-D27B-4E3D-83FC-A24A959CA829}"/>
              </a:ext>
            </a:extLst>
          </p:cNvPr>
          <p:cNvSpPr/>
          <p:nvPr/>
        </p:nvSpPr>
        <p:spPr>
          <a:xfrm>
            <a:off x="1638315" y="4199318"/>
            <a:ext cx="8962098" cy="1376513"/>
          </a:xfrm>
          <a:custGeom>
            <a:avLst/>
            <a:gdLst>
              <a:gd name="connsiteX0" fmla="*/ 0 w 8962098"/>
              <a:gd name="connsiteY0" fmla="*/ 0 h 1376513"/>
              <a:gd name="connsiteX1" fmla="*/ 420529 w 8962098"/>
              <a:gd name="connsiteY1" fmla="*/ 0 h 1376513"/>
              <a:gd name="connsiteX2" fmla="*/ 1199542 w 8962098"/>
              <a:gd name="connsiteY2" fmla="*/ 0 h 1376513"/>
              <a:gd name="connsiteX3" fmla="*/ 1620072 w 8962098"/>
              <a:gd name="connsiteY3" fmla="*/ 0 h 1376513"/>
              <a:gd name="connsiteX4" fmla="*/ 2040601 w 8962098"/>
              <a:gd name="connsiteY4" fmla="*/ 0 h 1376513"/>
              <a:gd name="connsiteX5" fmla="*/ 2550751 w 8962098"/>
              <a:gd name="connsiteY5" fmla="*/ 0 h 1376513"/>
              <a:gd name="connsiteX6" fmla="*/ 3150522 w 8962098"/>
              <a:gd name="connsiteY6" fmla="*/ 0 h 1376513"/>
              <a:gd name="connsiteX7" fmla="*/ 3571051 w 8962098"/>
              <a:gd name="connsiteY7" fmla="*/ 0 h 1376513"/>
              <a:gd name="connsiteX8" fmla="*/ 4170823 w 8962098"/>
              <a:gd name="connsiteY8" fmla="*/ 0 h 1376513"/>
              <a:gd name="connsiteX9" fmla="*/ 4770594 w 8962098"/>
              <a:gd name="connsiteY9" fmla="*/ 0 h 1376513"/>
              <a:gd name="connsiteX10" fmla="*/ 5549607 w 8962098"/>
              <a:gd name="connsiteY10" fmla="*/ 0 h 1376513"/>
              <a:gd name="connsiteX11" fmla="*/ 5970136 w 8962098"/>
              <a:gd name="connsiteY11" fmla="*/ 0 h 1376513"/>
              <a:gd name="connsiteX12" fmla="*/ 6659528 w 8962098"/>
              <a:gd name="connsiteY12" fmla="*/ 0 h 1376513"/>
              <a:gd name="connsiteX13" fmla="*/ 7169678 w 8962098"/>
              <a:gd name="connsiteY13" fmla="*/ 0 h 1376513"/>
              <a:gd name="connsiteX14" fmla="*/ 7590208 w 8962098"/>
              <a:gd name="connsiteY14" fmla="*/ 0 h 1376513"/>
              <a:gd name="connsiteX15" fmla="*/ 8962098 w 8962098"/>
              <a:gd name="connsiteY15" fmla="*/ 0 h 1376513"/>
              <a:gd name="connsiteX16" fmla="*/ 8962098 w 8962098"/>
              <a:gd name="connsiteY16" fmla="*/ 674491 h 1376513"/>
              <a:gd name="connsiteX17" fmla="*/ 8962098 w 8962098"/>
              <a:gd name="connsiteY17" fmla="*/ 1376513 h 1376513"/>
              <a:gd name="connsiteX18" fmla="*/ 8541569 w 8962098"/>
              <a:gd name="connsiteY18" fmla="*/ 1376513 h 1376513"/>
              <a:gd name="connsiteX19" fmla="*/ 7672935 w 8962098"/>
              <a:gd name="connsiteY19" fmla="*/ 1376513 h 1376513"/>
              <a:gd name="connsiteX20" fmla="*/ 7252405 w 8962098"/>
              <a:gd name="connsiteY20" fmla="*/ 1376513 h 1376513"/>
              <a:gd name="connsiteX21" fmla="*/ 6473392 w 8962098"/>
              <a:gd name="connsiteY21" fmla="*/ 1376513 h 1376513"/>
              <a:gd name="connsiteX22" fmla="*/ 5784000 w 8962098"/>
              <a:gd name="connsiteY22" fmla="*/ 1376513 h 1376513"/>
              <a:gd name="connsiteX23" fmla="*/ 5094608 w 8962098"/>
              <a:gd name="connsiteY23" fmla="*/ 1376513 h 1376513"/>
              <a:gd name="connsiteX24" fmla="*/ 4494837 w 8962098"/>
              <a:gd name="connsiteY24" fmla="*/ 1376513 h 1376513"/>
              <a:gd name="connsiteX25" fmla="*/ 3715824 w 8962098"/>
              <a:gd name="connsiteY25" fmla="*/ 1376513 h 1376513"/>
              <a:gd name="connsiteX26" fmla="*/ 3116053 w 8962098"/>
              <a:gd name="connsiteY26" fmla="*/ 1376513 h 1376513"/>
              <a:gd name="connsiteX27" fmla="*/ 2337039 w 8962098"/>
              <a:gd name="connsiteY27" fmla="*/ 1376513 h 1376513"/>
              <a:gd name="connsiteX28" fmla="*/ 1826889 w 8962098"/>
              <a:gd name="connsiteY28" fmla="*/ 1376513 h 1376513"/>
              <a:gd name="connsiteX29" fmla="*/ 1316739 w 8962098"/>
              <a:gd name="connsiteY29" fmla="*/ 1376513 h 1376513"/>
              <a:gd name="connsiteX30" fmla="*/ 0 w 8962098"/>
              <a:gd name="connsiteY30" fmla="*/ 1376513 h 1376513"/>
              <a:gd name="connsiteX31" fmla="*/ 0 w 8962098"/>
              <a:gd name="connsiteY31" fmla="*/ 702022 h 1376513"/>
              <a:gd name="connsiteX32" fmla="*/ 0 w 8962098"/>
              <a:gd name="connsiteY32" fmla="*/ 0 h 1376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62098" h="1376513" fill="none" extrusionOk="0">
                <a:moveTo>
                  <a:pt x="0" y="0"/>
                </a:moveTo>
                <a:cubicBezTo>
                  <a:pt x="106741" y="-5227"/>
                  <a:pt x="258086" y="10078"/>
                  <a:pt x="420529" y="0"/>
                </a:cubicBezTo>
                <a:cubicBezTo>
                  <a:pt x="582972" y="-10078"/>
                  <a:pt x="967967" y="-21079"/>
                  <a:pt x="1199542" y="0"/>
                </a:cubicBezTo>
                <a:cubicBezTo>
                  <a:pt x="1431117" y="21079"/>
                  <a:pt x="1447174" y="13280"/>
                  <a:pt x="1620072" y="0"/>
                </a:cubicBezTo>
                <a:cubicBezTo>
                  <a:pt x="1792970" y="-13280"/>
                  <a:pt x="1912007" y="-9074"/>
                  <a:pt x="2040601" y="0"/>
                </a:cubicBezTo>
                <a:cubicBezTo>
                  <a:pt x="2169195" y="9074"/>
                  <a:pt x="2355610" y="5328"/>
                  <a:pt x="2550751" y="0"/>
                </a:cubicBezTo>
                <a:cubicBezTo>
                  <a:pt x="2745892" y="-5328"/>
                  <a:pt x="3023206" y="11627"/>
                  <a:pt x="3150522" y="0"/>
                </a:cubicBezTo>
                <a:cubicBezTo>
                  <a:pt x="3277838" y="-11627"/>
                  <a:pt x="3395071" y="18199"/>
                  <a:pt x="3571051" y="0"/>
                </a:cubicBezTo>
                <a:cubicBezTo>
                  <a:pt x="3747031" y="-18199"/>
                  <a:pt x="3938407" y="1645"/>
                  <a:pt x="4170823" y="0"/>
                </a:cubicBezTo>
                <a:cubicBezTo>
                  <a:pt x="4403239" y="-1645"/>
                  <a:pt x="4510024" y="-11615"/>
                  <a:pt x="4770594" y="0"/>
                </a:cubicBezTo>
                <a:cubicBezTo>
                  <a:pt x="5031164" y="11615"/>
                  <a:pt x="5213144" y="33240"/>
                  <a:pt x="5549607" y="0"/>
                </a:cubicBezTo>
                <a:cubicBezTo>
                  <a:pt x="5886070" y="-33240"/>
                  <a:pt x="5800410" y="18316"/>
                  <a:pt x="5970136" y="0"/>
                </a:cubicBezTo>
                <a:cubicBezTo>
                  <a:pt x="6139862" y="-18316"/>
                  <a:pt x="6473823" y="-10920"/>
                  <a:pt x="6659528" y="0"/>
                </a:cubicBezTo>
                <a:cubicBezTo>
                  <a:pt x="6845233" y="10920"/>
                  <a:pt x="7065940" y="9149"/>
                  <a:pt x="7169678" y="0"/>
                </a:cubicBezTo>
                <a:cubicBezTo>
                  <a:pt x="7273416" y="-9149"/>
                  <a:pt x="7434842" y="-822"/>
                  <a:pt x="7590208" y="0"/>
                </a:cubicBezTo>
                <a:cubicBezTo>
                  <a:pt x="7745574" y="822"/>
                  <a:pt x="8285488" y="40359"/>
                  <a:pt x="8962098" y="0"/>
                </a:cubicBezTo>
                <a:cubicBezTo>
                  <a:pt x="8970343" y="220271"/>
                  <a:pt x="8977101" y="457820"/>
                  <a:pt x="8962098" y="674491"/>
                </a:cubicBezTo>
                <a:cubicBezTo>
                  <a:pt x="8947095" y="891162"/>
                  <a:pt x="8980432" y="1119357"/>
                  <a:pt x="8962098" y="1376513"/>
                </a:cubicBezTo>
                <a:cubicBezTo>
                  <a:pt x="8773150" y="1362180"/>
                  <a:pt x="8713881" y="1356199"/>
                  <a:pt x="8541569" y="1376513"/>
                </a:cubicBezTo>
                <a:cubicBezTo>
                  <a:pt x="8369257" y="1396827"/>
                  <a:pt x="7946817" y="1405921"/>
                  <a:pt x="7672935" y="1376513"/>
                </a:cubicBezTo>
                <a:cubicBezTo>
                  <a:pt x="7399053" y="1347105"/>
                  <a:pt x="7433511" y="1366041"/>
                  <a:pt x="7252405" y="1376513"/>
                </a:cubicBezTo>
                <a:cubicBezTo>
                  <a:pt x="7071299" y="1386986"/>
                  <a:pt x="6730593" y="1388727"/>
                  <a:pt x="6473392" y="1376513"/>
                </a:cubicBezTo>
                <a:cubicBezTo>
                  <a:pt x="6216191" y="1364299"/>
                  <a:pt x="5928123" y="1342829"/>
                  <a:pt x="5784000" y="1376513"/>
                </a:cubicBezTo>
                <a:cubicBezTo>
                  <a:pt x="5639877" y="1410197"/>
                  <a:pt x="5290102" y="1371479"/>
                  <a:pt x="5094608" y="1376513"/>
                </a:cubicBezTo>
                <a:cubicBezTo>
                  <a:pt x="4899114" y="1381547"/>
                  <a:pt x="4646058" y="1367895"/>
                  <a:pt x="4494837" y="1376513"/>
                </a:cubicBezTo>
                <a:cubicBezTo>
                  <a:pt x="4343616" y="1385131"/>
                  <a:pt x="4071982" y="1392180"/>
                  <a:pt x="3715824" y="1376513"/>
                </a:cubicBezTo>
                <a:cubicBezTo>
                  <a:pt x="3359666" y="1360846"/>
                  <a:pt x="3269812" y="1405378"/>
                  <a:pt x="3116053" y="1376513"/>
                </a:cubicBezTo>
                <a:cubicBezTo>
                  <a:pt x="2962294" y="1347648"/>
                  <a:pt x="2501003" y="1360892"/>
                  <a:pt x="2337039" y="1376513"/>
                </a:cubicBezTo>
                <a:cubicBezTo>
                  <a:pt x="2173075" y="1392134"/>
                  <a:pt x="2078012" y="1400518"/>
                  <a:pt x="1826889" y="1376513"/>
                </a:cubicBezTo>
                <a:cubicBezTo>
                  <a:pt x="1575766" y="1352509"/>
                  <a:pt x="1566259" y="1387026"/>
                  <a:pt x="1316739" y="1376513"/>
                </a:cubicBezTo>
                <a:cubicBezTo>
                  <a:pt x="1067219" y="1366001"/>
                  <a:pt x="586745" y="1405345"/>
                  <a:pt x="0" y="1376513"/>
                </a:cubicBezTo>
                <a:cubicBezTo>
                  <a:pt x="9008" y="1119888"/>
                  <a:pt x="-80" y="933782"/>
                  <a:pt x="0" y="702022"/>
                </a:cubicBezTo>
                <a:cubicBezTo>
                  <a:pt x="80" y="470262"/>
                  <a:pt x="-30040" y="296869"/>
                  <a:pt x="0" y="0"/>
                </a:cubicBezTo>
                <a:close/>
              </a:path>
              <a:path w="8962098" h="1376513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85534" y="178243"/>
                  <a:pt x="8992739" y="386956"/>
                  <a:pt x="8962098" y="715787"/>
                </a:cubicBezTo>
                <a:cubicBezTo>
                  <a:pt x="8931457" y="1044618"/>
                  <a:pt x="8960788" y="1061095"/>
                  <a:pt x="8962098" y="1376513"/>
                </a:cubicBezTo>
                <a:cubicBezTo>
                  <a:pt x="8742154" y="1351859"/>
                  <a:pt x="8448095" y="1354917"/>
                  <a:pt x="8272706" y="1376513"/>
                </a:cubicBezTo>
                <a:cubicBezTo>
                  <a:pt x="8097317" y="1398109"/>
                  <a:pt x="7820885" y="1380974"/>
                  <a:pt x="7583314" y="1376513"/>
                </a:cubicBezTo>
                <a:cubicBezTo>
                  <a:pt x="7345743" y="1372052"/>
                  <a:pt x="7187503" y="1361616"/>
                  <a:pt x="6893922" y="1376513"/>
                </a:cubicBezTo>
                <a:cubicBezTo>
                  <a:pt x="6600341" y="1391410"/>
                  <a:pt x="6348884" y="1336358"/>
                  <a:pt x="6025287" y="1376513"/>
                </a:cubicBezTo>
                <a:cubicBezTo>
                  <a:pt x="5701690" y="1416668"/>
                  <a:pt x="5641903" y="1410342"/>
                  <a:pt x="5335895" y="1376513"/>
                </a:cubicBezTo>
                <a:cubicBezTo>
                  <a:pt x="5029887" y="1342684"/>
                  <a:pt x="4881389" y="1387978"/>
                  <a:pt x="4556882" y="1376513"/>
                </a:cubicBezTo>
                <a:cubicBezTo>
                  <a:pt x="4232375" y="1365048"/>
                  <a:pt x="4151239" y="1372172"/>
                  <a:pt x="3777869" y="1376513"/>
                </a:cubicBezTo>
                <a:cubicBezTo>
                  <a:pt x="3404499" y="1380854"/>
                  <a:pt x="3407727" y="1353447"/>
                  <a:pt x="3178098" y="1376513"/>
                </a:cubicBezTo>
                <a:cubicBezTo>
                  <a:pt x="2948469" y="1399579"/>
                  <a:pt x="2828812" y="1361584"/>
                  <a:pt x="2667948" y="1376513"/>
                </a:cubicBezTo>
                <a:cubicBezTo>
                  <a:pt x="2507084" y="1391443"/>
                  <a:pt x="2194447" y="1341039"/>
                  <a:pt x="1799314" y="1376513"/>
                </a:cubicBezTo>
                <a:cubicBezTo>
                  <a:pt x="1404181" y="1411987"/>
                  <a:pt x="1251049" y="1364494"/>
                  <a:pt x="1109921" y="1376513"/>
                </a:cubicBezTo>
                <a:cubicBezTo>
                  <a:pt x="968793" y="1388532"/>
                  <a:pt x="382880" y="1365117"/>
                  <a:pt x="0" y="1376513"/>
                </a:cubicBezTo>
                <a:cubicBezTo>
                  <a:pt x="-24411" y="1126453"/>
                  <a:pt x="27826" y="987205"/>
                  <a:pt x="0" y="674491"/>
                </a:cubicBezTo>
                <a:cubicBezTo>
                  <a:pt x="-27826" y="361777"/>
                  <a:pt x="12805" y="172299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r>
              <a:rPr lang="en-US" altLang="ko-KR" sz="1000">
                <a:solidFill>
                  <a:srgbClr val="00B050"/>
                </a:solidFill>
              </a:rPr>
              <a:t>// 2) </a:t>
            </a:r>
            <a:r>
              <a:rPr lang="ko-KR" altLang="en-US" sz="1000">
                <a:solidFill>
                  <a:srgbClr val="00B050"/>
                </a:solidFill>
              </a:rPr>
              <a:t>단순하게 배열 개수만큼 </a:t>
            </a:r>
            <a:r>
              <a:rPr lang="en-US" altLang="ko-KR" sz="1000">
                <a:solidFill>
                  <a:srgbClr val="00B050"/>
                </a:solidFill>
              </a:rPr>
              <a:t>extaact</a:t>
            </a:r>
            <a:r>
              <a:rPr lang="ko-KR" altLang="en-US" sz="1000">
                <a:solidFill>
                  <a:srgbClr val="00B050"/>
                </a:solidFill>
              </a:rPr>
              <a:t>할 수도 있다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</a:p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v1_1 = baz.extract&lt;</a:t>
            </a:r>
            <a:r>
              <a:rPr lang="en-US" altLang="ko-KR" sz="1000">
                <a:solidFill>
                  <a:srgbClr val="0000FF"/>
                </a:solidFill>
              </a:rPr>
              <a:t>int</a:t>
            </a:r>
            <a:r>
              <a:rPr lang="en-US" altLang="ko-KR" sz="1000"/>
              <a:t>&gt;();</a:t>
            </a:r>
          </a:p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v1_2 = baz.extract&lt;</a:t>
            </a:r>
            <a:r>
              <a:rPr lang="en-US" altLang="ko-KR" sz="1000">
                <a:solidFill>
                  <a:srgbClr val="0000FF"/>
                </a:solidFill>
              </a:rPr>
              <a:t>int</a:t>
            </a:r>
            <a:r>
              <a:rPr lang="en-US" altLang="ko-KR" sz="1000"/>
              <a:t>&gt;();</a:t>
            </a:r>
          </a:p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v1_3 = baz.extract&lt;</a:t>
            </a:r>
            <a:r>
              <a:rPr lang="en-US" altLang="ko-KR" sz="1000">
                <a:solidFill>
                  <a:srgbClr val="0000FF"/>
                </a:solidFill>
              </a:rPr>
              <a:t>int</a:t>
            </a:r>
            <a:r>
              <a:rPr lang="en-US" altLang="ko-KR" sz="1000"/>
              <a:t>&gt;();</a:t>
            </a:r>
          </a:p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v1_4 = baz.extract&lt;</a:t>
            </a:r>
            <a:r>
              <a:rPr lang="en-US" altLang="ko-KR" sz="1000">
                <a:solidFill>
                  <a:srgbClr val="0000FF"/>
                </a:solidFill>
              </a:rPr>
              <a:t>int</a:t>
            </a:r>
            <a:r>
              <a:rPr lang="en-US" altLang="ko-KR" sz="1000"/>
              <a:t>&gt;();</a:t>
            </a:r>
          </a:p>
          <a:p>
            <a:endParaRPr lang="en-US" altLang="ko-KR" sz="1000"/>
          </a:p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v2_1 = baz.extract&lt;std::string&gt;();</a:t>
            </a:r>
          </a:p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v2_2 = baz.extract&lt;std::string&gt;();</a:t>
            </a:r>
          </a:p>
        </p:txBody>
      </p:sp>
    </p:spTree>
    <p:extLst>
      <p:ext uri="{BB962C8B-B14F-4D97-AF65-F5344CB8AC3E}">
        <p14:creationId xmlns:p14="http://schemas.microsoft.com/office/powerpoint/2010/main" val="2631385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854FC3-83B1-4810-845D-2E245C8938C1}"/>
              </a:ext>
            </a:extLst>
          </p:cNvPr>
          <p:cNvSpPr txBox="1"/>
          <p:nvPr/>
        </p:nvSpPr>
        <p:spPr>
          <a:xfrm>
            <a:off x="1416050" y="620713"/>
            <a:ext cx="90483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Ireferenceable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대신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Ipoolable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상속받으면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make_object&lt;T&gt;()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 호출 시 자동으로 풀에서 할당을 받음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674F14-0E68-4738-B3EB-C0533B314E1A}"/>
              </a:ext>
            </a:extLst>
          </p:cNvPr>
          <p:cNvSpPr txBox="1"/>
          <p:nvPr/>
        </p:nvSpPr>
        <p:spPr>
          <a:xfrm>
            <a:off x="1250586" y="-12879"/>
            <a:ext cx="3727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append-extract.linear_container</a:t>
            </a:r>
            <a:endParaRPr lang="ko-KR" alt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8CC1ED-654E-4F78-9EDC-CD8087458BF0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3D4B79-B759-4B8B-9C48-9509997B915F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0624675-1C14-4C9C-B85E-DE35350E87D0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CF51F81-2B0C-47BD-9D09-50BB54DE8316}"/>
              </a:ext>
            </a:extLst>
          </p:cNvPr>
          <p:cNvSpPr/>
          <p:nvPr/>
        </p:nvSpPr>
        <p:spPr>
          <a:xfrm>
            <a:off x="1828218" y="2340704"/>
            <a:ext cx="5969870" cy="297366"/>
          </a:xfrm>
          <a:prstGeom prst="rect">
            <a:avLst/>
          </a:prstGeom>
          <a:solidFill>
            <a:schemeClr val="bg1"/>
          </a:solidFill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200F182-2A71-475B-97C8-A977DF27BF3F}"/>
              </a:ext>
            </a:extLst>
          </p:cNvPr>
          <p:cNvSpPr/>
          <p:nvPr/>
        </p:nvSpPr>
        <p:spPr>
          <a:xfrm>
            <a:off x="3276984" y="2880504"/>
            <a:ext cx="295598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데이터들</a:t>
            </a:r>
            <a:endParaRPr lang="en-US" altLang="ko-KR" sz="1400">
              <a:solidFill>
                <a:srgbClr val="0000FF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다른 정보 없이 데이터들만 쓰여진다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4506BF1-913F-4521-84E1-FB32EE777BB2}"/>
              </a:ext>
            </a:extLst>
          </p:cNvPr>
          <p:cNvSpPr/>
          <p:nvPr/>
        </p:nvSpPr>
        <p:spPr>
          <a:xfrm>
            <a:off x="1822657" y="2335547"/>
            <a:ext cx="1564115" cy="30777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3E78916-AF30-4F0C-AC1F-E139E3D987E8}"/>
              </a:ext>
            </a:extLst>
          </p:cNvPr>
          <p:cNvSpPr/>
          <p:nvPr/>
        </p:nvSpPr>
        <p:spPr>
          <a:xfrm>
            <a:off x="3386694" y="2335535"/>
            <a:ext cx="731290" cy="307778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1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6" name="왼쪽 중괄호 25">
            <a:extLst>
              <a:ext uri="{FF2B5EF4-FFF2-40B4-BE49-F238E27FC236}">
                <a16:creationId xmlns:a16="http://schemas.microsoft.com/office/drawing/2014/main" id="{CC265F3B-FF1C-4E53-9116-90C508D4037D}"/>
              </a:ext>
            </a:extLst>
          </p:cNvPr>
          <p:cNvSpPr/>
          <p:nvPr/>
        </p:nvSpPr>
        <p:spPr>
          <a:xfrm rot="16200000">
            <a:off x="3656861" y="2448112"/>
            <a:ext cx="180000" cy="65288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7AA3CA-908B-4873-BF03-7BA2E259C57C}"/>
              </a:ext>
            </a:extLst>
          </p:cNvPr>
          <p:cNvSpPr txBox="1"/>
          <p:nvPr/>
        </p:nvSpPr>
        <p:spPr>
          <a:xfrm>
            <a:off x="1860534" y="1375693"/>
            <a:ext cx="1797287" cy="688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/>
              <a:t>int s1[4]{ 1,2,3,4 };</a:t>
            </a:r>
            <a:endParaRPr lang="en-US" altLang="ko-KR" sz="140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temp.append (s1);</a:t>
            </a:r>
            <a:endParaRPr lang="ko-KR" altLang="en-US" sz="14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4CB5CC-C374-4092-9F09-A945AC2468A5}"/>
              </a:ext>
            </a:extLst>
          </p:cNvPr>
          <p:cNvSpPr txBox="1"/>
          <p:nvPr/>
        </p:nvSpPr>
        <p:spPr>
          <a:xfrm>
            <a:off x="1822657" y="4116296"/>
            <a:ext cx="2956835" cy="688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/>
              <a:t>std::string s2[2]{ "first", "second“ };</a:t>
            </a:r>
            <a:endParaRPr lang="en-US" altLang="ko-KR" sz="140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temp.append(s2);</a:t>
            </a:r>
            <a:endParaRPr lang="ko-KR" altLang="en-US" sz="14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7276075-C608-416E-8AC2-020E1A351C2F}"/>
              </a:ext>
            </a:extLst>
          </p:cNvPr>
          <p:cNvSpPr/>
          <p:nvPr/>
        </p:nvSpPr>
        <p:spPr>
          <a:xfrm>
            <a:off x="4091989" y="2335535"/>
            <a:ext cx="731290" cy="307778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2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E5F84E08-B727-417F-A055-65B8074F1DD0}"/>
              </a:ext>
            </a:extLst>
          </p:cNvPr>
          <p:cNvSpPr/>
          <p:nvPr/>
        </p:nvSpPr>
        <p:spPr>
          <a:xfrm>
            <a:off x="4829179" y="2335535"/>
            <a:ext cx="731290" cy="307778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3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43929A96-7AD8-46C9-A982-A74E4E6AB136}"/>
              </a:ext>
            </a:extLst>
          </p:cNvPr>
          <p:cNvSpPr/>
          <p:nvPr/>
        </p:nvSpPr>
        <p:spPr>
          <a:xfrm>
            <a:off x="5534474" y="2335535"/>
            <a:ext cx="731290" cy="307778"/>
          </a:xfrm>
          <a:prstGeom prst="rect">
            <a:avLst/>
          </a:prstGeom>
          <a:solidFill>
            <a:srgbClr val="FFFFCC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4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33CF1A28-F25D-490B-B186-C3028DD830E6}"/>
              </a:ext>
            </a:extLst>
          </p:cNvPr>
          <p:cNvSpPr/>
          <p:nvPr/>
        </p:nvSpPr>
        <p:spPr>
          <a:xfrm>
            <a:off x="1821126" y="5289469"/>
            <a:ext cx="5969870" cy="297366"/>
          </a:xfrm>
          <a:prstGeom prst="rect">
            <a:avLst/>
          </a:prstGeom>
          <a:solidFill>
            <a:schemeClr val="bg1"/>
          </a:solidFill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7C396C57-2D94-41C7-B167-BEAE1B7EEC95}"/>
              </a:ext>
            </a:extLst>
          </p:cNvPr>
          <p:cNvSpPr/>
          <p:nvPr/>
        </p:nvSpPr>
        <p:spPr>
          <a:xfrm>
            <a:off x="1815565" y="5284312"/>
            <a:ext cx="1564115" cy="30777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4709CB29-1B82-4A93-A3C6-D041D2FE2D4A}"/>
              </a:ext>
            </a:extLst>
          </p:cNvPr>
          <p:cNvSpPr/>
          <p:nvPr/>
        </p:nvSpPr>
        <p:spPr>
          <a:xfrm>
            <a:off x="3369498" y="5287855"/>
            <a:ext cx="267282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4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BDA8D383-1843-46A2-BB23-636E62B620CE}"/>
              </a:ext>
            </a:extLst>
          </p:cNvPr>
          <p:cNvSpPr/>
          <p:nvPr/>
        </p:nvSpPr>
        <p:spPr>
          <a:xfrm>
            <a:off x="3635334" y="5287855"/>
            <a:ext cx="267282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o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3D1CB261-06F4-4BAD-9B51-11F84EE14648}"/>
              </a:ext>
            </a:extLst>
          </p:cNvPr>
          <p:cNvSpPr/>
          <p:nvPr/>
        </p:nvSpPr>
        <p:spPr>
          <a:xfrm>
            <a:off x="3895018" y="5287855"/>
            <a:ext cx="267282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n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7C8BB564-578A-4D00-AFA0-07E91F0666B5}"/>
              </a:ext>
            </a:extLst>
          </p:cNvPr>
          <p:cNvSpPr/>
          <p:nvPr/>
        </p:nvSpPr>
        <p:spPr>
          <a:xfrm>
            <a:off x="4158594" y="5287855"/>
            <a:ext cx="271719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e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E2F8FDD8-86E5-43C3-ACF7-B8B4EC85BDB0}"/>
              </a:ext>
            </a:extLst>
          </p:cNvPr>
          <p:cNvSpPr/>
          <p:nvPr/>
        </p:nvSpPr>
        <p:spPr>
          <a:xfrm>
            <a:off x="3682920" y="5827329"/>
            <a:ext cx="7387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첫번째</a:t>
            </a:r>
            <a:endParaRPr lang="en-US" altLang="ko-KR" sz="1400">
              <a:solidFill>
                <a:srgbClr val="0000FF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r>
              <a:rPr lang="ko-KR" altLang="en-US" sz="14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문자열</a:t>
            </a:r>
            <a:endParaRPr lang="ko-KR" altLang="en-US" sz="14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85" name="왼쪽 중괄호 84">
            <a:extLst>
              <a:ext uri="{FF2B5EF4-FFF2-40B4-BE49-F238E27FC236}">
                <a16:creationId xmlns:a16="http://schemas.microsoft.com/office/drawing/2014/main" id="{AF34D562-7749-442C-9401-323F67AA61BD}"/>
              </a:ext>
            </a:extLst>
          </p:cNvPr>
          <p:cNvSpPr/>
          <p:nvPr/>
        </p:nvSpPr>
        <p:spPr>
          <a:xfrm rot="16200000">
            <a:off x="3959861" y="5099668"/>
            <a:ext cx="144000" cy="128330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89D290B4-144F-4EAC-8731-F69913D6F2D1}"/>
              </a:ext>
            </a:extLst>
          </p:cNvPr>
          <p:cNvSpPr/>
          <p:nvPr/>
        </p:nvSpPr>
        <p:spPr>
          <a:xfrm>
            <a:off x="4438585" y="5287855"/>
            <a:ext cx="271719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0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30F2335B-906C-4E84-8C58-C05F4C035930}"/>
              </a:ext>
            </a:extLst>
          </p:cNvPr>
          <p:cNvSpPr/>
          <p:nvPr/>
        </p:nvSpPr>
        <p:spPr>
          <a:xfrm>
            <a:off x="4707488" y="5287855"/>
            <a:ext cx="267282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4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799E2A01-8B79-4B90-8A27-96B057023F6E}"/>
              </a:ext>
            </a:extLst>
          </p:cNvPr>
          <p:cNvSpPr/>
          <p:nvPr/>
        </p:nvSpPr>
        <p:spPr>
          <a:xfrm>
            <a:off x="4976848" y="5287855"/>
            <a:ext cx="267282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t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4CCA3628-5FC1-4ED5-A401-4C9F3E4097E3}"/>
              </a:ext>
            </a:extLst>
          </p:cNvPr>
          <p:cNvSpPr/>
          <p:nvPr/>
        </p:nvSpPr>
        <p:spPr>
          <a:xfrm>
            <a:off x="5246206" y="5287855"/>
            <a:ext cx="267282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w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6D2B5D26-0F28-499D-AEF4-1417345872FD}"/>
              </a:ext>
            </a:extLst>
          </p:cNvPr>
          <p:cNvSpPr/>
          <p:nvPr/>
        </p:nvSpPr>
        <p:spPr>
          <a:xfrm>
            <a:off x="5520860" y="5287855"/>
            <a:ext cx="267282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o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A84F69DD-F669-46AF-8A11-0ECDD1A05C45}"/>
              </a:ext>
            </a:extLst>
          </p:cNvPr>
          <p:cNvSpPr/>
          <p:nvPr/>
        </p:nvSpPr>
        <p:spPr>
          <a:xfrm>
            <a:off x="5783601" y="5287855"/>
            <a:ext cx="271719" cy="307778"/>
          </a:xfrm>
          <a:prstGeom prst="rect">
            <a:avLst/>
          </a:prstGeom>
          <a:solidFill>
            <a:srgbClr val="FFFFCC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0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69497FEE-120B-492F-92DD-543BF1303251}"/>
              </a:ext>
            </a:extLst>
          </p:cNvPr>
          <p:cNvSpPr/>
          <p:nvPr/>
        </p:nvSpPr>
        <p:spPr>
          <a:xfrm>
            <a:off x="3370755" y="5287198"/>
            <a:ext cx="1329361" cy="307778"/>
          </a:xfrm>
          <a:prstGeom prst="rect">
            <a:avLst/>
          </a:prstGeom>
          <a:noFill/>
          <a:ln w="25400"/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B6C7A466-DF15-44B6-BEF7-6432EED31666}"/>
              </a:ext>
            </a:extLst>
          </p:cNvPr>
          <p:cNvSpPr/>
          <p:nvPr/>
        </p:nvSpPr>
        <p:spPr>
          <a:xfrm>
            <a:off x="4694777" y="5289690"/>
            <a:ext cx="1349909" cy="307778"/>
          </a:xfrm>
          <a:prstGeom prst="rect">
            <a:avLst/>
          </a:prstGeom>
          <a:noFill/>
          <a:ln w="25400"/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94" name="왼쪽 중괄호 93">
            <a:extLst>
              <a:ext uri="{FF2B5EF4-FFF2-40B4-BE49-F238E27FC236}">
                <a16:creationId xmlns:a16="http://schemas.microsoft.com/office/drawing/2014/main" id="{213DAE17-D55F-43B6-9218-514252B95D1B}"/>
              </a:ext>
            </a:extLst>
          </p:cNvPr>
          <p:cNvSpPr/>
          <p:nvPr/>
        </p:nvSpPr>
        <p:spPr>
          <a:xfrm rot="16200000">
            <a:off x="5303103" y="5099668"/>
            <a:ext cx="144000" cy="128330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C10A4257-9CA9-4EF4-9E19-36D01FF72C74}"/>
              </a:ext>
            </a:extLst>
          </p:cNvPr>
          <p:cNvSpPr/>
          <p:nvPr/>
        </p:nvSpPr>
        <p:spPr>
          <a:xfrm>
            <a:off x="5013014" y="5827329"/>
            <a:ext cx="7387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두번째</a:t>
            </a:r>
            <a:endParaRPr lang="en-US" altLang="ko-KR" sz="1400">
              <a:solidFill>
                <a:srgbClr val="0000FF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r>
              <a:rPr lang="ko-KR" altLang="en-US" sz="14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문자열</a:t>
            </a:r>
            <a:endParaRPr lang="ko-KR" altLang="en-US" sz="14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53718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1250406" y="0"/>
            <a:ext cx="634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FAQ</a:t>
            </a:r>
            <a:endParaRPr lang="ko-KR" alt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E1E4EB-2CF1-4DBC-9CE3-9BECDFECECCB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FBB6FB-9184-4FAE-A952-8ACF6BFDE79D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1C153B9-805B-489B-8741-4B5D93C359DA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3263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13428</TotalTime>
  <Words>2576</Words>
  <Application>Microsoft Office PowerPoint</Application>
  <PresentationFormat>와이드스크린</PresentationFormat>
  <Paragraphs>375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2" baseType="lpstr">
      <vt:lpstr>HY견명조</vt:lpstr>
      <vt:lpstr>HY신명조</vt:lpstr>
      <vt:lpstr>맑은 고딕</vt:lpstr>
      <vt:lpstr>Abadi Extra Light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상현 조</dc:creator>
  <cp:lastModifiedBy>조 상현</cp:lastModifiedBy>
  <cp:revision>347</cp:revision>
  <dcterms:created xsi:type="dcterms:W3CDTF">2019-08-08T18:29:33Z</dcterms:created>
  <dcterms:modified xsi:type="dcterms:W3CDTF">2020-01-20T12:09:36Z</dcterms:modified>
</cp:coreProperties>
</file>