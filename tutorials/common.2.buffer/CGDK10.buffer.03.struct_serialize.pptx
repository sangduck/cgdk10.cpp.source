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3" r:id="rId4"/>
    <p:sldId id="270" r:id="rId5"/>
    <p:sldId id="271" r:id="rId6"/>
    <p:sldId id="272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9" autoAdjust="0"/>
    <p:restoredTop sz="94660"/>
  </p:normalViewPr>
  <p:slideViewPr>
    <p:cSldViewPr snapToGrid="0">
      <p:cViewPr>
        <p:scale>
          <a:sx n="100" d="100"/>
          <a:sy n="100" d="100"/>
        </p:scale>
        <p:origin x="72" y="222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87DE33-CDB2-4028-8B35-64B351BA78D0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5243006"/>
            <a:ext cx="2968914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buffer system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append - extract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heterogenous data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serializable interface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BUFFER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7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buffer 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구조체로 묶어서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A16997-D313-4B1E-BE06-4568E11703F6}"/>
              </a:ext>
            </a:extLst>
          </p:cNvPr>
          <p:cNvSpPr/>
          <p:nvPr/>
        </p:nvSpPr>
        <p:spPr>
          <a:xfrm>
            <a:off x="1676415" y="1001940"/>
            <a:ext cx="8962098" cy="1240800"/>
          </a:xfrm>
          <a:custGeom>
            <a:avLst/>
            <a:gdLst>
              <a:gd name="connsiteX0" fmla="*/ 0 w 8962098"/>
              <a:gd name="connsiteY0" fmla="*/ 0 h 1240800"/>
              <a:gd name="connsiteX1" fmla="*/ 420529 w 8962098"/>
              <a:gd name="connsiteY1" fmla="*/ 0 h 1240800"/>
              <a:gd name="connsiteX2" fmla="*/ 1199542 w 8962098"/>
              <a:gd name="connsiteY2" fmla="*/ 0 h 1240800"/>
              <a:gd name="connsiteX3" fmla="*/ 1620072 w 8962098"/>
              <a:gd name="connsiteY3" fmla="*/ 0 h 1240800"/>
              <a:gd name="connsiteX4" fmla="*/ 2040601 w 8962098"/>
              <a:gd name="connsiteY4" fmla="*/ 0 h 1240800"/>
              <a:gd name="connsiteX5" fmla="*/ 2550751 w 8962098"/>
              <a:gd name="connsiteY5" fmla="*/ 0 h 1240800"/>
              <a:gd name="connsiteX6" fmla="*/ 3150522 w 8962098"/>
              <a:gd name="connsiteY6" fmla="*/ 0 h 1240800"/>
              <a:gd name="connsiteX7" fmla="*/ 3571051 w 8962098"/>
              <a:gd name="connsiteY7" fmla="*/ 0 h 1240800"/>
              <a:gd name="connsiteX8" fmla="*/ 4170823 w 8962098"/>
              <a:gd name="connsiteY8" fmla="*/ 0 h 1240800"/>
              <a:gd name="connsiteX9" fmla="*/ 4770594 w 8962098"/>
              <a:gd name="connsiteY9" fmla="*/ 0 h 1240800"/>
              <a:gd name="connsiteX10" fmla="*/ 5549607 w 8962098"/>
              <a:gd name="connsiteY10" fmla="*/ 0 h 1240800"/>
              <a:gd name="connsiteX11" fmla="*/ 5970136 w 8962098"/>
              <a:gd name="connsiteY11" fmla="*/ 0 h 1240800"/>
              <a:gd name="connsiteX12" fmla="*/ 6659528 w 8962098"/>
              <a:gd name="connsiteY12" fmla="*/ 0 h 1240800"/>
              <a:gd name="connsiteX13" fmla="*/ 7169678 w 8962098"/>
              <a:gd name="connsiteY13" fmla="*/ 0 h 1240800"/>
              <a:gd name="connsiteX14" fmla="*/ 7590208 w 8962098"/>
              <a:gd name="connsiteY14" fmla="*/ 0 h 1240800"/>
              <a:gd name="connsiteX15" fmla="*/ 8962098 w 8962098"/>
              <a:gd name="connsiteY15" fmla="*/ 0 h 1240800"/>
              <a:gd name="connsiteX16" fmla="*/ 8962098 w 8962098"/>
              <a:gd name="connsiteY16" fmla="*/ 607992 h 1240800"/>
              <a:gd name="connsiteX17" fmla="*/ 8962098 w 8962098"/>
              <a:gd name="connsiteY17" fmla="*/ 1240800 h 1240800"/>
              <a:gd name="connsiteX18" fmla="*/ 8541569 w 8962098"/>
              <a:gd name="connsiteY18" fmla="*/ 1240800 h 1240800"/>
              <a:gd name="connsiteX19" fmla="*/ 7672935 w 8962098"/>
              <a:gd name="connsiteY19" fmla="*/ 1240800 h 1240800"/>
              <a:gd name="connsiteX20" fmla="*/ 7252405 w 8962098"/>
              <a:gd name="connsiteY20" fmla="*/ 1240800 h 1240800"/>
              <a:gd name="connsiteX21" fmla="*/ 6473392 w 8962098"/>
              <a:gd name="connsiteY21" fmla="*/ 1240800 h 1240800"/>
              <a:gd name="connsiteX22" fmla="*/ 5784000 w 8962098"/>
              <a:gd name="connsiteY22" fmla="*/ 1240800 h 1240800"/>
              <a:gd name="connsiteX23" fmla="*/ 5094608 w 8962098"/>
              <a:gd name="connsiteY23" fmla="*/ 1240800 h 1240800"/>
              <a:gd name="connsiteX24" fmla="*/ 4494837 w 8962098"/>
              <a:gd name="connsiteY24" fmla="*/ 1240800 h 1240800"/>
              <a:gd name="connsiteX25" fmla="*/ 3715824 w 8962098"/>
              <a:gd name="connsiteY25" fmla="*/ 1240800 h 1240800"/>
              <a:gd name="connsiteX26" fmla="*/ 3116053 w 8962098"/>
              <a:gd name="connsiteY26" fmla="*/ 1240800 h 1240800"/>
              <a:gd name="connsiteX27" fmla="*/ 2337039 w 8962098"/>
              <a:gd name="connsiteY27" fmla="*/ 1240800 h 1240800"/>
              <a:gd name="connsiteX28" fmla="*/ 1826889 w 8962098"/>
              <a:gd name="connsiteY28" fmla="*/ 1240800 h 1240800"/>
              <a:gd name="connsiteX29" fmla="*/ 1316739 w 8962098"/>
              <a:gd name="connsiteY29" fmla="*/ 1240800 h 1240800"/>
              <a:gd name="connsiteX30" fmla="*/ 0 w 8962098"/>
              <a:gd name="connsiteY30" fmla="*/ 1240800 h 1240800"/>
              <a:gd name="connsiteX31" fmla="*/ 0 w 8962098"/>
              <a:gd name="connsiteY31" fmla="*/ 632808 h 1240800"/>
              <a:gd name="connsiteX32" fmla="*/ 0 w 8962098"/>
              <a:gd name="connsiteY32" fmla="*/ 0 h 124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962098" h="1240800" fill="none" extrusionOk="0">
                <a:moveTo>
                  <a:pt x="0" y="0"/>
                </a:moveTo>
                <a:cubicBezTo>
                  <a:pt x="106741" y="-5227"/>
                  <a:pt x="258086" y="10078"/>
                  <a:pt x="420529" y="0"/>
                </a:cubicBezTo>
                <a:cubicBezTo>
                  <a:pt x="582972" y="-10078"/>
                  <a:pt x="967967" y="-21079"/>
                  <a:pt x="1199542" y="0"/>
                </a:cubicBezTo>
                <a:cubicBezTo>
                  <a:pt x="1431117" y="21079"/>
                  <a:pt x="1447174" y="13280"/>
                  <a:pt x="1620072" y="0"/>
                </a:cubicBezTo>
                <a:cubicBezTo>
                  <a:pt x="1792970" y="-13280"/>
                  <a:pt x="1912007" y="-9074"/>
                  <a:pt x="2040601" y="0"/>
                </a:cubicBezTo>
                <a:cubicBezTo>
                  <a:pt x="2169195" y="9074"/>
                  <a:pt x="2355610" y="5328"/>
                  <a:pt x="2550751" y="0"/>
                </a:cubicBezTo>
                <a:cubicBezTo>
                  <a:pt x="2745892" y="-5328"/>
                  <a:pt x="3023206" y="11627"/>
                  <a:pt x="3150522" y="0"/>
                </a:cubicBezTo>
                <a:cubicBezTo>
                  <a:pt x="3277838" y="-11627"/>
                  <a:pt x="3395071" y="18199"/>
                  <a:pt x="3571051" y="0"/>
                </a:cubicBezTo>
                <a:cubicBezTo>
                  <a:pt x="3747031" y="-18199"/>
                  <a:pt x="3938407" y="1645"/>
                  <a:pt x="4170823" y="0"/>
                </a:cubicBezTo>
                <a:cubicBezTo>
                  <a:pt x="4403239" y="-1645"/>
                  <a:pt x="4510024" y="-11615"/>
                  <a:pt x="4770594" y="0"/>
                </a:cubicBezTo>
                <a:cubicBezTo>
                  <a:pt x="5031164" y="11615"/>
                  <a:pt x="5213144" y="33240"/>
                  <a:pt x="5549607" y="0"/>
                </a:cubicBezTo>
                <a:cubicBezTo>
                  <a:pt x="5886070" y="-33240"/>
                  <a:pt x="5800410" y="18316"/>
                  <a:pt x="5970136" y="0"/>
                </a:cubicBezTo>
                <a:cubicBezTo>
                  <a:pt x="6139862" y="-18316"/>
                  <a:pt x="6473823" y="-10920"/>
                  <a:pt x="6659528" y="0"/>
                </a:cubicBezTo>
                <a:cubicBezTo>
                  <a:pt x="6845233" y="10920"/>
                  <a:pt x="7065940" y="9149"/>
                  <a:pt x="7169678" y="0"/>
                </a:cubicBezTo>
                <a:cubicBezTo>
                  <a:pt x="7273416" y="-9149"/>
                  <a:pt x="7434842" y="-822"/>
                  <a:pt x="7590208" y="0"/>
                </a:cubicBezTo>
                <a:cubicBezTo>
                  <a:pt x="7745574" y="822"/>
                  <a:pt x="8285488" y="40359"/>
                  <a:pt x="8962098" y="0"/>
                </a:cubicBezTo>
                <a:cubicBezTo>
                  <a:pt x="8989611" y="219761"/>
                  <a:pt x="8936956" y="467180"/>
                  <a:pt x="8962098" y="607992"/>
                </a:cubicBezTo>
                <a:cubicBezTo>
                  <a:pt x="8987240" y="748804"/>
                  <a:pt x="8931447" y="971376"/>
                  <a:pt x="8962098" y="1240800"/>
                </a:cubicBezTo>
                <a:cubicBezTo>
                  <a:pt x="8773150" y="1226467"/>
                  <a:pt x="8713881" y="1220486"/>
                  <a:pt x="8541569" y="1240800"/>
                </a:cubicBezTo>
                <a:cubicBezTo>
                  <a:pt x="8369257" y="1261114"/>
                  <a:pt x="7946817" y="1270208"/>
                  <a:pt x="7672935" y="1240800"/>
                </a:cubicBezTo>
                <a:cubicBezTo>
                  <a:pt x="7399053" y="1211392"/>
                  <a:pt x="7433511" y="1230328"/>
                  <a:pt x="7252405" y="1240800"/>
                </a:cubicBezTo>
                <a:cubicBezTo>
                  <a:pt x="7071299" y="1251273"/>
                  <a:pt x="6730593" y="1253014"/>
                  <a:pt x="6473392" y="1240800"/>
                </a:cubicBezTo>
                <a:cubicBezTo>
                  <a:pt x="6216191" y="1228586"/>
                  <a:pt x="5928123" y="1207116"/>
                  <a:pt x="5784000" y="1240800"/>
                </a:cubicBezTo>
                <a:cubicBezTo>
                  <a:pt x="5639877" y="1274484"/>
                  <a:pt x="5290102" y="1235766"/>
                  <a:pt x="5094608" y="1240800"/>
                </a:cubicBezTo>
                <a:cubicBezTo>
                  <a:pt x="4899114" y="1245834"/>
                  <a:pt x="4646058" y="1232182"/>
                  <a:pt x="4494837" y="1240800"/>
                </a:cubicBezTo>
                <a:cubicBezTo>
                  <a:pt x="4343616" y="1249418"/>
                  <a:pt x="4071982" y="1256467"/>
                  <a:pt x="3715824" y="1240800"/>
                </a:cubicBezTo>
                <a:cubicBezTo>
                  <a:pt x="3359666" y="1225133"/>
                  <a:pt x="3269812" y="1269665"/>
                  <a:pt x="3116053" y="1240800"/>
                </a:cubicBezTo>
                <a:cubicBezTo>
                  <a:pt x="2962294" y="1211935"/>
                  <a:pt x="2501003" y="1225179"/>
                  <a:pt x="2337039" y="1240800"/>
                </a:cubicBezTo>
                <a:cubicBezTo>
                  <a:pt x="2173075" y="1256421"/>
                  <a:pt x="2078012" y="1264805"/>
                  <a:pt x="1826889" y="1240800"/>
                </a:cubicBezTo>
                <a:cubicBezTo>
                  <a:pt x="1575766" y="1216796"/>
                  <a:pt x="1566259" y="1251313"/>
                  <a:pt x="1316739" y="1240800"/>
                </a:cubicBezTo>
                <a:cubicBezTo>
                  <a:pt x="1067219" y="1230288"/>
                  <a:pt x="586745" y="1269632"/>
                  <a:pt x="0" y="1240800"/>
                </a:cubicBezTo>
                <a:cubicBezTo>
                  <a:pt x="8486" y="1055657"/>
                  <a:pt x="-18076" y="912424"/>
                  <a:pt x="0" y="632808"/>
                </a:cubicBezTo>
                <a:cubicBezTo>
                  <a:pt x="18076" y="353192"/>
                  <a:pt x="31168" y="148525"/>
                  <a:pt x="0" y="0"/>
                </a:cubicBezTo>
                <a:close/>
              </a:path>
              <a:path w="8962098" h="124080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0792" y="213289"/>
                  <a:pt x="8938131" y="388550"/>
                  <a:pt x="8962098" y="645216"/>
                </a:cubicBezTo>
                <a:cubicBezTo>
                  <a:pt x="8986065" y="901882"/>
                  <a:pt x="8940780" y="974395"/>
                  <a:pt x="8962098" y="1240800"/>
                </a:cubicBezTo>
                <a:cubicBezTo>
                  <a:pt x="8742154" y="1216146"/>
                  <a:pt x="8448095" y="1219204"/>
                  <a:pt x="8272706" y="1240800"/>
                </a:cubicBezTo>
                <a:cubicBezTo>
                  <a:pt x="8097317" y="1262396"/>
                  <a:pt x="7820885" y="1245261"/>
                  <a:pt x="7583314" y="1240800"/>
                </a:cubicBezTo>
                <a:cubicBezTo>
                  <a:pt x="7345743" y="1236339"/>
                  <a:pt x="7187503" y="1225903"/>
                  <a:pt x="6893922" y="1240800"/>
                </a:cubicBezTo>
                <a:cubicBezTo>
                  <a:pt x="6600341" y="1255697"/>
                  <a:pt x="6348884" y="1200645"/>
                  <a:pt x="6025287" y="1240800"/>
                </a:cubicBezTo>
                <a:cubicBezTo>
                  <a:pt x="5701690" y="1280955"/>
                  <a:pt x="5641903" y="1274629"/>
                  <a:pt x="5335895" y="1240800"/>
                </a:cubicBezTo>
                <a:cubicBezTo>
                  <a:pt x="5029887" y="1206971"/>
                  <a:pt x="4881389" y="1252265"/>
                  <a:pt x="4556882" y="1240800"/>
                </a:cubicBezTo>
                <a:cubicBezTo>
                  <a:pt x="4232375" y="1229335"/>
                  <a:pt x="4151239" y="1236459"/>
                  <a:pt x="3777869" y="1240800"/>
                </a:cubicBezTo>
                <a:cubicBezTo>
                  <a:pt x="3404499" y="1245141"/>
                  <a:pt x="3407727" y="1217734"/>
                  <a:pt x="3178098" y="1240800"/>
                </a:cubicBezTo>
                <a:cubicBezTo>
                  <a:pt x="2948469" y="1263866"/>
                  <a:pt x="2828812" y="1225871"/>
                  <a:pt x="2667948" y="1240800"/>
                </a:cubicBezTo>
                <a:cubicBezTo>
                  <a:pt x="2507084" y="1255730"/>
                  <a:pt x="2194447" y="1205326"/>
                  <a:pt x="1799314" y="1240800"/>
                </a:cubicBezTo>
                <a:cubicBezTo>
                  <a:pt x="1404181" y="1276274"/>
                  <a:pt x="1251049" y="1228781"/>
                  <a:pt x="1109921" y="1240800"/>
                </a:cubicBezTo>
                <a:cubicBezTo>
                  <a:pt x="968793" y="1252819"/>
                  <a:pt x="382880" y="1229404"/>
                  <a:pt x="0" y="1240800"/>
                </a:cubicBezTo>
                <a:cubicBezTo>
                  <a:pt x="6359" y="924411"/>
                  <a:pt x="-3989" y="766030"/>
                  <a:pt x="0" y="607992"/>
                </a:cubicBezTo>
                <a:cubicBezTo>
                  <a:pt x="3989" y="449954"/>
                  <a:pt x="-2524" y="22860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struct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foo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int	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eMESSAGE_TYP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float	 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uint64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_t	 d;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17FBC8-E352-49E3-BE05-1546567AEE0E}"/>
              </a:ext>
            </a:extLst>
          </p:cNvPr>
          <p:cNvSpPr/>
          <p:nvPr/>
        </p:nvSpPr>
        <p:spPr>
          <a:xfrm>
            <a:off x="1676415" y="2329121"/>
            <a:ext cx="8962098" cy="2453730"/>
          </a:xfrm>
          <a:custGeom>
            <a:avLst/>
            <a:gdLst>
              <a:gd name="connsiteX0" fmla="*/ 0 w 8962098"/>
              <a:gd name="connsiteY0" fmla="*/ 0 h 2453730"/>
              <a:gd name="connsiteX1" fmla="*/ 868634 w 8962098"/>
              <a:gd name="connsiteY1" fmla="*/ 0 h 2453730"/>
              <a:gd name="connsiteX2" fmla="*/ 1468405 w 8962098"/>
              <a:gd name="connsiteY2" fmla="*/ 0 h 2453730"/>
              <a:gd name="connsiteX3" fmla="*/ 1888935 w 8962098"/>
              <a:gd name="connsiteY3" fmla="*/ 0 h 2453730"/>
              <a:gd name="connsiteX4" fmla="*/ 2488706 w 8962098"/>
              <a:gd name="connsiteY4" fmla="*/ 0 h 2453730"/>
              <a:gd name="connsiteX5" fmla="*/ 3088477 w 8962098"/>
              <a:gd name="connsiteY5" fmla="*/ 0 h 2453730"/>
              <a:gd name="connsiteX6" fmla="*/ 3867490 w 8962098"/>
              <a:gd name="connsiteY6" fmla="*/ 0 h 2453730"/>
              <a:gd name="connsiteX7" fmla="*/ 4288019 w 8962098"/>
              <a:gd name="connsiteY7" fmla="*/ 0 h 2453730"/>
              <a:gd name="connsiteX8" fmla="*/ 4977411 w 8962098"/>
              <a:gd name="connsiteY8" fmla="*/ 0 h 2453730"/>
              <a:gd name="connsiteX9" fmla="*/ 5487562 w 8962098"/>
              <a:gd name="connsiteY9" fmla="*/ 0 h 2453730"/>
              <a:gd name="connsiteX10" fmla="*/ 5908091 w 8962098"/>
              <a:gd name="connsiteY10" fmla="*/ 0 h 2453730"/>
              <a:gd name="connsiteX11" fmla="*/ 6776725 w 8962098"/>
              <a:gd name="connsiteY11" fmla="*/ 0 h 2453730"/>
              <a:gd name="connsiteX12" fmla="*/ 7376496 w 8962098"/>
              <a:gd name="connsiteY12" fmla="*/ 0 h 2453730"/>
              <a:gd name="connsiteX13" fmla="*/ 8155509 w 8962098"/>
              <a:gd name="connsiteY13" fmla="*/ 0 h 2453730"/>
              <a:gd name="connsiteX14" fmla="*/ 8962098 w 8962098"/>
              <a:gd name="connsiteY14" fmla="*/ 0 h 2453730"/>
              <a:gd name="connsiteX15" fmla="*/ 8962098 w 8962098"/>
              <a:gd name="connsiteY15" fmla="*/ 564358 h 2453730"/>
              <a:gd name="connsiteX16" fmla="*/ 8962098 w 8962098"/>
              <a:gd name="connsiteY16" fmla="*/ 1153253 h 2453730"/>
              <a:gd name="connsiteX17" fmla="*/ 8962098 w 8962098"/>
              <a:gd name="connsiteY17" fmla="*/ 1717611 h 2453730"/>
              <a:gd name="connsiteX18" fmla="*/ 8962098 w 8962098"/>
              <a:gd name="connsiteY18" fmla="*/ 2453730 h 2453730"/>
              <a:gd name="connsiteX19" fmla="*/ 8362327 w 8962098"/>
              <a:gd name="connsiteY19" fmla="*/ 2453730 h 2453730"/>
              <a:gd name="connsiteX20" fmla="*/ 7762556 w 8962098"/>
              <a:gd name="connsiteY20" fmla="*/ 2453730 h 2453730"/>
              <a:gd name="connsiteX21" fmla="*/ 6983543 w 8962098"/>
              <a:gd name="connsiteY21" fmla="*/ 2453730 h 2453730"/>
              <a:gd name="connsiteX22" fmla="*/ 6383771 w 8962098"/>
              <a:gd name="connsiteY22" fmla="*/ 2453730 h 2453730"/>
              <a:gd name="connsiteX23" fmla="*/ 5604758 w 8962098"/>
              <a:gd name="connsiteY23" fmla="*/ 2453730 h 2453730"/>
              <a:gd name="connsiteX24" fmla="*/ 5094608 w 8962098"/>
              <a:gd name="connsiteY24" fmla="*/ 2453730 h 2453730"/>
              <a:gd name="connsiteX25" fmla="*/ 4584458 w 8962098"/>
              <a:gd name="connsiteY25" fmla="*/ 2453730 h 2453730"/>
              <a:gd name="connsiteX26" fmla="*/ 3805445 w 8962098"/>
              <a:gd name="connsiteY26" fmla="*/ 2453730 h 2453730"/>
              <a:gd name="connsiteX27" fmla="*/ 3205674 w 8962098"/>
              <a:gd name="connsiteY27" fmla="*/ 2453730 h 2453730"/>
              <a:gd name="connsiteX28" fmla="*/ 2516281 w 8962098"/>
              <a:gd name="connsiteY28" fmla="*/ 2453730 h 2453730"/>
              <a:gd name="connsiteX29" fmla="*/ 1916510 w 8962098"/>
              <a:gd name="connsiteY29" fmla="*/ 2453730 h 2453730"/>
              <a:gd name="connsiteX30" fmla="*/ 1495981 w 8962098"/>
              <a:gd name="connsiteY30" fmla="*/ 2453730 h 2453730"/>
              <a:gd name="connsiteX31" fmla="*/ 627347 w 8962098"/>
              <a:gd name="connsiteY31" fmla="*/ 2453730 h 2453730"/>
              <a:gd name="connsiteX32" fmla="*/ 0 w 8962098"/>
              <a:gd name="connsiteY32" fmla="*/ 2453730 h 2453730"/>
              <a:gd name="connsiteX33" fmla="*/ 0 w 8962098"/>
              <a:gd name="connsiteY33" fmla="*/ 1791223 h 2453730"/>
              <a:gd name="connsiteX34" fmla="*/ 0 w 8962098"/>
              <a:gd name="connsiteY34" fmla="*/ 1128716 h 2453730"/>
              <a:gd name="connsiteX35" fmla="*/ 0 w 8962098"/>
              <a:gd name="connsiteY35" fmla="*/ 0 h 245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453730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86843" y="211546"/>
                  <a:pt x="8934988" y="363856"/>
                  <a:pt x="8962098" y="564358"/>
                </a:cubicBezTo>
                <a:cubicBezTo>
                  <a:pt x="8989208" y="764860"/>
                  <a:pt x="8940554" y="971606"/>
                  <a:pt x="8962098" y="1153253"/>
                </a:cubicBezTo>
                <a:cubicBezTo>
                  <a:pt x="8983642" y="1334901"/>
                  <a:pt x="8969348" y="1602355"/>
                  <a:pt x="8962098" y="1717611"/>
                </a:cubicBezTo>
                <a:cubicBezTo>
                  <a:pt x="8954848" y="1832867"/>
                  <a:pt x="8972831" y="2212607"/>
                  <a:pt x="8962098" y="2453730"/>
                </a:cubicBezTo>
                <a:cubicBezTo>
                  <a:pt x="8687274" y="2466939"/>
                  <a:pt x="8494791" y="2452297"/>
                  <a:pt x="8362327" y="2453730"/>
                </a:cubicBezTo>
                <a:cubicBezTo>
                  <a:pt x="8229863" y="2455163"/>
                  <a:pt x="7913777" y="2445112"/>
                  <a:pt x="7762556" y="2453730"/>
                </a:cubicBezTo>
                <a:cubicBezTo>
                  <a:pt x="7611335" y="2462348"/>
                  <a:pt x="7339701" y="2469397"/>
                  <a:pt x="6983543" y="2453730"/>
                </a:cubicBezTo>
                <a:cubicBezTo>
                  <a:pt x="6627385" y="2438063"/>
                  <a:pt x="6543892" y="2424032"/>
                  <a:pt x="6383771" y="2453730"/>
                </a:cubicBezTo>
                <a:cubicBezTo>
                  <a:pt x="6223650" y="2483428"/>
                  <a:pt x="5764514" y="2434441"/>
                  <a:pt x="5604758" y="2453730"/>
                </a:cubicBezTo>
                <a:cubicBezTo>
                  <a:pt x="5445002" y="2473019"/>
                  <a:pt x="5345731" y="2477735"/>
                  <a:pt x="5094608" y="2453730"/>
                </a:cubicBezTo>
                <a:cubicBezTo>
                  <a:pt x="4843485" y="2429726"/>
                  <a:pt x="4833978" y="2464243"/>
                  <a:pt x="4584458" y="2453730"/>
                </a:cubicBezTo>
                <a:cubicBezTo>
                  <a:pt x="4334938" y="2443218"/>
                  <a:pt x="3996796" y="2421274"/>
                  <a:pt x="3805445" y="2453730"/>
                </a:cubicBezTo>
                <a:cubicBezTo>
                  <a:pt x="3614094" y="2486186"/>
                  <a:pt x="3362298" y="2446844"/>
                  <a:pt x="3205674" y="2453730"/>
                </a:cubicBezTo>
                <a:cubicBezTo>
                  <a:pt x="3049050" y="2460616"/>
                  <a:pt x="2714112" y="2436886"/>
                  <a:pt x="2516281" y="2453730"/>
                </a:cubicBezTo>
                <a:cubicBezTo>
                  <a:pt x="2318450" y="2470574"/>
                  <a:pt x="2190500" y="2451457"/>
                  <a:pt x="1916510" y="2453730"/>
                </a:cubicBezTo>
                <a:cubicBezTo>
                  <a:pt x="1642520" y="2456003"/>
                  <a:pt x="1631050" y="2444207"/>
                  <a:pt x="1495981" y="2453730"/>
                </a:cubicBezTo>
                <a:cubicBezTo>
                  <a:pt x="1360912" y="2463253"/>
                  <a:pt x="904943" y="2446406"/>
                  <a:pt x="627347" y="2453730"/>
                </a:cubicBezTo>
                <a:cubicBezTo>
                  <a:pt x="349751" y="2461054"/>
                  <a:pt x="215136" y="2452501"/>
                  <a:pt x="0" y="2453730"/>
                </a:cubicBezTo>
                <a:cubicBezTo>
                  <a:pt x="31024" y="2294650"/>
                  <a:pt x="-22397" y="2096391"/>
                  <a:pt x="0" y="1791223"/>
                </a:cubicBezTo>
                <a:cubicBezTo>
                  <a:pt x="22397" y="1486055"/>
                  <a:pt x="33001" y="1283435"/>
                  <a:pt x="0" y="1128716"/>
                </a:cubicBezTo>
                <a:cubicBezTo>
                  <a:pt x="-33001" y="973997"/>
                  <a:pt x="-40960" y="274999"/>
                  <a:pt x="0" y="0"/>
                </a:cubicBezTo>
                <a:close/>
              </a:path>
              <a:path w="8962098" h="2453730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4707" y="210520"/>
                  <a:pt x="8941371" y="494754"/>
                  <a:pt x="8962098" y="662507"/>
                </a:cubicBezTo>
                <a:cubicBezTo>
                  <a:pt x="8982825" y="830260"/>
                  <a:pt x="8948366" y="1149774"/>
                  <a:pt x="8962098" y="1300477"/>
                </a:cubicBezTo>
                <a:cubicBezTo>
                  <a:pt x="8975831" y="1451180"/>
                  <a:pt x="8942892" y="1668539"/>
                  <a:pt x="8962098" y="1913909"/>
                </a:cubicBezTo>
                <a:cubicBezTo>
                  <a:pt x="8981304" y="2159279"/>
                  <a:pt x="8950861" y="2331282"/>
                  <a:pt x="8962098" y="2453730"/>
                </a:cubicBezTo>
                <a:cubicBezTo>
                  <a:pt x="8798611" y="2462366"/>
                  <a:pt x="8595103" y="2449974"/>
                  <a:pt x="8451948" y="2453730"/>
                </a:cubicBezTo>
                <a:cubicBezTo>
                  <a:pt x="8308793" y="2457487"/>
                  <a:pt x="7904099" y="2411469"/>
                  <a:pt x="7583314" y="2453730"/>
                </a:cubicBezTo>
                <a:cubicBezTo>
                  <a:pt x="7262529" y="2495991"/>
                  <a:pt x="7199930" y="2487559"/>
                  <a:pt x="6893922" y="2453730"/>
                </a:cubicBezTo>
                <a:cubicBezTo>
                  <a:pt x="6587914" y="2419901"/>
                  <a:pt x="6441786" y="2470084"/>
                  <a:pt x="6114908" y="2453730"/>
                </a:cubicBezTo>
                <a:cubicBezTo>
                  <a:pt x="5788030" y="2437376"/>
                  <a:pt x="5709265" y="2449389"/>
                  <a:pt x="5335895" y="2453730"/>
                </a:cubicBezTo>
                <a:cubicBezTo>
                  <a:pt x="4962525" y="2458071"/>
                  <a:pt x="4965753" y="2430664"/>
                  <a:pt x="4736124" y="2453730"/>
                </a:cubicBezTo>
                <a:cubicBezTo>
                  <a:pt x="4506495" y="2476796"/>
                  <a:pt x="4386838" y="2438801"/>
                  <a:pt x="4225974" y="2453730"/>
                </a:cubicBezTo>
                <a:cubicBezTo>
                  <a:pt x="4065110" y="2468660"/>
                  <a:pt x="3752473" y="2418256"/>
                  <a:pt x="3357340" y="2453730"/>
                </a:cubicBezTo>
                <a:cubicBezTo>
                  <a:pt x="2962207" y="2489204"/>
                  <a:pt x="3011953" y="2439277"/>
                  <a:pt x="2667948" y="2453730"/>
                </a:cubicBezTo>
                <a:cubicBezTo>
                  <a:pt x="2323943" y="2468183"/>
                  <a:pt x="2047871" y="2440543"/>
                  <a:pt x="1799314" y="2453730"/>
                </a:cubicBezTo>
                <a:cubicBezTo>
                  <a:pt x="1550757" y="2466917"/>
                  <a:pt x="1180727" y="2445005"/>
                  <a:pt x="1020300" y="2453730"/>
                </a:cubicBezTo>
                <a:cubicBezTo>
                  <a:pt x="859873" y="2462455"/>
                  <a:pt x="498026" y="2503776"/>
                  <a:pt x="0" y="2453730"/>
                </a:cubicBezTo>
                <a:cubicBezTo>
                  <a:pt x="-582" y="2186076"/>
                  <a:pt x="18203" y="2110547"/>
                  <a:pt x="0" y="1840298"/>
                </a:cubicBezTo>
                <a:cubicBezTo>
                  <a:pt x="-18203" y="1570049"/>
                  <a:pt x="-479" y="1520640"/>
                  <a:pt x="0" y="1300477"/>
                </a:cubicBezTo>
                <a:cubicBezTo>
                  <a:pt x="479" y="1080314"/>
                  <a:pt x="17763" y="873432"/>
                  <a:pt x="0" y="736119"/>
                </a:cubicBezTo>
                <a:cubicBezTo>
                  <a:pt x="-17763" y="598806"/>
                  <a:pt x="33405" y="27586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1000 byte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의 버퍼를 할당받는다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foo x;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x.a =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sizeof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(foo);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x.b = eMESSAGE_TYPE::TEST;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x.c = 1.0f;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x.d = 100;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struct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사용해서 한번에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한다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buf_temp = alloc_shared_buffer(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sizeof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(foo));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buf_temp.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append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&lt;foo&gt;(x);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…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struct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를 사용해서 한번에 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extarct</a:t>
            </a:r>
            <a:r>
              <a:rPr lang="ko-KR" altLang="en-US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할수 있다</a:t>
            </a:r>
            <a:r>
              <a:rPr lang="en-US" altLang="ko-KR" sz="1000" b="1">
                <a:solidFill>
                  <a:srgbClr val="00B05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auto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 = buf_templextract&lt;foo&gt;();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E50EA0-3CD3-42CE-835D-338C4931A2A6}"/>
              </a:ext>
            </a:extLst>
          </p:cNvPr>
          <p:cNvSpPr txBox="1"/>
          <p:nvPr/>
        </p:nvSpPr>
        <p:spPr>
          <a:xfrm>
            <a:off x="1416050" y="5243836"/>
            <a:ext cx="7708900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간단하네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char, int, float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같은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기본형 데이터만 구성된 경우에만 사용가능하다는 한계가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7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buffer 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사용예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A16997-D313-4B1E-BE06-4568E11703F6}"/>
              </a:ext>
            </a:extLst>
          </p:cNvPr>
          <p:cNvSpPr/>
          <p:nvPr/>
        </p:nvSpPr>
        <p:spPr>
          <a:xfrm>
            <a:off x="1676415" y="1001940"/>
            <a:ext cx="8962098" cy="1838177"/>
          </a:xfrm>
          <a:custGeom>
            <a:avLst/>
            <a:gdLst>
              <a:gd name="connsiteX0" fmla="*/ 0 w 8962098"/>
              <a:gd name="connsiteY0" fmla="*/ 0 h 1838177"/>
              <a:gd name="connsiteX1" fmla="*/ 510150 w 8962098"/>
              <a:gd name="connsiteY1" fmla="*/ 0 h 1838177"/>
              <a:gd name="connsiteX2" fmla="*/ 930679 w 8962098"/>
              <a:gd name="connsiteY2" fmla="*/ 0 h 1838177"/>
              <a:gd name="connsiteX3" fmla="*/ 1440830 w 8962098"/>
              <a:gd name="connsiteY3" fmla="*/ 0 h 1838177"/>
              <a:gd name="connsiteX4" fmla="*/ 2040601 w 8962098"/>
              <a:gd name="connsiteY4" fmla="*/ 0 h 1838177"/>
              <a:gd name="connsiteX5" fmla="*/ 2461130 w 8962098"/>
              <a:gd name="connsiteY5" fmla="*/ 0 h 1838177"/>
              <a:gd name="connsiteX6" fmla="*/ 3060901 w 8962098"/>
              <a:gd name="connsiteY6" fmla="*/ 0 h 1838177"/>
              <a:gd name="connsiteX7" fmla="*/ 3660672 w 8962098"/>
              <a:gd name="connsiteY7" fmla="*/ 0 h 1838177"/>
              <a:gd name="connsiteX8" fmla="*/ 4439685 w 8962098"/>
              <a:gd name="connsiteY8" fmla="*/ 0 h 1838177"/>
              <a:gd name="connsiteX9" fmla="*/ 4860215 w 8962098"/>
              <a:gd name="connsiteY9" fmla="*/ 0 h 1838177"/>
              <a:gd name="connsiteX10" fmla="*/ 5549607 w 8962098"/>
              <a:gd name="connsiteY10" fmla="*/ 0 h 1838177"/>
              <a:gd name="connsiteX11" fmla="*/ 6059757 w 8962098"/>
              <a:gd name="connsiteY11" fmla="*/ 0 h 1838177"/>
              <a:gd name="connsiteX12" fmla="*/ 6480286 w 8962098"/>
              <a:gd name="connsiteY12" fmla="*/ 0 h 1838177"/>
              <a:gd name="connsiteX13" fmla="*/ 7348920 w 8962098"/>
              <a:gd name="connsiteY13" fmla="*/ 0 h 1838177"/>
              <a:gd name="connsiteX14" fmla="*/ 7948692 w 8962098"/>
              <a:gd name="connsiteY14" fmla="*/ 0 h 1838177"/>
              <a:gd name="connsiteX15" fmla="*/ 8962098 w 8962098"/>
              <a:gd name="connsiteY15" fmla="*/ 0 h 1838177"/>
              <a:gd name="connsiteX16" fmla="*/ 8962098 w 8962098"/>
              <a:gd name="connsiteY16" fmla="*/ 612726 h 1838177"/>
              <a:gd name="connsiteX17" fmla="*/ 8962098 w 8962098"/>
              <a:gd name="connsiteY17" fmla="*/ 1225451 h 1838177"/>
              <a:gd name="connsiteX18" fmla="*/ 8962098 w 8962098"/>
              <a:gd name="connsiteY18" fmla="*/ 1838177 h 1838177"/>
              <a:gd name="connsiteX19" fmla="*/ 8451948 w 8962098"/>
              <a:gd name="connsiteY19" fmla="*/ 1838177 h 1838177"/>
              <a:gd name="connsiteX20" fmla="*/ 7762556 w 8962098"/>
              <a:gd name="connsiteY20" fmla="*/ 1838177 h 1838177"/>
              <a:gd name="connsiteX21" fmla="*/ 7073163 w 8962098"/>
              <a:gd name="connsiteY21" fmla="*/ 1838177 h 1838177"/>
              <a:gd name="connsiteX22" fmla="*/ 6473392 w 8962098"/>
              <a:gd name="connsiteY22" fmla="*/ 1838177 h 1838177"/>
              <a:gd name="connsiteX23" fmla="*/ 5694379 w 8962098"/>
              <a:gd name="connsiteY23" fmla="*/ 1838177 h 1838177"/>
              <a:gd name="connsiteX24" fmla="*/ 5094608 w 8962098"/>
              <a:gd name="connsiteY24" fmla="*/ 1838177 h 1838177"/>
              <a:gd name="connsiteX25" fmla="*/ 4315595 w 8962098"/>
              <a:gd name="connsiteY25" fmla="*/ 1838177 h 1838177"/>
              <a:gd name="connsiteX26" fmla="*/ 3805445 w 8962098"/>
              <a:gd name="connsiteY26" fmla="*/ 1838177 h 1838177"/>
              <a:gd name="connsiteX27" fmla="*/ 3295294 w 8962098"/>
              <a:gd name="connsiteY27" fmla="*/ 1838177 h 1838177"/>
              <a:gd name="connsiteX28" fmla="*/ 2516281 w 8962098"/>
              <a:gd name="connsiteY28" fmla="*/ 1838177 h 1838177"/>
              <a:gd name="connsiteX29" fmla="*/ 1916510 w 8962098"/>
              <a:gd name="connsiteY29" fmla="*/ 1838177 h 1838177"/>
              <a:gd name="connsiteX30" fmla="*/ 1227118 w 8962098"/>
              <a:gd name="connsiteY30" fmla="*/ 1838177 h 1838177"/>
              <a:gd name="connsiteX31" fmla="*/ 627347 w 8962098"/>
              <a:gd name="connsiteY31" fmla="*/ 1838177 h 1838177"/>
              <a:gd name="connsiteX32" fmla="*/ 0 w 8962098"/>
              <a:gd name="connsiteY32" fmla="*/ 1838177 h 1838177"/>
              <a:gd name="connsiteX33" fmla="*/ 0 w 8962098"/>
              <a:gd name="connsiteY33" fmla="*/ 1188688 h 1838177"/>
              <a:gd name="connsiteX34" fmla="*/ 0 w 8962098"/>
              <a:gd name="connsiteY34" fmla="*/ 631107 h 1838177"/>
              <a:gd name="connsiteX35" fmla="*/ 0 w 8962098"/>
              <a:gd name="connsiteY35" fmla="*/ 0 h 1838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838177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4346" y="152990"/>
                  <a:pt x="8953502" y="334197"/>
                  <a:pt x="8962098" y="612726"/>
                </a:cubicBezTo>
                <a:cubicBezTo>
                  <a:pt x="8970694" y="891255"/>
                  <a:pt x="8957489" y="1000157"/>
                  <a:pt x="8962098" y="1225451"/>
                </a:cubicBezTo>
                <a:cubicBezTo>
                  <a:pt x="8966707" y="1450746"/>
                  <a:pt x="8991988" y="1698033"/>
                  <a:pt x="8962098" y="1838177"/>
                </a:cubicBezTo>
                <a:cubicBezTo>
                  <a:pt x="8768339" y="1839315"/>
                  <a:pt x="8635883" y="1840952"/>
                  <a:pt x="8451948" y="1838177"/>
                </a:cubicBezTo>
                <a:cubicBezTo>
                  <a:pt x="8268013" y="1835403"/>
                  <a:pt x="7906679" y="1804493"/>
                  <a:pt x="7762556" y="1838177"/>
                </a:cubicBezTo>
                <a:cubicBezTo>
                  <a:pt x="7618433" y="1871861"/>
                  <a:pt x="7274105" y="1837282"/>
                  <a:pt x="7073163" y="1838177"/>
                </a:cubicBezTo>
                <a:cubicBezTo>
                  <a:pt x="6872221" y="1839072"/>
                  <a:pt x="6624613" y="1829559"/>
                  <a:pt x="6473392" y="1838177"/>
                </a:cubicBezTo>
                <a:cubicBezTo>
                  <a:pt x="6322171" y="1846795"/>
                  <a:pt x="6050537" y="1853844"/>
                  <a:pt x="5694379" y="1838177"/>
                </a:cubicBezTo>
                <a:cubicBezTo>
                  <a:pt x="5338221" y="1822510"/>
                  <a:pt x="5248367" y="1867042"/>
                  <a:pt x="5094608" y="1838177"/>
                </a:cubicBezTo>
                <a:cubicBezTo>
                  <a:pt x="4940849" y="1809312"/>
                  <a:pt x="4475351" y="1818888"/>
                  <a:pt x="4315595" y="1838177"/>
                </a:cubicBezTo>
                <a:cubicBezTo>
                  <a:pt x="4155839" y="1857466"/>
                  <a:pt x="4056568" y="1862182"/>
                  <a:pt x="3805445" y="1838177"/>
                </a:cubicBezTo>
                <a:cubicBezTo>
                  <a:pt x="3554322" y="1814173"/>
                  <a:pt x="3547939" y="1849663"/>
                  <a:pt x="3295294" y="1838177"/>
                </a:cubicBezTo>
                <a:cubicBezTo>
                  <a:pt x="3042649" y="1826691"/>
                  <a:pt x="2707632" y="1805721"/>
                  <a:pt x="2516281" y="1838177"/>
                </a:cubicBezTo>
                <a:cubicBezTo>
                  <a:pt x="2324930" y="1870633"/>
                  <a:pt x="2073134" y="1831291"/>
                  <a:pt x="1916510" y="1838177"/>
                </a:cubicBezTo>
                <a:cubicBezTo>
                  <a:pt x="1759886" y="1845063"/>
                  <a:pt x="1421649" y="1816883"/>
                  <a:pt x="1227118" y="1838177"/>
                </a:cubicBezTo>
                <a:cubicBezTo>
                  <a:pt x="1032587" y="1859471"/>
                  <a:pt x="901337" y="1835904"/>
                  <a:pt x="627347" y="1838177"/>
                </a:cubicBezTo>
                <a:cubicBezTo>
                  <a:pt x="353357" y="1840450"/>
                  <a:pt x="301530" y="1851788"/>
                  <a:pt x="0" y="1838177"/>
                </a:cubicBezTo>
                <a:cubicBezTo>
                  <a:pt x="-23103" y="1607537"/>
                  <a:pt x="-1959" y="1421760"/>
                  <a:pt x="0" y="1188688"/>
                </a:cubicBezTo>
                <a:cubicBezTo>
                  <a:pt x="1959" y="955616"/>
                  <a:pt x="3731" y="805366"/>
                  <a:pt x="0" y="631107"/>
                </a:cubicBezTo>
                <a:cubicBezTo>
                  <a:pt x="-3731" y="456848"/>
                  <a:pt x="31380" y="257430"/>
                  <a:pt x="0" y="0"/>
                </a:cubicBezTo>
                <a:close/>
              </a:path>
              <a:path w="8962098" h="1838177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0204" y="185790"/>
                  <a:pt x="8956463" y="343141"/>
                  <a:pt x="8962098" y="649489"/>
                </a:cubicBezTo>
                <a:cubicBezTo>
                  <a:pt x="8967733" y="955837"/>
                  <a:pt x="8957298" y="1098120"/>
                  <a:pt x="8962098" y="1280597"/>
                </a:cubicBezTo>
                <a:cubicBezTo>
                  <a:pt x="8966898" y="1463074"/>
                  <a:pt x="8969140" y="1562470"/>
                  <a:pt x="8962098" y="1838177"/>
                </a:cubicBezTo>
                <a:cubicBezTo>
                  <a:pt x="8796241" y="1849761"/>
                  <a:pt x="8685247" y="1840286"/>
                  <a:pt x="8541569" y="1838177"/>
                </a:cubicBezTo>
                <a:cubicBezTo>
                  <a:pt x="8397891" y="1836068"/>
                  <a:pt x="8145758" y="1823280"/>
                  <a:pt x="7852177" y="1838177"/>
                </a:cubicBezTo>
                <a:cubicBezTo>
                  <a:pt x="7558596" y="1853074"/>
                  <a:pt x="7304328" y="1795916"/>
                  <a:pt x="6983543" y="1838177"/>
                </a:cubicBezTo>
                <a:cubicBezTo>
                  <a:pt x="6662758" y="1880438"/>
                  <a:pt x="6600854" y="1803998"/>
                  <a:pt x="6294150" y="1838177"/>
                </a:cubicBezTo>
                <a:cubicBezTo>
                  <a:pt x="5987446" y="1872356"/>
                  <a:pt x="5839644" y="1849642"/>
                  <a:pt x="5515137" y="1838177"/>
                </a:cubicBezTo>
                <a:cubicBezTo>
                  <a:pt x="5190630" y="1826712"/>
                  <a:pt x="5109494" y="1833836"/>
                  <a:pt x="4736124" y="1838177"/>
                </a:cubicBezTo>
                <a:cubicBezTo>
                  <a:pt x="4362754" y="1842518"/>
                  <a:pt x="4365982" y="1815111"/>
                  <a:pt x="4136353" y="1838177"/>
                </a:cubicBezTo>
                <a:cubicBezTo>
                  <a:pt x="3906724" y="1861243"/>
                  <a:pt x="3787067" y="1823248"/>
                  <a:pt x="3626203" y="1838177"/>
                </a:cubicBezTo>
                <a:cubicBezTo>
                  <a:pt x="3465339" y="1853107"/>
                  <a:pt x="3152702" y="1802703"/>
                  <a:pt x="2757569" y="1838177"/>
                </a:cubicBezTo>
                <a:cubicBezTo>
                  <a:pt x="2362436" y="1873651"/>
                  <a:pt x="2209304" y="1826158"/>
                  <a:pt x="2068176" y="1838177"/>
                </a:cubicBezTo>
                <a:cubicBezTo>
                  <a:pt x="1927048" y="1850196"/>
                  <a:pt x="1448099" y="1824990"/>
                  <a:pt x="1199542" y="1838177"/>
                </a:cubicBezTo>
                <a:cubicBezTo>
                  <a:pt x="950985" y="1851364"/>
                  <a:pt x="527239" y="1787802"/>
                  <a:pt x="0" y="1838177"/>
                </a:cubicBezTo>
                <a:cubicBezTo>
                  <a:pt x="-16936" y="1649704"/>
                  <a:pt x="-17425" y="1502707"/>
                  <a:pt x="0" y="1262215"/>
                </a:cubicBezTo>
                <a:cubicBezTo>
                  <a:pt x="17425" y="1021723"/>
                  <a:pt x="-26562" y="896948"/>
                  <a:pt x="0" y="704635"/>
                </a:cubicBezTo>
                <a:cubicBezTo>
                  <a:pt x="26562" y="512322"/>
                  <a:pt x="4865" y="29227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DATA</a:t>
            </a:r>
            <a:r>
              <a:rPr lang="ko-KR" altLang="en-US" sz="1000">
                <a:solidFill>
                  <a:srgbClr val="00B050"/>
                </a:solidFill>
              </a:rPr>
              <a:t>형 변수 </a:t>
            </a:r>
            <a:r>
              <a:rPr lang="en-US" altLang="ko-KR" sz="1000">
                <a:solidFill>
                  <a:srgbClr val="00B050"/>
                </a:solidFill>
              </a:rPr>
              <a:t>s1</a:t>
            </a:r>
          </a:p>
          <a:p>
            <a:r>
              <a:rPr lang="en-US" altLang="ko-KR" sz="1000"/>
              <a:t>foo s1{ 1, eMESSAGE_TYPE::A, 1.0f, 100 };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bar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*1) buf</a:t>
            </a:r>
            <a:r>
              <a:rPr lang="ko-KR" altLang="en-US" sz="1000">
                <a:solidFill>
                  <a:srgbClr val="00B050"/>
                </a:solidFill>
              </a:rPr>
              <a:t>에 </a:t>
            </a:r>
            <a:r>
              <a:rPr lang="en-US" altLang="ko-KR" sz="1000">
                <a:solidFill>
                  <a:srgbClr val="00B050"/>
                </a:solidFill>
              </a:rPr>
              <a:t>DATA</a:t>
            </a:r>
            <a:r>
              <a:rPr lang="ko-KR" altLang="en-US" sz="1000">
                <a:solidFill>
                  <a:srgbClr val="00B050"/>
                </a:solidFill>
              </a:rPr>
              <a:t>형 변수 </a:t>
            </a:r>
            <a:r>
              <a:rPr lang="en-US" altLang="ko-KR" sz="1000">
                <a:solidFill>
                  <a:srgbClr val="00B050"/>
                </a:solidFill>
              </a:rPr>
              <a:t>s1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bar.append(s1);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bar</a:t>
            </a:r>
            <a:r>
              <a:rPr lang="ko-KR" altLang="en-US" sz="1000">
                <a:solidFill>
                  <a:srgbClr val="00B050"/>
                </a:solidFill>
              </a:rPr>
              <a:t>의 </a:t>
            </a:r>
            <a:r>
              <a:rPr lang="en-US" altLang="ko-KR" sz="1000">
                <a:solidFill>
                  <a:srgbClr val="00B050"/>
                </a:solidFill>
              </a:rPr>
              <a:t>size_</a:t>
            </a:r>
            <a:r>
              <a:rPr lang="ko-KR" altLang="en-US" sz="1000">
                <a:solidFill>
                  <a:srgbClr val="00B050"/>
                </a:solidFill>
              </a:rPr>
              <a:t>값을 출력한다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"size_: " &lt;&lt; bar.size() &lt;&lt; '\n';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F0EF6-771B-4840-A5A6-730DBED17411}"/>
              </a:ext>
            </a:extLst>
          </p:cNvPr>
          <p:cNvSpPr txBox="1"/>
          <p:nvPr/>
        </p:nvSpPr>
        <p:spPr>
          <a:xfrm>
            <a:off x="1406525" y="4497388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결과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1401927-1FEE-4634-9E3D-AA1BC36F3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15" y="4823631"/>
            <a:ext cx="4171950" cy="6667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AF900D-007F-4975-8C32-9EF0A1700CCD}"/>
              </a:ext>
            </a:extLst>
          </p:cNvPr>
          <p:cNvSpPr/>
          <p:nvPr/>
        </p:nvSpPr>
        <p:spPr>
          <a:xfrm>
            <a:off x="1676415" y="2928910"/>
            <a:ext cx="8962098" cy="1530401"/>
          </a:xfrm>
          <a:custGeom>
            <a:avLst/>
            <a:gdLst>
              <a:gd name="connsiteX0" fmla="*/ 0 w 8962098"/>
              <a:gd name="connsiteY0" fmla="*/ 0 h 1530401"/>
              <a:gd name="connsiteX1" fmla="*/ 510150 w 8962098"/>
              <a:gd name="connsiteY1" fmla="*/ 0 h 1530401"/>
              <a:gd name="connsiteX2" fmla="*/ 930679 w 8962098"/>
              <a:gd name="connsiteY2" fmla="*/ 0 h 1530401"/>
              <a:gd name="connsiteX3" fmla="*/ 1440830 w 8962098"/>
              <a:gd name="connsiteY3" fmla="*/ 0 h 1530401"/>
              <a:gd name="connsiteX4" fmla="*/ 2040601 w 8962098"/>
              <a:gd name="connsiteY4" fmla="*/ 0 h 1530401"/>
              <a:gd name="connsiteX5" fmla="*/ 2461130 w 8962098"/>
              <a:gd name="connsiteY5" fmla="*/ 0 h 1530401"/>
              <a:gd name="connsiteX6" fmla="*/ 3060901 w 8962098"/>
              <a:gd name="connsiteY6" fmla="*/ 0 h 1530401"/>
              <a:gd name="connsiteX7" fmla="*/ 3660672 w 8962098"/>
              <a:gd name="connsiteY7" fmla="*/ 0 h 1530401"/>
              <a:gd name="connsiteX8" fmla="*/ 4439685 w 8962098"/>
              <a:gd name="connsiteY8" fmla="*/ 0 h 1530401"/>
              <a:gd name="connsiteX9" fmla="*/ 4860215 w 8962098"/>
              <a:gd name="connsiteY9" fmla="*/ 0 h 1530401"/>
              <a:gd name="connsiteX10" fmla="*/ 5549607 w 8962098"/>
              <a:gd name="connsiteY10" fmla="*/ 0 h 1530401"/>
              <a:gd name="connsiteX11" fmla="*/ 6059757 w 8962098"/>
              <a:gd name="connsiteY11" fmla="*/ 0 h 1530401"/>
              <a:gd name="connsiteX12" fmla="*/ 6480286 w 8962098"/>
              <a:gd name="connsiteY12" fmla="*/ 0 h 1530401"/>
              <a:gd name="connsiteX13" fmla="*/ 7348920 w 8962098"/>
              <a:gd name="connsiteY13" fmla="*/ 0 h 1530401"/>
              <a:gd name="connsiteX14" fmla="*/ 7948692 w 8962098"/>
              <a:gd name="connsiteY14" fmla="*/ 0 h 1530401"/>
              <a:gd name="connsiteX15" fmla="*/ 8962098 w 8962098"/>
              <a:gd name="connsiteY15" fmla="*/ 0 h 1530401"/>
              <a:gd name="connsiteX16" fmla="*/ 8962098 w 8962098"/>
              <a:gd name="connsiteY16" fmla="*/ 510134 h 1530401"/>
              <a:gd name="connsiteX17" fmla="*/ 8962098 w 8962098"/>
              <a:gd name="connsiteY17" fmla="*/ 1020267 h 1530401"/>
              <a:gd name="connsiteX18" fmla="*/ 8962098 w 8962098"/>
              <a:gd name="connsiteY18" fmla="*/ 1530401 h 1530401"/>
              <a:gd name="connsiteX19" fmla="*/ 8451948 w 8962098"/>
              <a:gd name="connsiteY19" fmla="*/ 1530401 h 1530401"/>
              <a:gd name="connsiteX20" fmla="*/ 7762556 w 8962098"/>
              <a:gd name="connsiteY20" fmla="*/ 1530401 h 1530401"/>
              <a:gd name="connsiteX21" fmla="*/ 7073163 w 8962098"/>
              <a:gd name="connsiteY21" fmla="*/ 1530401 h 1530401"/>
              <a:gd name="connsiteX22" fmla="*/ 6473392 w 8962098"/>
              <a:gd name="connsiteY22" fmla="*/ 1530401 h 1530401"/>
              <a:gd name="connsiteX23" fmla="*/ 5694379 w 8962098"/>
              <a:gd name="connsiteY23" fmla="*/ 1530401 h 1530401"/>
              <a:gd name="connsiteX24" fmla="*/ 5094608 w 8962098"/>
              <a:gd name="connsiteY24" fmla="*/ 1530401 h 1530401"/>
              <a:gd name="connsiteX25" fmla="*/ 4315595 w 8962098"/>
              <a:gd name="connsiteY25" fmla="*/ 1530401 h 1530401"/>
              <a:gd name="connsiteX26" fmla="*/ 3805445 w 8962098"/>
              <a:gd name="connsiteY26" fmla="*/ 1530401 h 1530401"/>
              <a:gd name="connsiteX27" fmla="*/ 3295294 w 8962098"/>
              <a:gd name="connsiteY27" fmla="*/ 1530401 h 1530401"/>
              <a:gd name="connsiteX28" fmla="*/ 2516281 w 8962098"/>
              <a:gd name="connsiteY28" fmla="*/ 1530401 h 1530401"/>
              <a:gd name="connsiteX29" fmla="*/ 1916510 w 8962098"/>
              <a:gd name="connsiteY29" fmla="*/ 1530401 h 1530401"/>
              <a:gd name="connsiteX30" fmla="*/ 1227118 w 8962098"/>
              <a:gd name="connsiteY30" fmla="*/ 1530401 h 1530401"/>
              <a:gd name="connsiteX31" fmla="*/ 627347 w 8962098"/>
              <a:gd name="connsiteY31" fmla="*/ 1530401 h 1530401"/>
              <a:gd name="connsiteX32" fmla="*/ 0 w 8962098"/>
              <a:gd name="connsiteY32" fmla="*/ 1530401 h 1530401"/>
              <a:gd name="connsiteX33" fmla="*/ 0 w 8962098"/>
              <a:gd name="connsiteY33" fmla="*/ 989659 h 1530401"/>
              <a:gd name="connsiteX34" fmla="*/ 0 w 8962098"/>
              <a:gd name="connsiteY34" fmla="*/ 525438 h 1530401"/>
              <a:gd name="connsiteX35" fmla="*/ 0 w 8962098"/>
              <a:gd name="connsiteY35" fmla="*/ 0 h 1530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30401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5404" y="219637"/>
                  <a:pt x="8945085" y="323754"/>
                  <a:pt x="8962098" y="510134"/>
                </a:cubicBezTo>
                <a:cubicBezTo>
                  <a:pt x="8979111" y="696514"/>
                  <a:pt x="8969624" y="804497"/>
                  <a:pt x="8962098" y="1020267"/>
                </a:cubicBezTo>
                <a:cubicBezTo>
                  <a:pt x="8954572" y="1236037"/>
                  <a:pt x="8940599" y="1412905"/>
                  <a:pt x="8962098" y="1530401"/>
                </a:cubicBezTo>
                <a:cubicBezTo>
                  <a:pt x="8768339" y="1531539"/>
                  <a:pt x="8635883" y="1533176"/>
                  <a:pt x="8451948" y="1530401"/>
                </a:cubicBezTo>
                <a:cubicBezTo>
                  <a:pt x="8268013" y="1527627"/>
                  <a:pt x="7906679" y="1496717"/>
                  <a:pt x="7762556" y="1530401"/>
                </a:cubicBezTo>
                <a:cubicBezTo>
                  <a:pt x="7618433" y="1564085"/>
                  <a:pt x="7274105" y="1529506"/>
                  <a:pt x="7073163" y="1530401"/>
                </a:cubicBezTo>
                <a:cubicBezTo>
                  <a:pt x="6872221" y="1531296"/>
                  <a:pt x="6624613" y="1521783"/>
                  <a:pt x="6473392" y="1530401"/>
                </a:cubicBezTo>
                <a:cubicBezTo>
                  <a:pt x="6322171" y="1539019"/>
                  <a:pt x="6050537" y="1546068"/>
                  <a:pt x="5694379" y="1530401"/>
                </a:cubicBezTo>
                <a:cubicBezTo>
                  <a:pt x="5338221" y="1514734"/>
                  <a:pt x="5248367" y="1559266"/>
                  <a:pt x="5094608" y="1530401"/>
                </a:cubicBezTo>
                <a:cubicBezTo>
                  <a:pt x="4940849" y="1501536"/>
                  <a:pt x="4475351" y="1511112"/>
                  <a:pt x="4315595" y="1530401"/>
                </a:cubicBezTo>
                <a:cubicBezTo>
                  <a:pt x="4155839" y="1549690"/>
                  <a:pt x="4056568" y="1554406"/>
                  <a:pt x="3805445" y="1530401"/>
                </a:cubicBezTo>
                <a:cubicBezTo>
                  <a:pt x="3554322" y="1506397"/>
                  <a:pt x="3547939" y="1541887"/>
                  <a:pt x="3295294" y="1530401"/>
                </a:cubicBezTo>
                <a:cubicBezTo>
                  <a:pt x="3042649" y="1518915"/>
                  <a:pt x="2707632" y="1497945"/>
                  <a:pt x="2516281" y="1530401"/>
                </a:cubicBezTo>
                <a:cubicBezTo>
                  <a:pt x="2324930" y="1562857"/>
                  <a:pt x="2073134" y="1523515"/>
                  <a:pt x="1916510" y="1530401"/>
                </a:cubicBezTo>
                <a:cubicBezTo>
                  <a:pt x="1759886" y="1537287"/>
                  <a:pt x="1421649" y="1509107"/>
                  <a:pt x="1227118" y="1530401"/>
                </a:cubicBezTo>
                <a:cubicBezTo>
                  <a:pt x="1032587" y="1551695"/>
                  <a:pt x="901337" y="1528128"/>
                  <a:pt x="627347" y="1530401"/>
                </a:cubicBezTo>
                <a:cubicBezTo>
                  <a:pt x="353357" y="1532674"/>
                  <a:pt x="301530" y="1544012"/>
                  <a:pt x="0" y="1530401"/>
                </a:cubicBezTo>
                <a:cubicBezTo>
                  <a:pt x="6832" y="1290849"/>
                  <a:pt x="25027" y="1101479"/>
                  <a:pt x="0" y="989659"/>
                </a:cubicBezTo>
                <a:cubicBezTo>
                  <a:pt x="-25027" y="877839"/>
                  <a:pt x="2154" y="755700"/>
                  <a:pt x="0" y="525438"/>
                </a:cubicBezTo>
                <a:cubicBezTo>
                  <a:pt x="-2154" y="295176"/>
                  <a:pt x="19485" y="252054"/>
                  <a:pt x="0" y="0"/>
                </a:cubicBezTo>
                <a:close/>
              </a:path>
              <a:path w="8962098" h="153040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653" y="174764"/>
                  <a:pt x="8983477" y="284339"/>
                  <a:pt x="8962098" y="540742"/>
                </a:cubicBezTo>
                <a:cubicBezTo>
                  <a:pt x="8940719" y="797145"/>
                  <a:pt x="8958936" y="917883"/>
                  <a:pt x="8962098" y="1066179"/>
                </a:cubicBezTo>
                <a:cubicBezTo>
                  <a:pt x="8965260" y="1214475"/>
                  <a:pt x="8942272" y="1398067"/>
                  <a:pt x="8962098" y="1530401"/>
                </a:cubicBezTo>
                <a:cubicBezTo>
                  <a:pt x="8796241" y="1541985"/>
                  <a:pt x="8685247" y="1532510"/>
                  <a:pt x="8541569" y="1530401"/>
                </a:cubicBezTo>
                <a:cubicBezTo>
                  <a:pt x="8397891" y="1528292"/>
                  <a:pt x="8145758" y="1515504"/>
                  <a:pt x="7852177" y="1530401"/>
                </a:cubicBezTo>
                <a:cubicBezTo>
                  <a:pt x="7558596" y="1545298"/>
                  <a:pt x="7304328" y="1488140"/>
                  <a:pt x="6983543" y="1530401"/>
                </a:cubicBezTo>
                <a:cubicBezTo>
                  <a:pt x="6662758" y="1572662"/>
                  <a:pt x="6600854" y="1496222"/>
                  <a:pt x="6294150" y="1530401"/>
                </a:cubicBezTo>
                <a:cubicBezTo>
                  <a:pt x="5987446" y="1564580"/>
                  <a:pt x="5839644" y="1541866"/>
                  <a:pt x="5515137" y="1530401"/>
                </a:cubicBezTo>
                <a:cubicBezTo>
                  <a:pt x="5190630" y="1518936"/>
                  <a:pt x="5109494" y="1526060"/>
                  <a:pt x="4736124" y="1530401"/>
                </a:cubicBezTo>
                <a:cubicBezTo>
                  <a:pt x="4362754" y="1534742"/>
                  <a:pt x="4365982" y="1507335"/>
                  <a:pt x="4136353" y="1530401"/>
                </a:cubicBezTo>
                <a:cubicBezTo>
                  <a:pt x="3906724" y="1553467"/>
                  <a:pt x="3787067" y="1515472"/>
                  <a:pt x="3626203" y="1530401"/>
                </a:cubicBezTo>
                <a:cubicBezTo>
                  <a:pt x="3465339" y="1545331"/>
                  <a:pt x="3152702" y="1494927"/>
                  <a:pt x="2757569" y="1530401"/>
                </a:cubicBezTo>
                <a:cubicBezTo>
                  <a:pt x="2362436" y="1565875"/>
                  <a:pt x="2209304" y="1518382"/>
                  <a:pt x="2068176" y="1530401"/>
                </a:cubicBezTo>
                <a:cubicBezTo>
                  <a:pt x="1927048" y="1542420"/>
                  <a:pt x="1448099" y="1517214"/>
                  <a:pt x="1199542" y="1530401"/>
                </a:cubicBezTo>
                <a:cubicBezTo>
                  <a:pt x="950985" y="1543588"/>
                  <a:pt x="527239" y="1480026"/>
                  <a:pt x="0" y="1530401"/>
                </a:cubicBezTo>
                <a:cubicBezTo>
                  <a:pt x="-17606" y="1360376"/>
                  <a:pt x="-8144" y="1266700"/>
                  <a:pt x="0" y="1050875"/>
                </a:cubicBezTo>
                <a:cubicBezTo>
                  <a:pt x="8144" y="835050"/>
                  <a:pt x="-9693" y="680654"/>
                  <a:pt x="0" y="586654"/>
                </a:cubicBezTo>
                <a:cubicBezTo>
                  <a:pt x="9693" y="492654"/>
                  <a:pt x="24173" y="28962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*2) foo</a:t>
            </a:r>
            <a:r>
              <a:rPr lang="ko-KR" altLang="en-US" sz="1000">
                <a:solidFill>
                  <a:srgbClr val="00B050"/>
                </a:solidFill>
              </a:rPr>
              <a:t>형을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해서 읽어낸다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bar.extract&lt;foo&gt;();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foo</a:t>
            </a:r>
            <a:r>
              <a:rPr lang="ko-KR" altLang="en-US" sz="1000">
                <a:solidFill>
                  <a:srgbClr val="00B050"/>
                </a:solidFill>
              </a:rPr>
              <a:t>를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"a: " &lt;&lt; s1.a &lt;&lt; '\n';</a:t>
            </a:r>
          </a:p>
          <a:p>
            <a:r>
              <a:rPr lang="en-US" altLang="ko-KR" sz="1000"/>
              <a:t>std::cout &lt;&lt; "b: " &lt;&lt; </a:t>
            </a:r>
            <a:r>
              <a:rPr lang="en-US" altLang="ko-KR" sz="1000">
                <a:solidFill>
                  <a:srgbClr val="0000FF"/>
                </a:solidFill>
              </a:rPr>
              <a:t>static_cast&lt;int32_t&gt;</a:t>
            </a:r>
            <a:r>
              <a:rPr lang="en-US" altLang="ko-KR" sz="1000"/>
              <a:t>(s1.b) &lt;&lt; '\n';</a:t>
            </a:r>
          </a:p>
          <a:p>
            <a:r>
              <a:rPr lang="en-US" altLang="ko-KR" sz="1000"/>
              <a:t>std::cout &lt;&lt; "c: " &lt;&lt; s1.c &lt;&lt; '\n';</a:t>
            </a:r>
          </a:p>
          <a:p>
            <a:r>
              <a:rPr lang="en-US" altLang="ko-KR" sz="1000"/>
              <a:t>std::cout &lt;&lt; "d: " &lt;&lt; s1.d &lt;&lt; '\n';</a:t>
            </a:r>
          </a:p>
          <a:p>
            <a:r>
              <a:rPr lang="en-US" altLang="ko-KR" sz="1000"/>
              <a:t>std::cout &lt;&lt; '\n';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0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7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buffer 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171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struct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의 문제점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첫번째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std::string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std::vector&lt;T&gt;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같은 복합적인 데이터를 구조체의 멤버로 쓸 수는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두번째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메모리의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allignment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영향을 받는다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예를 들어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63EFB2-D2CA-44EB-8C85-8CB22846D8BB}"/>
              </a:ext>
            </a:extLst>
          </p:cNvPr>
          <p:cNvSpPr/>
          <p:nvPr/>
        </p:nvSpPr>
        <p:spPr>
          <a:xfrm>
            <a:off x="1676415" y="2386878"/>
            <a:ext cx="8962098" cy="1594622"/>
          </a:xfrm>
          <a:custGeom>
            <a:avLst/>
            <a:gdLst>
              <a:gd name="connsiteX0" fmla="*/ 0 w 8962098"/>
              <a:gd name="connsiteY0" fmla="*/ 0 h 1594622"/>
              <a:gd name="connsiteX1" fmla="*/ 510150 w 8962098"/>
              <a:gd name="connsiteY1" fmla="*/ 0 h 1594622"/>
              <a:gd name="connsiteX2" fmla="*/ 930679 w 8962098"/>
              <a:gd name="connsiteY2" fmla="*/ 0 h 1594622"/>
              <a:gd name="connsiteX3" fmla="*/ 1440830 w 8962098"/>
              <a:gd name="connsiteY3" fmla="*/ 0 h 1594622"/>
              <a:gd name="connsiteX4" fmla="*/ 2040601 w 8962098"/>
              <a:gd name="connsiteY4" fmla="*/ 0 h 1594622"/>
              <a:gd name="connsiteX5" fmla="*/ 2461130 w 8962098"/>
              <a:gd name="connsiteY5" fmla="*/ 0 h 1594622"/>
              <a:gd name="connsiteX6" fmla="*/ 3060901 w 8962098"/>
              <a:gd name="connsiteY6" fmla="*/ 0 h 1594622"/>
              <a:gd name="connsiteX7" fmla="*/ 3660672 w 8962098"/>
              <a:gd name="connsiteY7" fmla="*/ 0 h 1594622"/>
              <a:gd name="connsiteX8" fmla="*/ 4439685 w 8962098"/>
              <a:gd name="connsiteY8" fmla="*/ 0 h 1594622"/>
              <a:gd name="connsiteX9" fmla="*/ 4860215 w 8962098"/>
              <a:gd name="connsiteY9" fmla="*/ 0 h 1594622"/>
              <a:gd name="connsiteX10" fmla="*/ 5549607 w 8962098"/>
              <a:gd name="connsiteY10" fmla="*/ 0 h 1594622"/>
              <a:gd name="connsiteX11" fmla="*/ 6059757 w 8962098"/>
              <a:gd name="connsiteY11" fmla="*/ 0 h 1594622"/>
              <a:gd name="connsiteX12" fmla="*/ 6480286 w 8962098"/>
              <a:gd name="connsiteY12" fmla="*/ 0 h 1594622"/>
              <a:gd name="connsiteX13" fmla="*/ 7348920 w 8962098"/>
              <a:gd name="connsiteY13" fmla="*/ 0 h 1594622"/>
              <a:gd name="connsiteX14" fmla="*/ 7948692 w 8962098"/>
              <a:gd name="connsiteY14" fmla="*/ 0 h 1594622"/>
              <a:gd name="connsiteX15" fmla="*/ 8962098 w 8962098"/>
              <a:gd name="connsiteY15" fmla="*/ 0 h 1594622"/>
              <a:gd name="connsiteX16" fmla="*/ 8962098 w 8962098"/>
              <a:gd name="connsiteY16" fmla="*/ 531541 h 1594622"/>
              <a:gd name="connsiteX17" fmla="*/ 8962098 w 8962098"/>
              <a:gd name="connsiteY17" fmla="*/ 1063081 h 1594622"/>
              <a:gd name="connsiteX18" fmla="*/ 8962098 w 8962098"/>
              <a:gd name="connsiteY18" fmla="*/ 1594622 h 1594622"/>
              <a:gd name="connsiteX19" fmla="*/ 8451948 w 8962098"/>
              <a:gd name="connsiteY19" fmla="*/ 1594622 h 1594622"/>
              <a:gd name="connsiteX20" fmla="*/ 7762556 w 8962098"/>
              <a:gd name="connsiteY20" fmla="*/ 1594622 h 1594622"/>
              <a:gd name="connsiteX21" fmla="*/ 7073163 w 8962098"/>
              <a:gd name="connsiteY21" fmla="*/ 1594622 h 1594622"/>
              <a:gd name="connsiteX22" fmla="*/ 6473392 w 8962098"/>
              <a:gd name="connsiteY22" fmla="*/ 1594622 h 1594622"/>
              <a:gd name="connsiteX23" fmla="*/ 5694379 w 8962098"/>
              <a:gd name="connsiteY23" fmla="*/ 1594622 h 1594622"/>
              <a:gd name="connsiteX24" fmla="*/ 5094608 w 8962098"/>
              <a:gd name="connsiteY24" fmla="*/ 1594622 h 1594622"/>
              <a:gd name="connsiteX25" fmla="*/ 4315595 w 8962098"/>
              <a:gd name="connsiteY25" fmla="*/ 1594622 h 1594622"/>
              <a:gd name="connsiteX26" fmla="*/ 3805445 w 8962098"/>
              <a:gd name="connsiteY26" fmla="*/ 1594622 h 1594622"/>
              <a:gd name="connsiteX27" fmla="*/ 3295294 w 8962098"/>
              <a:gd name="connsiteY27" fmla="*/ 1594622 h 1594622"/>
              <a:gd name="connsiteX28" fmla="*/ 2516281 w 8962098"/>
              <a:gd name="connsiteY28" fmla="*/ 1594622 h 1594622"/>
              <a:gd name="connsiteX29" fmla="*/ 1916510 w 8962098"/>
              <a:gd name="connsiteY29" fmla="*/ 1594622 h 1594622"/>
              <a:gd name="connsiteX30" fmla="*/ 1227118 w 8962098"/>
              <a:gd name="connsiteY30" fmla="*/ 1594622 h 1594622"/>
              <a:gd name="connsiteX31" fmla="*/ 627347 w 8962098"/>
              <a:gd name="connsiteY31" fmla="*/ 1594622 h 1594622"/>
              <a:gd name="connsiteX32" fmla="*/ 0 w 8962098"/>
              <a:gd name="connsiteY32" fmla="*/ 1594622 h 1594622"/>
              <a:gd name="connsiteX33" fmla="*/ 0 w 8962098"/>
              <a:gd name="connsiteY33" fmla="*/ 1031189 h 1594622"/>
              <a:gd name="connsiteX34" fmla="*/ 0 w 8962098"/>
              <a:gd name="connsiteY34" fmla="*/ 547487 h 1594622"/>
              <a:gd name="connsiteX35" fmla="*/ 0 w 8962098"/>
              <a:gd name="connsiteY35" fmla="*/ 0 h 159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94622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43091" y="123997"/>
                  <a:pt x="8961064" y="351110"/>
                  <a:pt x="8962098" y="531541"/>
                </a:cubicBezTo>
                <a:cubicBezTo>
                  <a:pt x="8963132" y="711972"/>
                  <a:pt x="8982784" y="912682"/>
                  <a:pt x="8962098" y="1063081"/>
                </a:cubicBezTo>
                <a:cubicBezTo>
                  <a:pt x="8941412" y="1213480"/>
                  <a:pt x="8970414" y="1384000"/>
                  <a:pt x="8962098" y="1594622"/>
                </a:cubicBezTo>
                <a:cubicBezTo>
                  <a:pt x="8768339" y="1595760"/>
                  <a:pt x="8635883" y="1597397"/>
                  <a:pt x="8451948" y="1594622"/>
                </a:cubicBezTo>
                <a:cubicBezTo>
                  <a:pt x="8268013" y="1591848"/>
                  <a:pt x="7906679" y="1560938"/>
                  <a:pt x="7762556" y="1594622"/>
                </a:cubicBezTo>
                <a:cubicBezTo>
                  <a:pt x="7618433" y="1628306"/>
                  <a:pt x="7274105" y="1593727"/>
                  <a:pt x="7073163" y="1594622"/>
                </a:cubicBezTo>
                <a:cubicBezTo>
                  <a:pt x="6872221" y="1595517"/>
                  <a:pt x="6624613" y="1586004"/>
                  <a:pt x="6473392" y="1594622"/>
                </a:cubicBezTo>
                <a:cubicBezTo>
                  <a:pt x="6322171" y="1603240"/>
                  <a:pt x="6050537" y="1610289"/>
                  <a:pt x="5694379" y="1594622"/>
                </a:cubicBezTo>
                <a:cubicBezTo>
                  <a:pt x="5338221" y="1578955"/>
                  <a:pt x="5248367" y="1623487"/>
                  <a:pt x="5094608" y="1594622"/>
                </a:cubicBezTo>
                <a:cubicBezTo>
                  <a:pt x="4940849" y="1565757"/>
                  <a:pt x="4475351" y="1575333"/>
                  <a:pt x="4315595" y="1594622"/>
                </a:cubicBezTo>
                <a:cubicBezTo>
                  <a:pt x="4155839" y="1613911"/>
                  <a:pt x="4056568" y="1618627"/>
                  <a:pt x="3805445" y="1594622"/>
                </a:cubicBezTo>
                <a:cubicBezTo>
                  <a:pt x="3554322" y="1570618"/>
                  <a:pt x="3547939" y="1606108"/>
                  <a:pt x="3295294" y="1594622"/>
                </a:cubicBezTo>
                <a:cubicBezTo>
                  <a:pt x="3042649" y="1583136"/>
                  <a:pt x="2707632" y="1562166"/>
                  <a:pt x="2516281" y="1594622"/>
                </a:cubicBezTo>
                <a:cubicBezTo>
                  <a:pt x="2324930" y="1627078"/>
                  <a:pt x="2073134" y="1587736"/>
                  <a:pt x="1916510" y="1594622"/>
                </a:cubicBezTo>
                <a:cubicBezTo>
                  <a:pt x="1759886" y="1601508"/>
                  <a:pt x="1421649" y="1573328"/>
                  <a:pt x="1227118" y="1594622"/>
                </a:cubicBezTo>
                <a:cubicBezTo>
                  <a:pt x="1032587" y="1615916"/>
                  <a:pt x="901337" y="1592349"/>
                  <a:pt x="627347" y="1594622"/>
                </a:cubicBezTo>
                <a:cubicBezTo>
                  <a:pt x="353357" y="1596895"/>
                  <a:pt x="301530" y="1608233"/>
                  <a:pt x="0" y="1594622"/>
                </a:cubicBezTo>
                <a:cubicBezTo>
                  <a:pt x="7734" y="1338393"/>
                  <a:pt x="21046" y="1311323"/>
                  <a:pt x="0" y="1031189"/>
                </a:cubicBezTo>
                <a:cubicBezTo>
                  <a:pt x="-21046" y="751055"/>
                  <a:pt x="-15351" y="752741"/>
                  <a:pt x="0" y="547487"/>
                </a:cubicBezTo>
                <a:cubicBezTo>
                  <a:pt x="15351" y="342233"/>
                  <a:pt x="12060" y="161423"/>
                  <a:pt x="0" y="0"/>
                </a:cubicBezTo>
                <a:close/>
              </a:path>
              <a:path w="8962098" h="159462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9042" y="174579"/>
                  <a:pt x="8960601" y="342704"/>
                  <a:pt x="8962098" y="563433"/>
                </a:cubicBezTo>
                <a:cubicBezTo>
                  <a:pt x="8963595" y="784162"/>
                  <a:pt x="8987869" y="935840"/>
                  <a:pt x="8962098" y="1110920"/>
                </a:cubicBezTo>
                <a:cubicBezTo>
                  <a:pt x="8936327" y="1286000"/>
                  <a:pt x="8961370" y="1408191"/>
                  <a:pt x="8962098" y="1594622"/>
                </a:cubicBezTo>
                <a:cubicBezTo>
                  <a:pt x="8796241" y="1606206"/>
                  <a:pt x="8685247" y="1596731"/>
                  <a:pt x="8541569" y="1594622"/>
                </a:cubicBezTo>
                <a:cubicBezTo>
                  <a:pt x="8397891" y="1592513"/>
                  <a:pt x="8145758" y="1579725"/>
                  <a:pt x="7852177" y="1594622"/>
                </a:cubicBezTo>
                <a:cubicBezTo>
                  <a:pt x="7558596" y="1609519"/>
                  <a:pt x="7304328" y="1552361"/>
                  <a:pt x="6983543" y="1594622"/>
                </a:cubicBezTo>
                <a:cubicBezTo>
                  <a:pt x="6662758" y="1636883"/>
                  <a:pt x="6600854" y="1560443"/>
                  <a:pt x="6294150" y="1594622"/>
                </a:cubicBezTo>
                <a:cubicBezTo>
                  <a:pt x="5987446" y="1628801"/>
                  <a:pt x="5839644" y="1606087"/>
                  <a:pt x="5515137" y="1594622"/>
                </a:cubicBezTo>
                <a:cubicBezTo>
                  <a:pt x="5190630" y="1583157"/>
                  <a:pt x="5109494" y="1590281"/>
                  <a:pt x="4736124" y="1594622"/>
                </a:cubicBezTo>
                <a:cubicBezTo>
                  <a:pt x="4362754" y="1598963"/>
                  <a:pt x="4365982" y="1571556"/>
                  <a:pt x="4136353" y="1594622"/>
                </a:cubicBezTo>
                <a:cubicBezTo>
                  <a:pt x="3906724" y="1617688"/>
                  <a:pt x="3787067" y="1579693"/>
                  <a:pt x="3626203" y="1594622"/>
                </a:cubicBezTo>
                <a:cubicBezTo>
                  <a:pt x="3465339" y="1609552"/>
                  <a:pt x="3152702" y="1559148"/>
                  <a:pt x="2757569" y="1594622"/>
                </a:cubicBezTo>
                <a:cubicBezTo>
                  <a:pt x="2362436" y="1630096"/>
                  <a:pt x="2209304" y="1582603"/>
                  <a:pt x="2068176" y="1594622"/>
                </a:cubicBezTo>
                <a:cubicBezTo>
                  <a:pt x="1927048" y="1606641"/>
                  <a:pt x="1448099" y="1581435"/>
                  <a:pt x="1199542" y="1594622"/>
                </a:cubicBezTo>
                <a:cubicBezTo>
                  <a:pt x="950985" y="1607809"/>
                  <a:pt x="527239" y="1544247"/>
                  <a:pt x="0" y="1594622"/>
                </a:cubicBezTo>
                <a:cubicBezTo>
                  <a:pt x="22868" y="1351683"/>
                  <a:pt x="10473" y="1228553"/>
                  <a:pt x="0" y="1094974"/>
                </a:cubicBezTo>
                <a:cubicBezTo>
                  <a:pt x="-10473" y="961395"/>
                  <a:pt x="18341" y="734305"/>
                  <a:pt x="0" y="611272"/>
                </a:cubicBezTo>
                <a:cubicBezTo>
                  <a:pt x="-18341" y="488239"/>
                  <a:pt x="2623" y="1912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struct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goo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int           a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eMESSAGE_TYPE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std::string   c;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short         d;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vector&lt;int&gt;   e;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65EA8-109F-4AAB-99BB-F482082A0135}"/>
              </a:ext>
            </a:extLst>
          </p:cNvPr>
          <p:cNvSpPr txBox="1"/>
          <p:nvPr/>
        </p:nvSpPr>
        <p:spPr>
          <a:xfrm>
            <a:off x="4393970" y="2959298"/>
            <a:ext cx="3179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sting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같은 것은 제대로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append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되지 않는다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774D168-4E26-4636-B1B9-6A09D4D9695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3133725" y="3097798"/>
            <a:ext cx="1260245" cy="169277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7810D17-1A33-4E4B-A021-EA46AEF70EBE}"/>
              </a:ext>
            </a:extLst>
          </p:cNvPr>
          <p:cNvSpPr txBox="1"/>
          <p:nvPr/>
        </p:nvSpPr>
        <p:spPr>
          <a:xfrm>
            <a:off x="4375905" y="3230881"/>
            <a:ext cx="3858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이런 것은 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allignement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문제로 문제가 발생할 수 있다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C16A8E4-C926-41D7-AA9D-CB51E35DF90E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143250" y="3369381"/>
            <a:ext cx="1232655" cy="59619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F334D5-C82A-430D-BCA6-DD34F8758A63}"/>
              </a:ext>
            </a:extLst>
          </p:cNvPr>
          <p:cNvSpPr txBox="1"/>
          <p:nvPr/>
        </p:nvSpPr>
        <p:spPr>
          <a:xfrm>
            <a:off x="4405464" y="3522874"/>
            <a:ext cx="4685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std::vector&lt;T&gt;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같은 복합적인 데이터는 제대로 처리되지 않는다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7178F12-71BF-4321-98FD-57CED9570CAC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133725" y="3581400"/>
            <a:ext cx="1271739" cy="79974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C1B218-AC05-40AB-8049-7E00380B5DBA}"/>
              </a:ext>
            </a:extLst>
          </p:cNvPr>
          <p:cNvSpPr txBox="1"/>
          <p:nvPr/>
        </p:nvSpPr>
        <p:spPr>
          <a:xfrm>
            <a:off x="1410703" y="4095205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하지만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~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이런 복합형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(heterogenous)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데이터도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CGD::buffer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마법처럼 가능하게 해준다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2720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7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buffer 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10356850" cy="116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int, float, uint64_t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같은 기본 자료형이 아니라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std::vector, std:string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등과 같은 복합 자료형을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struct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append/extract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hetrogenous(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복합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자료형를 사용하기 위해서는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'ENABLE_STRUCT_SERIALIZABLE'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선언해주면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위치는 어디든 구조체 내에만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'ENABLE_STRUCT_SERIALIZABLE'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선언 해주면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또 이 구조체를 상속받은 모든 구조체는 구조체 직렬화를 수행한다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63EFB2-D2CA-44EB-8C85-8CB22846D8BB}"/>
              </a:ext>
            </a:extLst>
          </p:cNvPr>
          <p:cNvSpPr/>
          <p:nvPr/>
        </p:nvSpPr>
        <p:spPr>
          <a:xfrm>
            <a:off x="1676415" y="1880144"/>
            <a:ext cx="8962098" cy="1902398"/>
          </a:xfrm>
          <a:custGeom>
            <a:avLst/>
            <a:gdLst>
              <a:gd name="connsiteX0" fmla="*/ 0 w 8962098"/>
              <a:gd name="connsiteY0" fmla="*/ 0 h 1902398"/>
              <a:gd name="connsiteX1" fmla="*/ 510150 w 8962098"/>
              <a:gd name="connsiteY1" fmla="*/ 0 h 1902398"/>
              <a:gd name="connsiteX2" fmla="*/ 930679 w 8962098"/>
              <a:gd name="connsiteY2" fmla="*/ 0 h 1902398"/>
              <a:gd name="connsiteX3" fmla="*/ 1440830 w 8962098"/>
              <a:gd name="connsiteY3" fmla="*/ 0 h 1902398"/>
              <a:gd name="connsiteX4" fmla="*/ 2040601 w 8962098"/>
              <a:gd name="connsiteY4" fmla="*/ 0 h 1902398"/>
              <a:gd name="connsiteX5" fmla="*/ 2461130 w 8962098"/>
              <a:gd name="connsiteY5" fmla="*/ 0 h 1902398"/>
              <a:gd name="connsiteX6" fmla="*/ 3060901 w 8962098"/>
              <a:gd name="connsiteY6" fmla="*/ 0 h 1902398"/>
              <a:gd name="connsiteX7" fmla="*/ 3660672 w 8962098"/>
              <a:gd name="connsiteY7" fmla="*/ 0 h 1902398"/>
              <a:gd name="connsiteX8" fmla="*/ 4439685 w 8962098"/>
              <a:gd name="connsiteY8" fmla="*/ 0 h 1902398"/>
              <a:gd name="connsiteX9" fmla="*/ 4860215 w 8962098"/>
              <a:gd name="connsiteY9" fmla="*/ 0 h 1902398"/>
              <a:gd name="connsiteX10" fmla="*/ 5549607 w 8962098"/>
              <a:gd name="connsiteY10" fmla="*/ 0 h 1902398"/>
              <a:gd name="connsiteX11" fmla="*/ 6059757 w 8962098"/>
              <a:gd name="connsiteY11" fmla="*/ 0 h 1902398"/>
              <a:gd name="connsiteX12" fmla="*/ 6480286 w 8962098"/>
              <a:gd name="connsiteY12" fmla="*/ 0 h 1902398"/>
              <a:gd name="connsiteX13" fmla="*/ 7348920 w 8962098"/>
              <a:gd name="connsiteY13" fmla="*/ 0 h 1902398"/>
              <a:gd name="connsiteX14" fmla="*/ 7948692 w 8962098"/>
              <a:gd name="connsiteY14" fmla="*/ 0 h 1902398"/>
              <a:gd name="connsiteX15" fmla="*/ 8962098 w 8962098"/>
              <a:gd name="connsiteY15" fmla="*/ 0 h 1902398"/>
              <a:gd name="connsiteX16" fmla="*/ 8962098 w 8962098"/>
              <a:gd name="connsiteY16" fmla="*/ 634133 h 1902398"/>
              <a:gd name="connsiteX17" fmla="*/ 8962098 w 8962098"/>
              <a:gd name="connsiteY17" fmla="*/ 1268265 h 1902398"/>
              <a:gd name="connsiteX18" fmla="*/ 8962098 w 8962098"/>
              <a:gd name="connsiteY18" fmla="*/ 1902398 h 1902398"/>
              <a:gd name="connsiteX19" fmla="*/ 8451948 w 8962098"/>
              <a:gd name="connsiteY19" fmla="*/ 1902398 h 1902398"/>
              <a:gd name="connsiteX20" fmla="*/ 7762556 w 8962098"/>
              <a:gd name="connsiteY20" fmla="*/ 1902398 h 1902398"/>
              <a:gd name="connsiteX21" fmla="*/ 7073163 w 8962098"/>
              <a:gd name="connsiteY21" fmla="*/ 1902398 h 1902398"/>
              <a:gd name="connsiteX22" fmla="*/ 6473392 w 8962098"/>
              <a:gd name="connsiteY22" fmla="*/ 1902398 h 1902398"/>
              <a:gd name="connsiteX23" fmla="*/ 5694379 w 8962098"/>
              <a:gd name="connsiteY23" fmla="*/ 1902398 h 1902398"/>
              <a:gd name="connsiteX24" fmla="*/ 5094608 w 8962098"/>
              <a:gd name="connsiteY24" fmla="*/ 1902398 h 1902398"/>
              <a:gd name="connsiteX25" fmla="*/ 4315595 w 8962098"/>
              <a:gd name="connsiteY25" fmla="*/ 1902398 h 1902398"/>
              <a:gd name="connsiteX26" fmla="*/ 3805445 w 8962098"/>
              <a:gd name="connsiteY26" fmla="*/ 1902398 h 1902398"/>
              <a:gd name="connsiteX27" fmla="*/ 3295294 w 8962098"/>
              <a:gd name="connsiteY27" fmla="*/ 1902398 h 1902398"/>
              <a:gd name="connsiteX28" fmla="*/ 2516281 w 8962098"/>
              <a:gd name="connsiteY28" fmla="*/ 1902398 h 1902398"/>
              <a:gd name="connsiteX29" fmla="*/ 1916510 w 8962098"/>
              <a:gd name="connsiteY29" fmla="*/ 1902398 h 1902398"/>
              <a:gd name="connsiteX30" fmla="*/ 1227118 w 8962098"/>
              <a:gd name="connsiteY30" fmla="*/ 1902398 h 1902398"/>
              <a:gd name="connsiteX31" fmla="*/ 627347 w 8962098"/>
              <a:gd name="connsiteY31" fmla="*/ 1902398 h 1902398"/>
              <a:gd name="connsiteX32" fmla="*/ 0 w 8962098"/>
              <a:gd name="connsiteY32" fmla="*/ 1902398 h 1902398"/>
              <a:gd name="connsiteX33" fmla="*/ 0 w 8962098"/>
              <a:gd name="connsiteY33" fmla="*/ 1230217 h 1902398"/>
              <a:gd name="connsiteX34" fmla="*/ 0 w 8962098"/>
              <a:gd name="connsiteY34" fmla="*/ 653157 h 1902398"/>
              <a:gd name="connsiteX35" fmla="*/ 0 w 8962098"/>
              <a:gd name="connsiteY35" fmla="*/ 0 h 1902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902398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67229" y="232197"/>
                  <a:pt x="8976533" y="425405"/>
                  <a:pt x="8962098" y="634133"/>
                </a:cubicBezTo>
                <a:cubicBezTo>
                  <a:pt x="8947663" y="842861"/>
                  <a:pt x="8977649" y="1067242"/>
                  <a:pt x="8962098" y="1268265"/>
                </a:cubicBezTo>
                <a:cubicBezTo>
                  <a:pt x="8946547" y="1469288"/>
                  <a:pt x="8944364" y="1688859"/>
                  <a:pt x="8962098" y="1902398"/>
                </a:cubicBezTo>
                <a:cubicBezTo>
                  <a:pt x="8768339" y="1903536"/>
                  <a:pt x="8635883" y="1905173"/>
                  <a:pt x="8451948" y="1902398"/>
                </a:cubicBezTo>
                <a:cubicBezTo>
                  <a:pt x="8268013" y="1899624"/>
                  <a:pt x="7906679" y="1868714"/>
                  <a:pt x="7762556" y="1902398"/>
                </a:cubicBezTo>
                <a:cubicBezTo>
                  <a:pt x="7618433" y="1936082"/>
                  <a:pt x="7274105" y="1901503"/>
                  <a:pt x="7073163" y="1902398"/>
                </a:cubicBezTo>
                <a:cubicBezTo>
                  <a:pt x="6872221" y="1903293"/>
                  <a:pt x="6624613" y="1893780"/>
                  <a:pt x="6473392" y="1902398"/>
                </a:cubicBezTo>
                <a:cubicBezTo>
                  <a:pt x="6322171" y="1911016"/>
                  <a:pt x="6050537" y="1918065"/>
                  <a:pt x="5694379" y="1902398"/>
                </a:cubicBezTo>
                <a:cubicBezTo>
                  <a:pt x="5338221" y="1886731"/>
                  <a:pt x="5248367" y="1931263"/>
                  <a:pt x="5094608" y="1902398"/>
                </a:cubicBezTo>
                <a:cubicBezTo>
                  <a:pt x="4940849" y="1873533"/>
                  <a:pt x="4475351" y="1883109"/>
                  <a:pt x="4315595" y="1902398"/>
                </a:cubicBezTo>
                <a:cubicBezTo>
                  <a:pt x="4155839" y="1921687"/>
                  <a:pt x="4056568" y="1926403"/>
                  <a:pt x="3805445" y="1902398"/>
                </a:cubicBezTo>
                <a:cubicBezTo>
                  <a:pt x="3554322" y="1878394"/>
                  <a:pt x="3547939" y="1913884"/>
                  <a:pt x="3295294" y="1902398"/>
                </a:cubicBezTo>
                <a:cubicBezTo>
                  <a:pt x="3042649" y="1890912"/>
                  <a:pt x="2707632" y="1869942"/>
                  <a:pt x="2516281" y="1902398"/>
                </a:cubicBezTo>
                <a:cubicBezTo>
                  <a:pt x="2324930" y="1934854"/>
                  <a:pt x="2073134" y="1895512"/>
                  <a:pt x="1916510" y="1902398"/>
                </a:cubicBezTo>
                <a:cubicBezTo>
                  <a:pt x="1759886" y="1909284"/>
                  <a:pt x="1421649" y="1881104"/>
                  <a:pt x="1227118" y="1902398"/>
                </a:cubicBezTo>
                <a:cubicBezTo>
                  <a:pt x="1032587" y="1923692"/>
                  <a:pt x="901337" y="1900125"/>
                  <a:pt x="627347" y="1902398"/>
                </a:cubicBezTo>
                <a:cubicBezTo>
                  <a:pt x="353357" y="1904671"/>
                  <a:pt x="301530" y="1916009"/>
                  <a:pt x="0" y="1902398"/>
                </a:cubicBezTo>
                <a:cubicBezTo>
                  <a:pt x="-13206" y="1622329"/>
                  <a:pt x="-6112" y="1542191"/>
                  <a:pt x="0" y="1230217"/>
                </a:cubicBezTo>
                <a:cubicBezTo>
                  <a:pt x="6112" y="918243"/>
                  <a:pt x="-8367" y="939540"/>
                  <a:pt x="0" y="653157"/>
                </a:cubicBezTo>
                <a:cubicBezTo>
                  <a:pt x="8367" y="366774"/>
                  <a:pt x="-8884" y="136966"/>
                  <a:pt x="0" y="0"/>
                </a:cubicBezTo>
                <a:close/>
              </a:path>
              <a:path w="8962098" h="1902398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51480" y="149123"/>
                  <a:pt x="8979333" y="457004"/>
                  <a:pt x="8962098" y="672181"/>
                </a:cubicBezTo>
                <a:cubicBezTo>
                  <a:pt x="8944863" y="887358"/>
                  <a:pt x="8989555" y="1161221"/>
                  <a:pt x="8962098" y="1325337"/>
                </a:cubicBezTo>
                <a:cubicBezTo>
                  <a:pt x="8934641" y="1489453"/>
                  <a:pt x="8952699" y="1644470"/>
                  <a:pt x="8962098" y="1902398"/>
                </a:cubicBezTo>
                <a:cubicBezTo>
                  <a:pt x="8796241" y="1913982"/>
                  <a:pt x="8685247" y="1904507"/>
                  <a:pt x="8541569" y="1902398"/>
                </a:cubicBezTo>
                <a:cubicBezTo>
                  <a:pt x="8397891" y="1900289"/>
                  <a:pt x="8145758" y="1887501"/>
                  <a:pt x="7852177" y="1902398"/>
                </a:cubicBezTo>
                <a:cubicBezTo>
                  <a:pt x="7558596" y="1917295"/>
                  <a:pt x="7304328" y="1860137"/>
                  <a:pt x="6983543" y="1902398"/>
                </a:cubicBezTo>
                <a:cubicBezTo>
                  <a:pt x="6662758" y="1944659"/>
                  <a:pt x="6600854" y="1868219"/>
                  <a:pt x="6294150" y="1902398"/>
                </a:cubicBezTo>
                <a:cubicBezTo>
                  <a:pt x="5987446" y="1936577"/>
                  <a:pt x="5839644" y="1913863"/>
                  <a:pt x="5515137" y="1902398"/>
                </a:cubicBezTo>
                <a:cubicBezTo>
                  <a:pt x="5190630" y="1890933"/>
                  <a:pt x="5109494" y="1898057"/>
                  <a:pt x="4736124" y="1902398"/>
                </a:cubicBezTo>
                <a:cubicBezTo>
                  <a:pt x="4362754" y="1906739"/>
                  <a:pt x="4365982" y="1879332"/>
                  <a:pt x="4136353" y="1902398"/>
                </a:cubicBezTo>
                <a:cubicBezTo>
                  <a:pt x="3906724" y="1925464"/>
                  <a:pt x="3787067" y="1887469"/>
                  <a:pt x="3626203" y="1902398"/>
                </a:cubicBezTo>
                <a:cubicBezTo>
                  <a:pt x="3465339" y="1917328"/>
                  <a:pt x="3152702" y="1866924"/>
                  <a:pt x="2757569" y="1902398"/>
                </a:cubicBezTo>
                <a:cubicBezTo>
                  <a:pt x="2362436" y="1937872"/>
                  <a:pt x="2209304" y="1890379"/>
                  <a:pt x="2068176" y="1902398"/>
                </a:cubicBezTo>
                <a:cubicBezTo>
                  <a:pt x="1927048" y="1914417"/>
                  <a:pt x="1448099" y="1889211"/>
                  <a:pt x="1199542" y="1902398"/>
                </a:cubicBezTo>
                <a:cubicBezTo>
                  <a:pt x="950985" y="1915585"/>
                  <a:pt x="527239" y="1852023"/>
                  <a:pt x="0" y="1902398"/>
                </a:cubicBezTo>
                <a:cubicBezTo>
                  <a:pt x="15137" y="1748641"/>
                  <a:pt x="-17614" y="1519269"/>
                  <a:pt x="0" y="1306313"/>
                </a:cubicBezTo>
                <a:cubicBezTo>
                  <a:pt x="17614" y="1093358"/>
                  <a:pt x="27220" y="922657"/>
                  <a:pt x="0" y="729253"/>
                </a:cubicBezTo>
                <a:cubicBezTo>
                  <a:pt x="-27220" y="535849"/>
                  <a:pt x="-5900" y="18412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struct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goo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DEFINE_STRUCT_SERIALZABLE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int           a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eMESSAGE_TYPE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std::string   c;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short         d;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vector&lt;int&gt;   e;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334D5-C82A-430D-BCA6-DD34F8758A63}"/>
              </a:ext>
            </a:extLst>
          </p:cNvPr>
          <p:cNvSpPr txBox="1"/>
          <p:nvPr/>
        </p:nvSpPr>
        <p:spPr>
          <a:xfrm>
            <a:off x="4555351" y="2216286"/>
            <a:ext cx="2076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그냥 이것만 써주면 끝난다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7178F12-71BF-4321-98FD-57CED9570CA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3743053" y="2354786"/>
            <a:ext cx="812298" cy="81977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1EB9040-E250-426F-B4EB-AE5378720E31}"/>
              </a:ext>
            </a:extLst>
          </p:cNvPr>
          <p:cNvSpPr txBox="1"/>
          <p:nvPr/>
        </p:nvSpPr>
        <p:spPr>
          <a:xfrm>
            <a:off x="1410703" y="3860887"/>
            <a:ext cx="770890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주의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'ENABLE_STRUCT_SERIALIZABLE'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선언한 구조체는 생성자를 정의하면 안됀다는 것이다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반드시 기본 생성자를 유지해야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만약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Ibuffer_serailzable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상속받았다면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Ibuffer_serializable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 우선한다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488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17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buffer system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사용예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63EFB2-D2CA-44EB-8C85-8CB22846D8BB}"/>
              </a:ext>
            </a:extLst>
          </p:cNvPr>
          <p:cNvSpPr/>
          <p:nvPr/>
        </p:nvSpPr>
        <p:spPr>
          <a:xfrm>
            <a:off x="1614951" y="992359"/>
            <a:ext cx="8962098" cy="1856353"/>
          </a:xfrm>
          <a:custGeom>
            <a:avLst/>
            <a:gdLst>
              <a:gd name="connsiteX0" fmla="*/ 0 w 8962098"/>
              <a:gd name="connsiteY0" fmla="*/ 0 h 1856353"/>
              <a:gd name="connsiteX1" fmla="*/ 510150 w 8962098"/>
              <a:gd name="connsiteY1" fmla="*/ 0 h 1856353"/>
              <a:gd name="connsiteX2" fmla="*/ 930679 w 8962098"/>
              <a:gd name="connsiteY2" fmla="*/ 0 h 1856353"/>
              <a:gd name="connsiteX3" fmla="*/ 1440830 w 8962098"/>
              <a:gd name="connsiteY3" fmla="*/ 0 h 1856353"/>
              <a:gd name="connsiteX4" fmla="*/ 2040601 w 8962098"/>
              <a:gd name="connsiteY4" fmla="*/ 0 h 1856353"/>
              <a:gd name="connsiteX5" fmla="*/ 2461130 w 8962098"/>
              <a:gd name="connsiteY5" fmla="*/ 0 h 1856353"/>
              <a:gd name="connsiteX6" fmla="*/ 3060901 w 8962098"/>
              <a:gd name="connsiteY6" fmla="*/ 0 h 1856353"/>
              <a:gd name="connsiteX7" fmla="*/ 3660672 w 8962098"/>
              <a:gd name="connsiteY7" fmla="*/ 0 h 1856353"/>
              <a:gd name="connsiteX8" fmla="*/ 4439685 w 8962098"/>
              <a:gd name="connsiteY8" fmla="*/ 0 h 1856353"/>
              <a:gd name="connsiteX9" fmla="*/ 4860215 w 8962098"/>
              <a:gd name="connsiteY9" fmla="*/ 0 h 1856353"/>
              <a:gd name="connsiteX10" fmla="*/ 5549607 w 8962098"/>
              <a:gd name="connsiteY10" fmla="*/ 0 h 1856353"/>
              <a:gd name="connsiteX11" fmla="*/ 6059757 w 8962098"/>
              <a:gd name="connsiteY11" fmla="*/ 0 h 1856353"/>
              <a:gd name="connsiteX12" fmla="*/ 6480286 w 8962098"/>
              <a:gd name="connsiteY12" fmla="*/ 0 h 1856353"/>
              <a:gd name="connsiteX13" fmla="*/ 7348920 w 8962098"/>
              <a:gd name="connsiteY13" fmla="*/ 0 h 1856353"/>
              <a:gd name="connsiteX14" fmla="*/ 7948692 w 8962098"/>
              <a:gd name="connsiteY14" fmla="*/ 0 h 1856353"/>
              <a:gd name="connsiteX15" fmla="*/ 8962098 w 8962098"/>
              <a:gd name="connsiteY15" fmla="*/ 0 h 1856353"/>
              <a:gd name="connsiteX16" fmla="*/ 8962098 w 8962098"/>
              <a:gd name="connsiteY16" fmla="*/ 618784 h 1856353"/>
              <a:gd name="connsiteX17" fmla="*/ 8962098 w 8962098"/>
              <a:gd name="connsiteY17" fmla="*/ 1237569 h 1856353"/>
              <a:gd name="connsiteX18" fmla="*/ 8962098 w 8962098"/>
              <a:gd name="connsiteY18" fmla="*/ 1856353 h 1856353"/>
              <a:gd name="connsiteX19" fmla="*/ 8451948 w 8962098"/>
              <a:gd name="connsiteY19" fmla="*/ 1856353 h 1856353"/>
              <a:gd name="connsiteX20" fmla="*/ 7762556 w 8962098"/>
              <a:gd name="connsiteY20" fmla="*/ 1856353 h 1856353"/>
              <a:gd name="connsiteX21" fmla="*/ 7073163 w 8962098"/>
              <a:gd name="connsiteY21" fmla="*/ 1856353 h 1856353"/>
              <a:gd name="connsiteX22" fmla="*/ 6473392 w 8962098"/>
              <a:gd name="connsiteY22" fmla="*/ 1856353 h 1856353"/>
              <a:gd name="connsiteX23" fmla="*/ 5694379 w 8962098"/>
              <a:gd name="connsiteY23" fmla="*/ 1856353 h 1856353"/>
              <a:gd name="connsiteX24" fmla="*/ 5094608 w 8962098"/>
              <a:gd name="connsiteY24" fmla="*/ 1856353 h 1856353"/>
              <a:gd name="connsiteX25" fmla="*/ 4315595 w 8962098"/>
              <a:gd name="connsiteY25" fmla="*/ 1856353 h 1856353"/>
              <a:gd name="connsiteX26" fmla="*/ 3805445 w 8962098"/>
              <a:gd name="connsiteY26" fmla="*/ 1856353 h 1856353"/>
              <a:gd name="connsiteX27" fmla="*/ 3295294 w 8962098"/>
              <a:gd name="connsiteY27" fmla="*/ 1856353 h 1856353"/>
              <a:gd name="connsiteX28" fmla="*/ 2516281 w 8962098"/>
              <a:gd name="connsiteY28" fmla="*/ 1856353 h 1856353"/>
              <a:gd name="connsiteX29" fmla="*/ 1916510 w 8962098"/>
              <a:gd name="connsiteY29" fmla="*/ 1856353 h 1856353"/>
              <a:gd name="connsiteX30" fmla="*/ 1227118 w 8962098"/>
              <a:gd name="connsiteY30" fmla="*/ 1856353 h 1856353"/>
              <a:gd name="connsiteX31" fmla="*/ 627347 w 8962098"/>
              <a:gd name="connsiteY31" fmla="*/ 1856353 h 1856353"/>
              <a:gd name="connsiteX32" fmla="*/ 0 w 8962098"/>
              <a:gd name="connsiteY32" fmla="*/ 1856353 h 1856353"/>
              <a:gd name="connsiteX33" fmla="*/ 0 w 8962098"/>
              <a:gd name="connsiteY33" fmla="*/ 1200442 h 1856353"/>
              <a:gd name="connsiteX34" fmla="*/ 0 w 8962098"/>
              <a:gd name="connsiteY34" fmla="*/ 637348 h 1856353"/>
              <a:gd name="connsiteX35" fmla="*/ 0 w 8962098"/>
              <a:gd name="connsiteY35" fmla="*/ 0 h 185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856353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86373" y="217661"/>
                  <a:pt x="8950946" y="426390"/>
                  <a:pt x="8962098" y="618784"/>
                </a:cubicBezTo>
                <a:cubicBezTo>
                  <a:pt x="8973250" y="811178"/>
                  <a:pt x="8969820" y="1085466"/>
                  <a:pt x="8962098" y="1237569"/>
                </a:cubicBezTo>
                <a:cubicBezTo>
                  <a:pt x="8954376" y="1389673"/>
                  <a:pt x="8953422" y="1691234"/>
                  <a:pt x="8962098" y="1856353"/>
                </a:cubicBezTo>
                <a:cubicBezTo>
                  <a:pt x="8768339" y="1857491"/>
                  <a:pt x="8635883" y="1859128"/>
                  <a:pt x="8451948" y="1856353"/>
                </a:cubicBezTo>
                <a:cubicBezTo>
                  <a:pt x="8268013" y="1853579"/>
                  <a:pt x="7906679" y="1822669"/>
                  <a:pt x="7762556" y="1856353"/>
                </a:cubicBezTo>
                <a:cubicBezTo>
                  <a:pt x="7618433" y="1890037"/>
                  <a:pt x="7274105" y="1855458"/>
                  <a:pt x="7073163" y="1856353"/>
                </a:cubicBezTo>
                <a:cubicBezTo>
                  <a:pt x="6872221" y="1857248"/>
                  <a:pt x="6624613" y="1847735"/>
                  <a:pt x="6473392" y="1856353"/>
                </a:cubicBezTo>
                <a:cubicBezTo>
                  <a:pt x="6322171" y="1864971"/>
                  <a:pt x="6050537" y="1872020"/>
                  <a:pt x="5694379" y="1856353"/>
                </a:cubicBezTo>
                <a:cubicBezTo>
                  <a:pt x="5338221" y="1840686"/>
                  <a:pt x="5248367" y="1885218"/>
                  <a:pt x="5094608" y="1856353"/>
                </a:cubicBezTo>
                <a:cubicBezTo>
                  <a:pt x="4940849" y="1827488"/>
                  <a:pt x="4475351" y="1837064"/>
                  <a:pt x="4315595" y="1856353"/>
                </a:cubicBezTo>
                <a:cubicBezTo>
                  <a:pt x="4155839" y="1875642"/>
                  <a:pt x="4056568" y="1880358"/>
                  <a:pt x="3805445" y="1856353"/>
                </a:cubicBezTo>
                <a:cubicBezTo>
                  <a:pt x="3554322" y="1832349"/>
                  <a:pt x="3547939" y="1867839"/>
                  <a:pt x="3295294" y="1856353"/>
                </a:cubicBezTo>
                <a:cubicBezTo>
                  <a:pt x="3042649" y="1844867"/>
                  <a:pt x="2707632" y="1823897"/>
                  <a:pt x="2516281" y="1856353"/>
                </a:cubicBezTo>
                <a:cubicBezTo>
                  <a:pt x="2324930" y="1888809"/>
                  <a:pt x="2073134" y="1849467"/>
                  <a:pt x="1916510" y="1856353"/>
                </a:cubicBezTo>
                <a:cubicBezTo>
                  <a:pt x="1759886" y="1863239"/>
                  <a:pt x="1421649" y="1835059"/>
                  <a:pt x="1227118" y="1856353"/>
                </a:cubicBezTo>
                <a:cubicBezTo>
                  <a:pt x="1032587" y="1877647"/>
                  <a:pt x="901337" y="1854080"/>
                  <a:pt x="627347" y="1856353"/>
                </a:cubicBezTo>
                <a:cubicBezTo>
                  <a:pt x="353357" y="1858626"/>
                  <a:pt x="301530" y="1869964"/>
                  <a:pt x="0" y="1856353"/>
                </a:cubicBezTo>
                <a:cubicBezTo>
                  <a:pt x="-27240" y="1663732"/>
                  <a:pt x="-31458" y="1352662"/>
                  <a:pt x="0" y="1200442"/>
                </a:cubicBezTo>
                <a:cubicBezTo>
                  <a:pt x="31458" y="1048222"/>
                  <a:pt x="1347" y="817712"/>
                  <a:pt x="0" y="637348"/>
                </a:cubicBezTo>
                <a:cubicBezTo>
                  <a:pt x="-1347" y="456984"/>
                  <a:pt x="-20507" y="287302"/>
                  <a:pt x="0" y="0"/>
                </a:cubicBezTo>
                <a:close/>
              </a:path>
              <a:path w="8962098" h="1856353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3675" y="140155"/>
                  <a:pt x="8932376" y="425616"/>
                  <a:pt x="8962098" y="655911"/>
                </a:cubicBezTo>
                <a:cubicBezTo>
                  <a:pt x="8991820" y="886206"/>
                  <a:pt x="8961972" y="1115242"/>
                  <a:pt x="8962098" y="1293259"/>
                </a:cubicBezTo>
                <a:cubicBezTo>
                  <a:pt x="8962224" y="1471276"/>
                  <a:pt x="8944597" y="1678136"/>
                  <a:pt x="8962098" y="1856353"/>
                </a:cubicBezTo>
                <a:cubicBezTo>
                  <a:pt x="8796241" y="1867937"/>
                  <a:pt x="8685247" y="1858462"/>
                  <a:pt x="8541569" y="1856353"/>
                </a:cubicBezTo>
                <a:cubicBezTo>
                  <a:pt x="8397891" y="1854244"/>
                  <a:pt x="8145758" y="1841456"/>
                  <a:pt x="7852177" y="1856353"/>
                </a:cubicBezTo>
                <a:cubicBezTo>
                  <a:pt x="7558596" y="1871250"/>
                  <a:pt x="7304328" y="1814092"/>
                  <a:pt x="6983543" y="1856353"/>
                </a:cubicBezTo>
                <a:cubicBezTo>
                  <a:pt x="6662758" y="1898614"/>
                  <a:pt x="6600854" y="1822174"/>
                  <a:pt x="6294150" y="1856353"/>
                </a:cubicBezTo>
                <a:cubicBezTo>
                  <a:pt x="5987446" y="1890532"/>
                  <a:pt x="5839644" y="1867818"/>
                  <a:pt x="5515137" y="1856353"/>
                </a:cubicBezTo>
                <a:cubicBezTo>
                  <a:pt x="5190630" y="1844888"/>
                  <a:pt x="5109494" y="1852012"/>
                  <a:pt x="4736124" y="1856353"/>
                </a:cubicBezTo>
                <a:cubicBezTo>
                  <a:pt x="4362754" y="1860694"/>
                  <a:pt x="4365982" y="1833287"/>
                  <a:pt x="4136353" y="1856353"/>
                </a:cubicBezTo>
                <a:cubicBezTo>
                  <a:pt x="3906724" y="1879419"/>
                  <a:pt x="3787067" y="1841424"/>
                  <a:pt x="3626203" y="1856353"/>
                </a:cubicBezTo>
                <a:cubicBezTo>
                  <a:pt x="3465339" y="1871283"/>
                  <a:pt x="3152702" y="1820879"/>
                  <a:pt x="2757569" y="1856353"/>
                </a:cubicBezTo>
                <a:cubicBezTo>
                  <a:pt x="2362436" y="1891827"/>
                  <a:pt x="2209304" y="1844334"/>
                  <a:pt x="2068176" y="1856353"/>
                </a:cubicBezTo>
                <a:cubicBezTo>
                  <a:pt x="1927048" y="1868372"/>
                  <a:pt x="1448099" y="1843166"/>
                  <a:pt x="1199542" y="1856353"/>
                </a:cubicBezTo>
                <a:cubicBezTo>
                  <a:pt x="950985" y="1869540"/>
                  <a:pt x="527239" y="1805978"/>
                  <a:pt x="0" y="1856353"/>
                </a:cubicBezTo>
                <a:cubicBezTo>
                  <a:pt x="-15033" y="1719317"/>
                  <a:pt x="9483" y="1552692"/>
                  <a:pt x="0" y="1274696"/>
                </a:cubicBezTo>
                <a:cubicBezTo>
                  <a:pt x="-9483" y="996700"/>
                  <a:pt x="-4565" y="986905"/>
                  <a:pt x="0" y="711602"/>
                </a:cubicBezTo>
                <a:cubicBezTo>
                  <a:pt x="4565" y="436299"/>
                  <a:pt x="-14610" y="17063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goo</a:t>
            </a:r>
            <a:r>
              <a:rPr lang="ko-KR" altLang="en-US" sz="1000">
                <a:solidFill>
                  <a:srgbClr val="00B050"/>
                </a:solidFill>
              </a:rPr>
              <a:t>형 변수 </a:t>
            </a:r>
            <a:r>
              <a:rPr lang="en-US" altLang="ko-KR" sz="1000">
                <a:solidFill>
                  <a:srgbClr val="00B050"/>
                </a:solidFill>
              </a:rPr>
              <a:t>s1</a:t>
            </a:r>
          </a:p>
          <a:p>
            <a:r>
              <a:rPr lang="en-US" altLang="ko-KR" sz="1000"/>
              <a:t>goo s1{ 1, eMESSAGE_TYPE::A, "test string", {10,20,30} };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bar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*1) buf</a:t>
            </a:r>
            <a:r>
              <a:rPr lang="ko-KR" altLang="en-US" sz="1000">
                <a:solidFill>
                  <a:srgbClr val="00B050"/>
                </a:solidFill>
              </a:rPr>
              <a:t>에 </a:t>
            </a:r>
            <a:r>
              <a:rPr lang="en-US" altLang="ko-KR" sz="1000">
                <a:solidFill>
                  <a:srgbClr val="00B050"/>
                </a:solidFill>
              </a:rPr>
              <a:t>DATA</a:t>
            </a:r>
            <a:r>
              <a:rPr lang="ko-KR" altLang="en-US" sz="1000">
                <a:solidFill>
                  <a:srgbClr val="00B050"/>
                </a:solidFill>
              </a:rPr>
              <a:t>형 변수 </a:t>
            </a:r>
            <a:r>
              <a:rPr lang="en-US" altLang="ko-KR" sz="1000">
                <a:solidFill>
                  <a:srgbClr val="00B050"/>
                </a:solidFill>
              </a:rPr>
              <a:t>s1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bar.append(s1);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bar</a:t>
            </a:r>
            <a:r>
              <a:rPr lang="ko-KR" altLang="en-US" sz="1000">
                <a:solidFill>
                  <a:srgbClr val="00B050"/>
                </a:solidFill>
              </a:rPr>
              <a:t>의 </a:t>
            </a:r>
            <a:r>
              <a:rPr lang="en-US" altLang="ko-KR" sz="1000">
                <a:solidFill>
                  <a:srgbClr val="00B050"/>
                </a:solidFill>
              </a:rPr>
              <a:t>size_</a:t>
            </a:r>
            <a:r>
              <a:rPr lang="ko-KR" altLang="en-US" sz="1000">
                <a:solidFill>
                  <a:srgbClr val="00B050"/>
                </a:solidFill>
              </a:rPr>
              <a:t>값을 출력한다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"size_: " &lt;&lt; bar.size() &lt;&lt; '\n';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13CC09-516B-4A1C-8BC2-99E2B717029E}"/>
              </a:ext>
            </a:extLst>
          </p:cNvPr>
          <p:cNvSpPr txBox="1"/>
          <p:nvPr/>
        </p:nvSpPr>
        <p:spPr>
          <a:xfrm>
            <a:off x="1406525" y="4992688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결과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AF14B3-BDFF-4D73-B7BA-F15BE9296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951" y="5375103"/>
            <a:ext cx="3971925" cy="77152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96A8072-0092-4A53-AA8E-6321A98E3BEC}"/>
              </a:ext>
            </a:extLst>
          </p:cNvPr>
          <p:cNvSpPr/>
          <p:nvPr/>
        </p:nvSpPr>
        <p:spPr>
          <a:xfrm>
            <a:off x="1614951" y="2904884"/>
            <a:ext cx="8962098" cy="2010241"/>
          </a:xfrm>
          <a:custGeom>
            <a:avLst/>
            <a:gdLst>
              <a:gd name="connsiteX0" fmla="*/ 0 w 8962098"/>
              <a:gd name="connsiteY0" fmla="*/ 0 h 2010241"/>
              <a:gd name="connsiteX1" fmla="*/ 510150 w 8962098"/>
              <a:gd name="connsiteY1" fmla="*/ 0 h 2010241"/>
              <a:gd name="connsiteX2" fmla="*/ 930679 w 8962098"/>
              <a:gd name="connsiteY2" fmla="*/ 0 h 2010241"/>
              <a:gd name="connsiteX3" fmla="*/ 1440830 w 8962098"/>
              <a:gd name="connsiteY3" fmla="*/ 0 h 2010241"/>
              <a:gd name="connsiteX4" fmla="*/ 2040601 w 8962098"/>
              <a:gd name="connsiteY4" fmla="*/ 0 h 2010241"/>
              <a:gd name="connsiteX5" fmla="*/ 2461130 w 8962098"/>
              <a:gd name="connsiteY5" fmla="*/ 0 h 2010241"/>
              <a:gd name="connsiteX6" fmla="*/ 3060901 w 8962098"/>
              <a:gd name="connsiteY6" fmla="*/ 0 h 2010241"/>
              <a:gd name="connsiteX7" fmla="*/ 3660672 w 8962098"/>
              <a:gd name="connsiteY7" fmla="*/ 0 h 2010241"/>
              <a:gd name="connsiteX8" fmla="*/ 4439685 w 8962098"/>
              <a:gd name="connsiteY8" fmla="*/ 0 h 2010241"/>
              <a:gd name="connsiteX9" fmla="*/ 4860215 w 8962098"/>
              <a:gd name="connsiteY9" fmla="*/ 0 h 2010241"/>
              <a:gd name="connsiteX10" fmla="*/ 5549607 w 8962098"/>
              <a:gd name="connsiteY10" fmla="*/ 0 h 2010241"/>
              <a:gd name="connsiteX11" fmla="*/ 6059757 w 8962098"/>
              <a:gd name="connsiteY11" fmla="*/ 0 h 2010241"/>
              <a:gd name="connsiteX12" fmla="*/ 6480286 w 8962098"/>
              <a:gd name="connsiteY12" fmla="*/ 0 h 2010241"/>
              <a:gd name="connsiteX13" fmla="*/ 7348920 w 8962098"/>
              <a:gd name="connsiteY13" fmla="*/ 0 h 2010241"/>
              <a:gd name="connsiteX14" fmla="*/ 7948692 w 8962098"/>
              <a:gd name="connsiteY14" fmla="*/ 0 h 2010241"/>
              <a:gd name="connsiteX15" fmla="*/ 8962098 w 8962098"/>
              <a:gd name="connsiteY15" fmla="*/ 0 h 2010241"/>
              <a:gd name="connsiteX16" fmla="*/ 8962098 w 8962098"/>
              <a:gd name="connsiteY16" fmla="*/ 670080 h 2010241"/>
              <a:gd name="connsiteX17" fmla="*/ 8962098 w 8962098"/>
              <a:gd name="connsiteY17" fmla="*/ 1340161 h 2010241"/>
              <a:gd name="connsiteX18" fmla="*/ 8962098 w 8962098"/>
              <a:gd name="connsiteY18" fmla="*/ 2010241 h 2010241"/>
              <a:gd name="connsiteX19" fmla="*/ 8451948 w 8962098"/>
              <a:gd name="connsiteY19" fmla="*/ 2010241 h 2010241"/>
              <a:gd name="connsiteX20" fmla="*/ 7762556 w 8962098"/>
              <a:gd name="connsiteY20" fmla="*/ 2010241 h 2010241"/>
              <a:gd name="connsiteX21" fmla="*/ 7073163 w 8962098"/>
              <a:gd name="connsiteY21" fmla="*/ 2010241 h 2010241"/>
              <a:gd name="connsiteX22" fmla="*/ 6473392 w 8962098"/>
              <a:gd name="connsiteY22" fmla="*/ 2010241 h 2010241"/>
              <a:gd name="connsiteX23" fmla="*/ 5694379 w 8962098"/>
              <a:gd name="connsiteY23" fmla="*/ 2010241 h 2010241"/>
              <a:gd name="connsiteX24" fmla="*/ 5094608 w 8962098"/>
              <a:gd name="connsiteY24" fmla="*/ 2010241 h 2010241"/>
              <a:gd name="connsiteX25" fmla="*/ 4315595 w 8962098"/>
              <a:gd name="connsiteY25" fmla="*/ 2010241 h 2010241"/>
              <a:gd name="connsiteX26" fmla="*/ 3805445 w 8962098"/>
              <a:gd name="connsiteY26" fmla="*/ 2010241 h 2010241"/>
              <a:gd name="connsiteX27" fmla="*/ 3295294 w 8962098"/>
              <a:gd name="connsiteY27" fmla="*/ 2010241 h 2010241"/>
              <a:gd name="connsiteX28" fmla="*/ 2516281 w 8962098"/>
              <a:gd name="connsiteY28" fmla="*/ 2010241 h 2010241"/>
              <a:gd name="connsiteX29" fmla="*/ 1916510 w 8962098"/>
              <a:gd name="connsiteY29" fmla="*/ 2010241 h 2010241"/>
              <a:gd name="connsiteX30" fmla="*/ 1227118 w 8962098"/>
              <a:gd name="connsiteY30" fmla="*/ 2010241 h 2010241"/>
              <a:gd name="connsiteX31" fmla="*/ 627347 w 8962098"/>
              <a:gd name="connsiteY31" fmla="*/ 2010241 h 2010241"/>
              <a:gd name="connsiteX32" fmla="*/ 0 w 8962098"/>
              <a:gd name="connsiteY32" fmla="*/ 2010241 h 2010241"/>
              <a:gd name="connsiteX33" fmla="*/ 0 w 8962098"/>
              <a:gd name="connsiteY33" fmla="*/ 1299956 h 2010241"/>
              <a:gd name="connsiteX34" fmla="*/ 0 w 8962098"/>
              <a:gd name="connsiteY34" fmla="*/ 690183 h 2010241"/>
              <a:gd name="connsiteX35" fmla="*/ 0 w 8962098"/>
              <a:gd name="connsiteY35" fmla="*/ 0 h 20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010241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50704" y="152288"/>
                  <a:pt x="8977946" y="444756"/>
                  <a:pt x="8962098" y="670080"/>
                </a:cubicBezTo>
                <a:cubicBezTo>
                  <a:pt x="8946250" y="895404"/>
                  <a:pt x="8977368" y="1081192"/>
                  <a:pt x="8962098" y="1340161"/>
                </a:cubicBezTo>
                <a:cubicBezTo>
                  <a:pt x="8946828" y="1599130"/>
                  <a:pt x="8945184" y="1784748"/>
                  <a:pt x="8962098" y="2010241"/>
                </a:cubicBezTo>
                <a:cubicBezTo>
                  <a:pt x="8768339" y="2011379"/>
                  <a:pt x="8635883" y="2013016"/>
                  <a:pt x="8451948" y="2010241"/>
                </a:cubicBezTo>
                <a:cubicBezTo>
                  <a:pt x="8268013" y="2007467"/>
                  <a:pt x="7906679" y="1976557"/>
                  <a:pt x="7762556" y="2010241"/>
                </a:cubicBezTo>
                <a:cubicBezTo>
                  <a:pt x="7618433" y="2043925"/>
                  <a:pt x="7274105" y="2009346"/>
                  <a:pt x="7073163" y="2010241"/>
                </a:cubicBezTo>
                <a:cubicBezTo>
                  <a:pt x="6872221" y="2011136"/>
                  <a:pt x="6624613" y="2001623"/>
                  <a:pt x="6473392" y="2010241"/>
                </a:cubicBezTo>
                <a:cubicBezTo>
                  <a:pt x="6322171" y="2018859"/>
                  <a:pt x="6050537" y="2025908"/>
                  <a:pt x="5694379" y="2010241"/>
                </a:cubicBezTo>
                <a:cubicBezTo>
                  <a:pt x="5338221" y="1994574"/>
                  <a:pt x="5248367" y="2039106"/>
                  <a:pt x="5094608" y="2010241"/>
                </a:cubicBezTo>
                <a:cubicBezTo>
                  <a:pt x="4940849" y="1981376"/>
                  <a:pt x="4475351" y="1990952"/>
                  <a:pt x="4315595" y="2010241"/>
                </a:cubicBezTo>
                <a:cubicBezTo>
                  <a:pt x="4155839" y="2029530"/>
                  <a:pt x="4056568" y="2034246"/>
                  <a:pt x="3805445" y="2010241"/>
                </a:cubicBezTo>
                <a:cubicBezTo>
                  <a:pt x="3554322" y="1986237"/>
                  <a:pt x="3547939" y="2021727"/>
                  <a:pt x="3295294" y="2010241"/>
                </a:cubicBezTo>
                <a:cubicBezTo>
                  <a:pt x="3042649" y="1998755"/>
                  <a:pt x="2707632" y="1977785"/>
                  <a:pt x="2516281" y="2010241"/>
                </a:cubicBezTo>
                <a:cubicBezTo>
                  <a:pt x="2324930" y="2042697"/>
                  <a:pt x="2073134" y="2003355"/>
                  <a:pt x="1916510" y="2010241"/>
                </a:cubicBezTo>
                <a:cubicBezTo>
                  <a:pt x="1759886" y="2017127"/>
                  <a:pt x="1421649" y="1988947"/>
                  <a:pt x="1227118" y="2010241"/>
                </a:cubicBezTo>
                <a:cubicBezTo>
                  <a:pt x="1032587" y="2031535"/>
                  <a:pt x="901337" y="2007968"/>
                  <a:pt x="627347" y="2010241"/>
                </a:cubicBezTo>
                <a:cubicBezTo>
                  <a:pt x="353357" y="2012514"/>
                  <a:pt x="301530" y="2023852"/>
                  <a:pt x="0" y="2010241"/>
                </a:cubicBezTo>
                <a:cubicBezTo>
                  <a:pt x="3098" y="1671456"/>
                  <a:pt x="-4239" y="1606186"/>
                  <a:pt x="0" y="1299956"/>
                </a:cubicBezTo>
                <a:cubicBezTo>
                  <a:pt x="4239" y="993726"/>
                  <a:pt x="-22064" y="979816"/>
                  <a:pt x="0" y="690183"/>
                </a:cubicBezTo>
                <a:cubicBezTo>
                  <a:pt x="22064" y="400550"/>
                  <a:pt x="18197" y="189374"/>
                  <a:pt x="0" y="0"/>
                </a:cubicBezTo>
                <a:close/>
              </a:path>
              <a:path w="8962098" h="2010241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7682" y="309070"/>
                  <a:pt x="8969303" y="533256"/>
                  <a:pt x="8962098" y="710285"/>
                </a:cubicBezTo>
                <a:cubicBezTo>
                  <a:pt x="8954893" y="887314"/>
                  <a:pt x="8947019" y="1150441"/>
                  <a:pt x="8962098" y="1400468"/>
                </a:cubicBezTo>
                <a:cubicBezTo>
                  <a:pt x="8977177" y="1650495"/>
                  <a:pt x="8963930" y="1845639"/>
                  <a:pt x="8962098" y="2010241"/>
                </a:cubicBezTo>
                <a:cubicBezTo>
                  <a:pt x="8796241" y="2021825"/>
                  <a:pt x="8685247" y="2012350"/>
                  <a:pt x="8541569" y="2010241"/>
                </a:cubicBezTo>
                <a:cubicBezTo>
                  <a:pt x="8397891" y="2008132"/>
                  <a:pt x="8145758" y="1995344"/>
                  <a:pt x="7852177" y="2010241"/>
                </a:cubicBezTo>
                <a:cubicBezTo>
                  <a:pt x="7558596" y="2025138"/>
                  <a:pt x="7304328" y="1967980"/>
                  <a:pt x="6983543" y="2010241"/>
                </a:cubicBezTo>
                <a:cubicBezTo>
                  <a:pt x="6662758" y="2052502"/>
                  <a:pt x="6600854" y="1976062"/>
                  <a:pt x="6294150" y="2010241"/>
                </a:cubicBezTo>
                <a:cubicBezTo>
                  <a:pt x="5987446" y="2044420"/>
                  <a:pt x="5839644" y="2021706"/>
                  <a:pt x="5515137" y="2010241"/>
                </a:cubicBezTo>
                <a:cubicBezTo>
                  <a:pt x="5190630" y="1998776"/>
                  <a:pt x="5109494" y="2005900"/>
                  <a:pt x="4736124" y="2010241"/>
                </a:cubicBezTo>
                <a:cubicBezTo>
                  <a:pt x="4362754" y="2014582"/>
                  <a:pt x="4365982" y="1987175"/>
                  <a:pt x="4136353" y="2010241"/>
                </a:cubicBezTo>
                <a:cubicBezTo>
                  <a:pt x="3906724" y="2033307"/>
                  <a:pt x="3787067" y="1995312"/>
                  <a:pt x="3626203" y="2010241"/>
                </a:cubicBezTo>
                <a:cubicBezTo>
                  <a:pt x="3465339" y="2025171"/>
                  <a:pt x="3152702" y="1974767"/>
                  <a:pt x="2757569" y="2010241"/>
                </a:cubicBezTo>
                <a:cubicBezTo>
                  <a:pt x="2362436" y="2045715"/>
                  <a:pt x="2209304" y="1998222"/>
                  <a:pt x="2068176" y="2010241"/>
                </a:cubicBezTo>
                <a:cubicBezTo>
                  <a:pt x="1927048" y="2022260"/>
                  <a:pt x="1448099" y="1997054"/>
                  <a:pt x="1199542" y="2010241"/>
                </a:cubicBezTo>
                <a:cubicBezTo>
                  <a:pt x="950985" y="2023428"/>
                  <a:pt x="527239" y="1959866"/>
                  <a:pt x="0" y="2010241"/>
                </a:cubicBezTo>
                <a:cubicBezTo>
                  <a:pt x="3654" y="1855433"/>
                  <a:pt x="-8957" y="1553621"/>
                  <a:pt x="0" y="1380365"/>
                </a:cubicBezTo>
                <a:cubicBezTo>
                  <a:pt x="8957" y="1207109"/>
                  <a:pt x="17283" y="992241"/>
                  <a:pt x="0" y="770592"/>
                </a:cubicBezTo>
                <a:cubicBezTo>
                  <a:pt x="-17283" y="548943"/>
                  <a:pt x="20190" y="23751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*2) goo</a:t>
            </a:r>
            <a:r>
              <a:rPr lang="ko-KR" altLang="en-US" sz="1000">
                <a:solidFill>
                  <a:srgbClr val="00B050"/>
                </a:solidFill>
              </a:rPr>
              <a:t>형을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해서 읽어낸다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bar.extract&lt;goo&gt;();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goo</a:t>
            </a:r>
            <a:r>
              <a:rPr lang="ko-KR" altLang="en-US" sz="1000">
                <a:solidFill>
                  <a:srgbClr val="00B050"/>
                </a:solidFill>
              </a:rPr>
              <a:t>를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"a: " &lt;&lt; s1.a &lt;&lt; '\n';</a:t>
            </a:r>
          </a:p>
          <a:p>
            <a:r>
              <a:rPr lang="en-US" altLang="ko-KR" sz="1000"/>
              <a:t>std::cout &lt;&lt; "b: " &lt;&lt; </a:t>
            </a:r>
            <a:r>
              <a:rPr lang="en-US" altLang="ko-KR" sz="1000">
                <a:solidFill>
                  <a:srgbClr val="0000FF"/>
                </a:solidFill>
              </a:rPr>
              <a:t>static_cast</a:t>
            </a:r>
            <a:r>
              <a:rPr lang="en-US" altLang="ko-KR" sz="1000"/>
              <a:t>&lt;</a:t>
            </a:r>
            <a:r>
              <a:rPr lang="en-US" altLang="ko-KR" sz="1000">
                <a:solidFill>
                  <a:srgbClr val="0000FF"/>
                </a:solidFill>
              </a:rPr>
              <a:t>int32_t</a:t>
            </a:r>
            <a:r>
              <a:rPr lang="en-US" altLang="ko-KR" sz="1000"/>
              <a:t>&gt;(s1.b) &lt;&lt; '\n';</a:t>
            </a:r>
          </a:p>
          <a:p>
            <a:r>
              <a:rPr lang="en-US" altLang="ko-KR" sz="1000"/>
              <a:t>std::cout &lt;&lt; "c: " &lt;&lt; s1.c &lt;&lt; '\n';</a:t>
            </a:r>
          </a:p>
          <a:p>
            <a:r>
              <a:rPr lang="en-US" altLang="ko-KR" sz="1000"/>
              <a:t>std::cout &lt;&lt; "d: " &lt;&lt; s1.d &lt;&lt; '\n';</a:t>
            </a:r>
          </a:p>
          <a:p>
            <a:r>
              <a:rPr lang="en-US" altLang="ko-KR" sz="1000"/>
              <a:t>std::cout &lt;&lt; "e: ";</a:t>
            </a:r>
          </a:p>
          <a:p>
            <a:r>
              <a:rPr lang="pt-BR" altLang="ko-KR" sz="1000"/>
              <a:t>for(</a:t>
            </a:r>
            <a:r>
              <a:rPr lang="pt-BR" altLang="ko-KR" sz="1000">
                <a:solidFill>
                  <a:srgbClr val="0000FF"/>
                </a:solidFill>
              </a:rPr>
              <a:t>auto</a:t>
            </a:r>
            <a:r>
              <a:rPr lang="pt-BR" altLang="ko-KR" sz="1000"/>
              <a:t> iter: s1.e)</a:t>
            </a:r>
          </a:p>
          <a:p>
            <a:r>
              <a:rPr lang="en-US" altLang="ko-KR" sz="1000"/>
              <a:t>  std::cout &lt;&lt; iter &lt;&lt; " ";</a:t>
            </a:r>
          </a:p>
          <a:p>
            <a:r>
              <a:rPr lang="en-US" altLang="ko-KR" sz="1000"/>
              <a:t>std::cout &lt;&lt; '\n';</a:t>
            </a:r>
          </a:p>
        </p:txBody>
      </p:sp>
    </p:spTree>
    <p:extLst>
      <p:ext uri="{BB962C8B-B14F-4D97-AF65-F5344CB8AC3E}">
        <p14:creationId xmlns:p14="http://schemas.microsoft.com/office/powerpoint/2010/main" val="238981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250406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E4EB-2CF1-4DBC-9CE3-9BECDFECECCB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BB6FB-9184-4FAE-A952-8ACF6BFDE79D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C153B9-805B-489B-8741-4B5D93C359DA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4412</TotalTime>
  <Words>959</Words>
  <Application>Microsoft Office PowerPoint</Application>
  <PresentationFormat>와이드스크린</PresentationFormat>
  <Paragraphs>136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HY견명조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295</cp:revision>
  <dcterms:created xsi:type="dcterms:W3CDTF">2019-08-08T18:29:33Z</dcterms:created>
  <dcterms:modified xsi:type="dcterms:W3CDTF">2020-01-14T05:20:42Z</dcterms:modified>
</cp:coreProperties>
</file>