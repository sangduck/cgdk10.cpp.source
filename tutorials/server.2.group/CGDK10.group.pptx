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8" y="12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4006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1. CGD::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416050" y="1376938"/>
            <a:ext cx="3698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2. CGD::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Idestroyable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666A0-A1E1-4CF4-B6F8-1F3A627915EB}"/>
              </a:ext>
            </a:extLst>
          </p:cNvPr>
          <p:cNvSpPr txBox="1"/>
          <p:nvPr/>
        </p:nvSpPr>
        <p:spPr>
          <a:xfrm>
            <a:off x="1416050" y="1737876"/>
            <a:ext cx="18710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 풀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(object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pool)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68300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CGC.II..GROUP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표준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스마트포인터와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다르게 객체 자체가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참조계수르르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가짐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상속받은 객체를 대상으로만 처리를 함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Object_ptr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동적 할당은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혹은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NEW&lt;T&gt;()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함수로 원하는 객체 동적 할당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own_ptr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동적 할당은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make_own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유일하게 하나만 존재하는 동적 객체를 위한 것</a:t>
            </a:r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소멸될 때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destroy()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호출해준다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순환참조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문제를 해결하기 위해서도 사용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대신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Ipoolable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상속받으면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 호출 시 자동으로 풀에서 할당을 받음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할당해제시 자동으로 풀로 다시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돌아감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Ireferenceable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상속받아 </a:t>
            </a:r>
            <a:r>
              <a:rPr lang="en-US" altLang="ko-KR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make_object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&lt;T&gt;()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할당 받은 모든 객체는 내부적으로 통계를 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메모리릭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등과 같은 문제가 발생시 확인 가능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300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HY신명조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129</cp:revision>
  <dcterms:created xsi:type="dcterms:W3CDTF">2019-08-08T18:29:33Z</dcterms:created>
  <dcterms:modified xsi:type="dcterms:W3CDTF">2019-12-30T18:26:35Z</dcterms:modified>
</cp:coreProperties>
</file>