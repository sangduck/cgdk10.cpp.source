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6" r:id="rId4"/>
    <p:sldId id="261" r:id="rId5"/>
    <p:sldId id="262" r:id="rId6"/>
    <p:sldId id="267" r:id="rId7"/>
    <p:sldId id="26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08" y="102"/>
      </p:cViewPr>
      <p:guideLst>
        <p:guide orient="horz" pos="391"/>
        <p:guide pos="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2A7E5-9D6C-4D49-9F84-6FD5581D5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DF23D0-ACA9-4109-859D-3ECB447A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36A17-8D0E-4BD4-9D11-B7A7E9E9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2E944-0ED1-4607-A36C-5BB69830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9B9D4-8BBC-476D-8064-35CFCD6B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19A54-E745-4CC6-BB95-027B3121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27CD9-8FD6-41DB-92D5-54381022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1E69F-6A0C-4988-A80C-D9E07998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0A22F-E157-407D-9059-6BA690D7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5A3EE-62DB-427A-BC57-1105595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8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695-5C44-4966-9A13-1C984D98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B4F0D-22E9-4085-831F-FD98A827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917BF-93D8-4FAE-9057-B5DC34BF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F97A2-C5F5-4A31-8A8E-9DB0E5BF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D523A-5E78-4084-9250-EA62E800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C6390-10D0-4FD4-A9C5-512525EC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AF698-79AC-473D-91BE-2AC4B6A9A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7004C-44EF-4C97-90AD-CEC005B13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A3BB-F86B-423B-ADF0-0C45FFA7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BA172-663F-4746-A340-81A5A245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8ECEE4-F0CB-4000-8737-D35FA8E9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08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33FDE-6868-41BC-989B-C7995DAA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CE7D6-2226-4B65-8C8E-7CC6A6A5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92D66-1FD3-41EB-97C7-DE6FA7F9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733F04-26EC-425A-A594-4302ABE0A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AB9B29-E3A0-4BA3-A785-C6DCCEF71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93CB7F-B41A-4C1B-ABF3-7333EA9C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76826-AE98-4493-AE44-3F7ACB5B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49C020-97C1-43ED-95BF-408B8BF8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9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E3F6-CD7E-4531-9825-DA1294BB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64A65-7602-4E2F-AB3A-1DB84F3C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70FC8-7EFF-42A1-A3DD-2E35F1F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EA32FA-FEE4-4DBD-930C-A337BE21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6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FEF22-CFFB-471E-8960-DC35A80D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8E9B52-4735-4887-B334-2DAF9484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49622-257C-4566-88C3-8C0E40D1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1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14B03-A7BA-4811-B9E6-F4B68F50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ABAA1-C57E-4FE1-B2AD-CB2F1C6B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A1A2C-F9BA-416A-BBF9-D65DDE04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EEA2E-4425-4FB2-B940-D630ECB6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5F14BC-4609-49B0-B88F-71ED21D8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2F4A1-01AF-4213-B737-2A01F21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43167-4408-4C58-ADD5-FC60A11E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8274A-E2D6-47D8-8667-1D77CFAB2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9D13A-7EED-4A00-A107-5A9D6EE8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2886C8-A6B0-4365-8DF4-783E1627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C8015C-9296-41FD-8594-A6F545A4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2F2D0-7A4D-4569-A726-EFB2F9A6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2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FE90C-3B64-42E6-831B-DF1AF8BE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F9955E-804B-4847-A548-B8FAB8A8F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6D88-EA8C-4E33-9AA0-265D828D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6A646-1DCD-47EA-9189-479181E5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0B22C-804C-4B5E-BC7E-9728A7D2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03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339A3-C568-40CC-80EA-0D67438C8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0BA901-4156-43E5-997D-B97D5525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A3A72-6D07-48D1-A145-8C8FC73B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FE233-6062-4295-98E2-CDA8399D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950D5-233D-4487-955B-863FE15E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24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FC0F-2DDD-468F-8DBD-6A2807F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676674-756A-42FE-BD0C-C3CECBFD8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A869F-4294-4684-B447-EA0E57952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D8D2-D0ED-4DCE-B1CA-EB46F385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C4440-5EEA-42C9-BA7E-B3A419EF5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37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390413" y="1016000"/>
            <a:ext cx="40062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1. CGD::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object_ptr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Ireferenceable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인터페이스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1390413" y="1376938"/>
            <a:ext cx="36984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2. CGD::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own_ptr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Idestroyable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인터페이스</a:t>
            </a: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B666A0-A1E1-4CF4-B6F8-1F3A627915EB}"/>
              </a:ext>
            </a:extLst>
          </p:cNvPr>
          <p:cNvSpPr txBox="1"/>
          <p:nvPr/>
        </p:nvSpPr>
        <p:spPr>
          <a:xfrm>
            <a:off x="1390413" y="1737876"/>
            <a:ext cx="18710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3.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객체 풀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(object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pool)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3D706D0-7F00-44B7-8338-DA6DCD0C282B}"/>
              </a:ext>
            </a:extLst>
          </p:cNvPr>
          <p:cNvSpPr txBox="1">
            <a:spLocks/>
          </p:cNvSpPr>
          <p:nvPr/>
        </p:nvSpPr>
        <p:spPr>
          <a:xfrm>
            <a:off x="368300" y="347663"/>
            <a:ext cx="5207000" cy="6683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CGC.</a:t>
            </a:r>
            <a:r>
              <a:rPr lang="en-US" altLang="ko-KR" sz="3200" b="1"/>
              <a:t>II..SERVICE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9725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Object_ptr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은 표준 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스마트포인터와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다르게 객체 자체가 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참조계수르르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가짐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따라서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Ireferenceable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상속받은 객체를 대상으로만 처리를 함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245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48085"/>
            <a:ext cx="89309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Object_ptr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동적 할당은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make_object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&lt;T&gt;()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함수 혹은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NEW&lt;T&gt;()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함수로 원하는 객체 동적 할당 가능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DBE5E-E08F-4485-A0A1-8C1E0028A631}"/>
              </a:ext>
            </a:extLst>
          </p:cNvPr>
          <p:cNvSpPr txBox="1"/>
          <p:nvPr/>
        </p:nvSpPr>
        <p:spPr>
          <a:xfrm>
            <a:off x="1416050" y="3121223"/>
            <a:ext cx="7261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own_ptr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동적 할당은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make_own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&lt;T&gt;()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가능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376CD-1029-457C-9A3E-FFC2A5AE1BD6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E18FB9-9089-4DEC-B4E4-2F41FA93DD7B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EE7E7A-C3F9-4BDA-8CEF-1B975D0C3A74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13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1855892" y="-11382"/>
            <a:ext cx="3390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own_ptr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Idestroyable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2105E-14D1-4432-8536-C8D29B2DD845}"/>
              </a:ext>
            </a:extLst>
          </p:cNvPr>
          <p:cNvSpPr txBox="1"/>
          <p:nvPr/>
        </p:nvSpPr>
        <p:spPr>
          <a:xfrm>
            <a:off x="1416050" y="620713"/>
            <a:ext cx="716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유일하게 하나만 존재하는 동적 객체를 위한 것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소멸될 때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destroy()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함수를 호출해준다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순환참조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문제를 해결하기 위해서도 사용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86ADFB-B5C7-4BD5-BE49-926036824C84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93640-ABDC-4F42-9C1A-02ED41CAF266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884537C-C1C2-4B0D-8697-8217999CE1CD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08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14197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객체 풀</a:t>
            </a:r>
            <a:r>
              <a:rPr lang="en-US" altLang="ko-KR" b="1" dirty="0"/>
              <a:t>.object</a:t>
            </a:r>
            <a:r>
              <a:rPr lang="ko-KR" altLang="en-US" b="1" dirty="0"/>
              <a:t> </a:t>
            </a:r>
            <a:r>
              <a:rPr lang="en-US" altLang="ko-KR" b="1" dirty="0"/>
              <a:t>pool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416050" y="620713"/>
            <a:ext cx="9048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Ireferenceable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대신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Ipoolable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상속받으면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make_object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&lt;T&gt;()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함수 호출 시 자동으로 풀에서 할당을 받음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할당해제시 자동으로 풀로 다시 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돌아감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644326-5966-4BE8-B87A-BAF4B480482E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4D35E4-88F9-42B2-83DD-0AA65C4AFBC9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B6DA0D3-AF9C-43E0-B610-D245889D9F47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003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1270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객체 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416050" y="620713"/>
            <a:ext cx="9751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Ireferenceable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상속받아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make_object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&lt;T&gt;()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할당 받은 모든 객체는 내부적으로 통계를 냄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메모리릭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등과 같은 문제가 발생시 확인 가능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8BA61-B650-4A92-BD27-814B7E1E2E78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93BAF40-511F-4280-9B0F-3DA111408462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38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0"/>
            <a:ext cx="63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FAQ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8BA61-B650-4A92-BD27-814B7E1E2E78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B362E6D-A6B2-4CDD-A469-E33822357EB6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300</Words>
  <Application>Microsoft Office PowerPoint</Application>
  <PresentationFormat>와이드스크린</PresentationFormat>
  <Paragraphs>40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HY신명조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상현 조</dc:creator>
  <cp:lastModifiedBy>조 상현</cp:lastModifiedBy>
  <cp:revision>127</cp:revision>
  <dcterms:created xsi:type="dcterms:W3CDTF">2019-08-08T18:29:33Z</dcterms:created>
  <dcterms:modified xsi:type="dcterms:W3CDTF">2019-12-30T18:38:06Z</dcterms:modified>
</cp:coreProperties>
</file>