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32" y="366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06DA0EB-BB7F-4C90-8379-31BEEE88919A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1016000"/>
            <a:ext cx="50525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CGD::</a:t>
            </a:r>
            <a:r>
              <a:rPr lang="en-US" altLang="ko-KR" sz="1600" dirty="0" err="1"/>
              <a:t>object_ptr</a:t>
            </a:r>
            <a:r>
              <a:rPr lang="en-US" altLang="ko-KR" sz="1600" dirty="0"/>
              <a:t>&lt;T&gt;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Ireferenceable</a:t>
            </a:r>
            <a:r>
              <a:rPr lang="en-US" altLang="ko-KR" sz="1600" dirty="0"/>
              <a:t> </a:t>
            </a:r>
            <a:r>
              <a:rPr lang="ko-KR" altLang="en-US" sz="1600" dirty="0"/>
              <a:t>인터페이스</a:t>
            </a:r>
            <a:endParaRPr lang="en-US" altLang="ko-KR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1600" dirty="0"/>
              <a:t>CGD::</a:t>
            </a:r>
            <a:r>
              <a:rPr lang="en-US" altLang="ko-KR" sz="1600" dirty="0" err="1"/>
              <a:t>own_ptr</a:t>
            </a:r>
            <a:r>
              <a:rPr lang="en-US" altLang="ko-KR" sz="1600" dirty="0"/>
              <a:t>&lt;T&gt;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Idestroyable</a:t>
            </a:r>
            <a:r>
              <a:rPr lang="en-US" altLang="ko-KR" sz="1600" dirty="0"/>
              <a:t> </a:t>
            </a:r>
            <a:r>
              <a:rPr lang="ko-KR" altLang="en-US" sz="1600" dirty="0"/>
              <a:t>인터페이스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ko-KR" altLang="en-US" sz="1600" dirty="0"/>
              <a:t>객체 풀</a:t>
            </a:r>
            <a:r>
              <a:rPr lang="en-US" altLang="ko-KR" sz="1600" dirty="0"/>
              <a:t>(object</a:t>
            </a:r>
            <a:r>
              <a:rPr lang="ko-KR" altLang="en-US" sz="1600" dirty="0"/>
              <a:t> </a:t>
            </a:r>
            <a:r>
              <a:rPr lang="en-US" altLang="ko-KR" sz="1600" dirty="0"/>
              <a:t>pool)</a:t>
            </a:r>
            <a:endParaRPr lang="ko-KR" altLang="en-US" sz="16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9375458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 err="1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 err="1"/>
              <a:t>SOCKET.HTTP..client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6C96B0-8FDB-4A6F-9FD6-8869D2832B81}"/>
              </a:ext>
            </a:extLst>
          </p:cNvPr>
          <p:cNvSpPr txBox="1"/>
          <p:nvPr/>
        </p:nvSpPr>
        <p:spPr>
          <a:xfrm>
            <a:off x="1416049" y="578901"/>
            <a:ext cx="9783173" cy="309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http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client socket?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client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socket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웹서비스를 위한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프로토콜을 지원하는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tcp socke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로 클라이언트 부분을 말한다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먼저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http_server tutorial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문서와 중복되는 내용은 생략했으므로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http_server tutorial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문서를 먼저 보길 바란다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protocol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프로토콜에서 클라이언트에 해당하는 부분으로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server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요청하고 그 결과를 받는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(http_response)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역할을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(http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프로토콜의 동작과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http_reques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와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http_response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그리고 이에  연관된 구조체는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http_server tutorial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문서에 설명되어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client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요청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(http_request)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하고 그 응답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(http_response)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받는 구조로 동작하므로 좀더 편리한 사용을 위해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query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형식으로 제공한다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따라서 사용법 자체는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http_server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보다 훨씬 간단할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82424D-71DE-46E3-BE19-99DFED6FA2B6}"/>
              </a:ext>
            </a:extLst>
          </p:cNvPr>
          <p:cNvSpPr txBox="1"/>
          <p:nvPr/>
        </p:nvSpPr>
        <p:spPr>
          <a:xfrm>
            <a:off x="1416049" y="578901"/>
            <a:ext cx="9783173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http</a:t>
            </a:r>
            <a:r>
              <a:rPr lang="ko-KR" altLang="en-US" sz="1200">
                <a:latin typeface="HY견명조" panose="02030600000101010101" pitchFamily="18" charset="-127"/>
                <a:ea typeface="HY견명조" panose="02030600000101010101" pitchFamily="18" charset="-127"/>
              </a:rPr>
              <a:t>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client request</a:t>
            </a:r>
            <a:b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</a:b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http client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request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간단히 </a:t>
            </a:r>
            <a:r>
              <a:rPr lang="it-IT" altLang="ko-KR" sz="1200"/>
              <a:t>net::http_request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객체를 생성해서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request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내용을 설정하고 응답을 처리할 함수를 설정한 후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요청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(request)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만 하면 끝이다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다만 이 처리는 비동기적으로 수행된다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7EC51B-8962-44AC-896C-3676C90360EA}"/>
              </a:ext>
            </a:extLst>
          </p:cNvPr>
          <p:cNvSpPr/>
          <p:nvPr/>
        </p:nvSpPr>
        <p:spPr>
          <a:xfrm>
            <a:off x="1771811" y="1848439"/>
            <a:ext cx="8962098" cy="3223172"/>
          </a:xfrm>
          <a:custGeom>
            <a:avLst/>
            <a:gdLst>
              <a:gd name="connsiteX0" fmla="*/ 0 w 8962098"/>
              <a:gd name="connsiteY0" fmla="*/ 0 h 3223172"/>
              <a:gd name="connsiteX1" fmla="*/ 420529 w 8962098"/>
              <a:gd name="connsiteY1" fmla="*/ 0 h 3223172"/>
              <a:gd name="connsiteX2" fmla="*/ 1020300 w 8962098"/>
              <a:gd name="connsiteY2" fmla="*/ 0 h 3223172"/>
              <a:gd name="connsiteX3" fmla="*/ 1620072 w 8962098"/>
              <a:gd name="connsiteY3" fmla="*/ 0 h 3223172"/>
              <a:gd name="connsiteX4" fmla="*/ 2399085 w 8962098"/>
              <a:gd name="connsiteY4" fmla="*/ 0 h 3223172"/>
              <a:gd name="connsiteX5" fmla="*/ 2819614 w 8962098"/>
              <a:gd name="connsiteY5" fmla="*/ 0 h 3223172"/>
              <a:gd name="connsiteX6" fmla="*/ 3509006 w 8962098"/>
              <a:gd name="connsiteY6" fmla="*/ 0 h 3223172"/>
              <a:gd name="connsiteX7" fmla="*/ 4019156 w 8962098"/>
              <a:gd name="connsiteY7" fmla="*/ 0 h 3223172"/>
              <a:gd name="connsiteX8" fmla="*/ 4439685 w 8962098"/>
              <a:gd name="connsiteY8" fmla="*/ 0 h 3223172"/>
              <a:gd name="connsiteX9" fmla="*/ 5308320 w 8962098"/>
              <a:gd name="connsiteY9" fmla="*/ 0 h 3223172"/>
              <a:gd name="connsiteX10" fmla="*/ 5908091 w 8962098"/>
              <a:gd name="connsiteY10" fmla="*/ 0 h 3223172"/>
              <a:gd name="connsiteX11" fmla="*/ 6687104 w 8962098"/>
              <a:gd name="connsiteY11" fmla="*/ 0 h 3223172"/>
              <a:gd name="connsiteX12" fmla="*/ 7376496 w 8962098"/>
              <a:gd name="connsiteY12" fmla="*/ 0 h 3223172"/>
              <a:gd name="connsiteX13" fmla="*/ 7886646 w 8962098"/>
              <a:gd name="connsiteY13" fmla="*/ 0 h 3223172"/>
              <a:gd name="connsiteX14" fmla="*/ 8307175 w 8962098"/>
              <a:gd name="connsiteY14" fmla="*/ 0 h 3223172"/>
              <a:gd name="connsiteX15" fmla="*/ 8962098 w 8962098"/>
              <a:gd name="connsiteY15" fmla="*/ 0 h 3223172"/>
              <a:gd name="connsiteX16" fmla="*/ 8962098 w 8962098"/>
              <a:gd name="connsiteY16" fmla="*/ 644634 h 3223172"/>
              <a:gd name="connsiteX17" fmla="*/ 8962098 w 8962098"/>
              <a:gd name="connsiteY17" fmla="*/ 1257037 h 3223172"/>
              <a:gd name="connsiteX18" fmla="*/ 8962098 w 8962098"/>
              <a:gd name="connsiteY18" fmla="*/ 1869440 h 3223172"/>
              <a:gd name="connsiteX19" fmla="*/ 8962098 w 8962098"/>
              <a:gd name="connsiteY19" fmla="*/ 2546306 h 3223172"/>
              <a:gd name="connsiteX20" fmla="*/ 8962098 w 8962098"/>
              <a:gd name="connsiteY20" fmla="*/ 3223172 h 3223172"/>
              <a:gd name="connsiteX21" fmla="*/ 8093464 w 8962098"/>
              <a:gd name="connsiteY21" fmla="*/ 3223172 h 3223172"/>
              <a:gd name="connsiteX22" fmla="*/ 7583314 w 8962098"/>
              <a:gd name="connsiteY22" fmla="*/ 3223172 h 3223172"/>
              <a:gd name="connsiteX23" fmla="*/ 7073163 w 8962098"/>
              <a:gd name="connsiteY23" fmla="*/ 3223172 h 3223172"/>
              <a:gd name="connsiteX24" fmla="*/ 6294150 w 8962098"/>
              <a:gd name="connsiteY24" fmla="*/ 3223172 h 3223172"/>
              <a:gd name="connsiteX25" fmla="*/ 5694379 w 8962098"/>
              <a:gd name="connsiteY25" fmla="*/ 3223172 h 3223172"/>
              <a:gd name="connsiteX26" fmla="*/ 5004987 w 8962098"/>
              <a:gd name="connsiteY26" fmla="*/ 3223172 h 3223172"/>
              <a:gd name="connsiteX27" fmla="*/ 4405216 w 8962098"/>
              <a:gd name="connsiteY27" fmla="*/ 3223172 h 3223172"/>
              <a:gd name="connsiteX28" fmla="*/ 3984687 w 8962098"/>
              <a:gd name="connsiteY28" fmla="*/ 3223172 h 3223172"/>
              <a:gd name="connsiteX29" fmla="*/ 3116053 w 8962098"/>
              <a:gd name="connsiteY29" fmla="*/ 3223172 h 3223172"/>
              <a:gd name="connsiteX30" fmla="*/ 2605902 w 8962098"/>
              <a:gd name="connsiteY30" fmla="*/ 3223172 h 3223172"/>
              <a:gd name="connsiteX31" fmla="*/ 1737268 w 8962098"/>
              <a:gd name="connsiteY31" fmla="*/ 3223172 h 3223172"/>
              <a:gd name="connsiteX32" fmla="*/ 1047876 w 8962098"/>
              <a:gd name="connsiteY32" fmla="*/ 3223172 h 3223172"/>
              <a:gd name="connsiteX33" fmla="*/ 0 w 8962098"/>
              <a:gd name="connsiteY33" fmla="*/ 3223172 h 3223172"/>
              <a:gd name="connsiteX34" fmla="*/ 0 w 8962098"/>
              <a:gd name="connsiteY34" fmla="*/ 2610769 h 3223172"/>
              <a:gd name="connsiteX35" fmla="*/ 0 w 8962098"/>
              <a:gd name="connsiteY35" fmla="*/ 2062830 h 3223172"/>
              <a:gd name="connsiteX36" fmla="*/ 0 w 8962098"/>
              <a:gd name="connsiteY36" fmla="*/ 1418196 h 3223172"/>
              <a:gd name="connsiteX37" fmla="*/ 0 w 8962098"/>
              <a:gd name="connsiteY37" fmla="*/ 741330 h 3223172"/>
              <a:gd name="connsiteX38" fmla="*/ 0 w 8962098"/>
              <a:gd name="connsiteY38" fmla="*/ 0 h 3223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962098" h="3223172" fill="none" extrusionOk="0">
                <a:moveTo>
                  <a:pt x="0" y="0"/>
                </a:moveTo>
                <a:cubicBezTo>
                  <a:pt x="156530" y="-18817"/>
                  <a:pt x="244549" y="18199"/>
                  <a:pt x="420529" y="0"/>
                </a:cubicBezTo>
                <a:cubicBezTo>
                  <a:pt x="596509" y="-18199"/>
                  <a:pt x="788035" y="4492"/>
                  <a:pt x="1020300" y="0"/>
                </a:cubicBezTo>
                <a:cubicBezTo>
                  <a:pt x="1252565" y="-4492"/>
                  <a:pt x="1358839" y="-13409"/>
                  <a:pt x="1620072" y="0"/>
                </a:cubicBezTo>
                <a:cubicBezTo>
                  <a:pt x="1881305" y="13409"/>
                  <a:pt x="2062622" y="33240"/>
                  <a:pt x="2399085" y="0"/>
                </a:cubicBezTo>
                <a:cubicBezTo>
                  <a:pt x="2735548" y="-33240"/>
                  <a:pt x="2649888" y="18316"/>
                  <a:pt x="2819614" y="0"/>
                </a:cubicBezTo>
                <a:cubicBezTo>
                  <a:pt x="2989340" y="-18316"/>
                  <a:pt x="3323301" y="-10920"/>
                  <a:pt x="3509006" y="0"/>
                </a:cubicBezTo>
                <a:cubicBezTo>
                  <a:pt x="3694711" y="10920"/>
                  <a:pt x="3915418" y="9149"/>
                  <a:pt x="4019156" y="0"/>
                </a:cubicBezTo>
                <a:cubicBezTo>
                  <a:pt x="4122894" y="-9149"/>
                  <a:pt x="4289386" y="5934"/>
                  <a:pt x="4439685" y="0"/>
                </a:cubicBezTo>
                <a:cubicBezTo>
                  <a:pt x="4589984" y="-5934"/>
                  <a:pt x="5065601" y="-31499"/>
                  <a:pt x="5308320" y="0"/>
                </a:cubicBezTo>
                <a:cubicBezTo>
                  <a:pt x="5551040" y="31499"/>
                  <a:pt x="5730014" y="-7531"/>
                  <a:pt x="5908091" y="0"/>
                </a:cubicBezTo>
                <a:cubicBezTo>
                  <a:pt x="6086168" y="7531"/>
                  <a:pt x="6364135" y="-5864"/>
                  <a:pt x="6687104" y="0"/>
                </a:cubicBezTo>
                <a:cubicBezTo>
                  <a:pt x="7010073" y="5864"/>
                  <a:pt x="7189343" y="22350"/>
                  <a:pt x="7376496" y="0"/>
                </a:cubicBezTo>
                <a:cubicBezTo>
                  <a:pt x="7563649" y="-22350"/>
                  <a:pt x="7693827" y="6674"/>
                  <a:pt x="7886646" y="0"/>
                </a:cubicBezTo>
                <a:cubicBezTo>
                  <a:pt x="8079465" y="-6674"/>
                  <a:pt x="8215525" y="2799"/>
                  <a:pt x="8307175" y="0"/>
                </a:cubicBezTo>
                <a:cubicBezTo>
                  <a:pt x="8398825" y="-2799"/>
                  <a:pt x="8784665" y="2145"/>
                  <a:pt x="8962098" y="0"/>
                </a:cubicBezTo>
                <a:cubicBezTo>
                  <a:pt x="8936748" y="173511"/>
                  <a:pt x="8985444" y="512601"/>
                  <a:pt x="8962098" y="644634"/>
                </a:cubicBezTo>
                <a:cubicBezTo>
                  <a:pt x="8938752" y="776667"/>
                  <a:pt x="8966637" y="1094732"/>
                  <a:pt x="8962098" y="1257037"/>
                </a:cubicBezTo>
                <a:cubicBezTo>
                  <a:pt x="8957559" y="1419342"/>
                  <a:pt x="8966093" y="1680341"/>
                  <a:pt x="8962098" y="1869440"/>
                </a:cubicBezTo>
                <a:cubicBezTo>
                  <a:pt x="8958103" y="2058539"/>
                  <a:pt x="8950192" y="2368944"/>
                  <a:pt x="8962098" y="2546306"/>
                </a:cubicBezTo>
                <a:cubicBezTo>
                  <a:pt x="8974004" y="2723668"/>
                  <a:pt x="8973394" y="2946185"/>
                  <a:pt x="8962098" y="3223172"/>
                </a:cubicBezTo>
                <a:cubicBezTo>
                  <a:pt x="8755478" y="3246698"/>
                  <a:pt x="8509740" y="3220200"/>
                  <a:pt x="8093464" y="3223172"/>
                </a:cubicBezTo>
                <a:cubicBezTo>
                  <a:pt x="7677188" y="3226144"/>
                  <a:pt x="7834437" y="3247177"/>
                  <a:pt x="7583314" y="3223172"/>
                </a:cubicBezTo>
                <a:cubicBezTo>
                  <a:pt x="7332191" y="3199168"/>
                  <a:pt x="7325808" y="3234658"/>
                  <a:pt x="7073163" y="3223172"/>
                </a:cubicBezTo>
                <a:cubicBezTo>
                  <a:pt x="6820518" y="3211686"/>
                  <a:pt x="6485501" y="3190716"/>
                  <a:pt x="6294150" y="3223172"/>
                </a:cubicBezTo>
                <a:cubicBezTo>
                  <a:pt x="6102799" y="3255628"/>
                  <a:pt x="5851003" y="3216286"/>
                  <a:pt x="5694379" y="3223172"/>
                </a:cubicBezTo>
                <a:cubicBezTo>
                  <a:pt x="5537755" y="3230058"/>
                  <a:pt x="5199518" y="3201878"/>
                  <a:pt x="5004987" y="3223172"/>
                </a:cubicBezTo>
                <a:cubicBezTo>
                  <a:pt x="4810456" y="3244466"/>
                  <a:pt x="4679206" y="3220899"/>
                  <a:pt x="4405216" y="3223172"/>
                </a:cubicBezTo>
                <a:cubicBezTo>
                  <a:pt x="4131226" y="3225445"/>
                  <a:pt x="4119756" y="3213649"/>
                  <a:pt x="3984687" y="3223172"/>
                </a:cubicBezTo>
                <a:cubicBezTo>
                  <a:pt x="3849618" y="3232695"/>
                  <a:pt x="3393649" y="3215848"/>
                  <a:pt x="3116053" y="3223172"/>
                </a:cubicBezTo>
                <a:cubicBezTo>
                  <a:pt x="2838457" y="3230496"/>
                  <a:pt x="2859977" y="3236349"/>
                  <a:pt x="2605902" y="3223172"/>
                </a:cubicBezTo>
                <a:cubicBezTo>
                  <a:pt x="2351827" y="3209995"/>
                  <a:pt x="2019755" y="3197440"/>
                  <a:pt x="1737268" y="3223172"/>
                </a:cubicBezTo>
                <a:cubicBezTo>
                  <a:pt x="1454781" y="3248904"/>
                  <a:pt x="1298783" y="3218202"/>
                  <a:pt x="1047876" y="3223172"/>
                </a:cubicBezTo>
                <a:cubicBezTo>
                  <a:pt x="796969" y="3228142"/>
                  <a:pt x="405640" y="3270860"/>
                  <a:pt x="0" y="3223172"/>
                </a:cubicBezTo>
                <a:cubicBezTo>
                  <a:pt x="18337" y="2976972"/>
                  <a:pt x="-8433" y="2847279"/>
                  <a:pt x="0" y="2610769"/>
                </a:cubicBezTo>
                <a:cubicBezTo>
                  <a:pt x="8433" y="2374259"/>
                  <a:pt x="1604" y="2286714"/>
                  <a:pt x="0" y="2062830"/>
                </a:cubicBezTo>
                <a:cubicBezTo>
                  <a:pt x="-1604" y="1838946"/>
                  <a:pt x="9861" y="1585678"/>
                  <a:pt x="0" y="1418196"/>
                </a:cubicBezTo>
                <a:cubicBezTo>
                  <a:pt x="-9861" y="1250714"/>
                  <a:pt x="20152" y="915169"/>
                  <a:pt x="0" y="741330"/>
                </a:cubicBezTo>
                <a:cubicBezTo>
                  <a:pt x="-20152" y="567491"/>
                  <a:pt x="-27621" y="368651"/>
                  <a:pt x="0" y="0"/>
                </a:cubicBezTo>
                <a:close/>
              </a:path>
              <a:path w="8962098" h="3223172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33598" y="293711"/>
                  <a:pt x="8991089" y="388892"/>
                  <a:pt x="8962098" y="709098"/>
                </a:cubicBezTo>
                <a:cubicBezTo>
                  <a:pt x="8933107" y="1029304"/>
                  <a:pt x="8942496" y="1187119"/>
                  <a:pt x="8962098" y="1385964"/>
                </a:cubicBezTo>
                <a:cubicBezTo>
                  <a:pt x="8981700" y="1584809"/>
                  <a:pt x="8985245" y="1811033"/>
                  <a:pt x="8962098" y="2030598"/>
                </a:cubicBezTo>
                <a:cubicBezTo>
                  <a:pt x="8938951" y="2250163"/>
                  <a:pt x="8970478" y="2465268"/>
                  <a:pt x="8962098" y="2578538"/>
                </a:cubicBezTo>
                <a:cubicBezTo>
                  <a:pt x="8953718" y="2691808"/>
                  <a:pt x="8976683" y="3059632"/>
                  <a:pt x="8962098" y="3223172"/>
                </a:cubicBezTo>
                <a:cubicBezTo>
                  <a:pt x="8764637" y="3251609"/>
                  <a:pt x="8441425" y="3240469"/>
                  <a:pt x="8183085" y="3223172"/>
                </a:cubicBezTo>
                <a:cubicBezTo>
                  <a:pt x="7924745" y="3205875"/>
                  <a:pt x="7799701" y="3257001"/>
                  <a:pt x="7493693" y="3223172"/>
                </a:cubicBezTo>
                <a:cubicBezTo>
                  <a:pt x="7187685" y="3189343"/>
                  <a:pt x="7039187" y="3234637"/>
                  <a:pt x="6714680" y="3223172"/>
                </a:cubicBezTo>
                <a:cubicBezTo>
                  <a:pt x="6390173" y="3211707"/>
                  <a:pt x="6312303" y="3219192"/>
                  <a:pt x="5935666" y="3223172"/>
                </a:cubicBezTo>
                <a:cubicBezTo>
                  <a:pt x="5559029" y="3227152"/>
                  <a:pt x="5565524" y="3200106"/>
                  <a:pt x="5335895" y="3223172"/>
                </a:cubicBezTo>
                <a:cubicBezTo>
                  <a:pt x="5106266" y="3246238"/>
                  <a:pt x="4986609" y="3208243"/>
                  <a:pt x="4825745" y="3223172"/>
                </a:cubicBezTo>
                <a:cubicBezTo>
                  <a:pt x="4664881" y="3238102"/>
                  <a:pt x="4352244" y="3187698"/>
                  <a:pt x="3957111" y="3223172"/>
                </a:cubicBezTo>
                <a:cubicBezTo>
                  <a:pt x="3561978" y="3258646"/>
                  <a:pt x="3611724" y="3208719"/>
                  <a:pt x="3267719" y="3223172"/>
                </a:cubicBezTo>
                <a:cubicBezTo>
                  <a:pt x="2923714" y="3237625"/>
                  <a:pt x="2647642" y="3209985"/>
                  <a:pt x="2399085" y="3223172"/>
                </a:cubicBezTo>
                <a:cubicBezTo>
                  <a:pt x="2150528" y="3236359"/>
                  <a:pt x="1780218" y="3210713"/>
                  <a:pt x="1620072" y="3223172"/>
                </a:cubicBezTo>
                <a:cubicBezTo>
                  <a:pt x="1459926" y="3235631"/>
                  <a:pt x="1360557" y="3199336"/>
                  <a:pt x="1109921" y="3223172"/>
                </a:cubicBezTo>
                <a:cubicBezTo>
                  <a:pt x="859285" y="3247008"/>
                  <a:pt x="313238" y="3215926"/>
                  <a:pt x="0" y="3223172"/>
                </a:cubicBezTo>
                <a:cubicBezTo>
                  <a:pt x="26593" y="2970759"/>
                  <a:pt x="19090" y="2900487"/>
                  <a:pt x="0" y="2610769"/>
                </a:cubicBezTo>
                <a:cubicBezTo>
                  <a:pt x="-19090" y="2321051"/>
                  <a:pt x="13986" y="2259665"/>
                  <a:pt x="0" y="2030598"/>
                </a:cubicBezTo>
                <a:cubicBezTo>
                  <a:pt x="-13986" y="1801531"/>
                  <a:pt x="-35317" y="1549824"/>
                  <a:pt x="0" y="1321501"/>
                </a:cubicBezTo>
                <a:cubicBezTo>
                  <a:pt x="35317" y="1093178"/>
                  <a:pt x="34514" y="824342"/>
                  <a:pt x="0" y="612403"/>
                </a:cubicBezTo>
                <a:cubicBezTo>
                  <a:pt x="-34514" y="400464"/>
                  <a:pt x="28271" y="19229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1) http requet </a:t>
            </a:r>
            <a:r>
              <a:rPr lang="ko-KR" altLang="en-US" sz="1000">
                <a:solidFill>
                  <a:srgbClr val="00B050"/>
                </a:solidFill>
              </a:rPr>
              <a:t>객체를 생성한다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it-IT" altLang="ko-KR" sz="1000">
                <a:solidFill>
                  <a:srgbClr val="0000FF"/>
                </a:solidFill>
              </a:rPr>
              <a:t>auto</a:t>
            </a:r>
            <a:r>
              <a:rPr lang="it-IT" altLang="ko-KR" sz="1000"/>
              <a:t> phttp_request = make_object&lt;net::http_request&gt;();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2) http request </a:t>
            </a:r>
            <a:r>
              <a:rPr lang="ko-KR" altLang="en-US" sz="1000">
                <a:solidFill>
                  <a:srgbClr val="00B050"/>
                </a:solidFill>
              </a:rPr>
              <a:t>내용을 설정한다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phttp_request-&gt;set_request("http://www.google.com");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3) http response </a:t>
            </a:r>
            <a:r>
              <a:rPr lang="ko-KR" altLang="en-US" sz="1000">
                <a:solidFill>
                  <a:srgbClr val="00B050"/>
                </a:solidFill>
              </a:rPr>
              <a:t>함수를 설정한다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phttp_request-&gt;set_function([](sMESSAGE_HTTP&amp; _response)</a:t>
            </a:r>
          </a:p>
          <a:p>
            <a:pPr defTabSz="360000"/>
            <a:r>
              <a:rPr lang="en-US" altLang="ko-KR" sz="1000"/>
              <a:t>{</a:t>
            </a:r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</a:t>
            </a:r>
            <a:r>
              <a:rPr lang="ko-KR" altLang="en-US" sz="1000">
                <a:solidFill>
                  <a:srgbClr val="00B050"/>
                </a:solidFill>
              </a:rPr>
              <a:t>설명</a:t>
            </a:r>
            <a:r>
              <a:rPr lang="en-US" altLang="ko-KR" sz="1000">
                <a:solidFill>
                  <a:srgbClr val="00B050"/>
                </a:solidFill>
              </a:rPr>
              <a:t>) chunked </a:t>
            </a:r>
            <a:r>
              <a:rPr lang="ko-KR" altLang="en-US" sz="1000">
                <a:solidFill>
                  <a:srgbClr val="00B050"/>
                </a:solidFill>
              </a:rPr>
              <a:t>응답일 경우 이 함수는 여러번 호출 될 수 있다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- </a:t>
            </a:r>
            <a:r>
              <a:rPr lang="ko-KR" altLang="en-US" sz="1000">
                <a:solidFill>
                  <a:srgbClr val="00B050"/>
                </a:solidFill>
              </a:rPr>
              <a:t>성공 실패 여부를 출력한다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fr-FR" altLang="ko-KR" sz="1000"/>
              <a:t>	std::cout &lt;&lt; " http response : " &lt;&lt; _response.status_message &lt;&lt; '\n’;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	// - contents</a:t>
            </a:r>
            <a:r>
              <a:rPr lang="ko-KR" altLang="en-US" sz="1000">
                <a:solidFill>
                  <a:srgbClr val="00B050"/>
                </a:solidFill>
              </a:rPr>
              <a:t>를 출력한다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	std::cout &lt;&lt; ' ' &lt;&lt; std::string_view(_response.buf_content) &lt;&lt; '\n';</a:t>
            </a:r>
          </a:p>
          <a:p>
            <a:pPr defTabSz="360000"/>
            <a:r>
              <a:rPr lang="en-US" altLang="ko-KR" sz="1000"/>
              <a:t>});</a:t>
            </a:r>
          </a:p>
          <a:p>
            <a:pPr defTabSz="360000"/>
            <a:endParaRPr lang="ko-KR" altLang="en-US" sz="1000"/>
          </a:p>
          <a:p>
            <a:pPr defTabSz="360000"/>
            <a:r>
              <a:rPr lang="en-US" altLang="ko-KR" sz="1000">
                <a:solidFill>
                  <a:srgbClr val="00B050"/>
                </a:solidFill>
              </a:rPr>
              <a:t>// 4) http </a:t>
            </a:r>
            <a:r>
              <a:rPr lang="ko-KR" altLang="en-US" sz="1000">
                <a:solidFill>
                  <a:srgbClr val="00B050"/>
                </a:solidFill>
              </a:rPr>
              <a:t>접속 요청</a:t>
            </a:r>
            <a:r>
              <a:rPr lang="en-US" altLang="ko-KR" sz="1000">
                <a:solidFill>
                  <a:srgbClr val="00B050"/>
                </a:solidFill>
              </a:rPr>
              <a:t>! (</a:t>
            </a:r>
            <a:r>
              <a:rPr lang="ko-KR" altLang="en-US" sz="1000">
                <a:solidFill>
                  <a:srgbClr val="00B050"/>
                </a:solidFill>
              </a:rPr>
              <a:t>비동기 처리이므로 완료까지 대기하려면 </a:t>
            </a:r>
            <a:r>
              <a:rPr lang="en-US" altLang="ko-KR" sz="1000">
                <a:solidFill>
                  <a:srgbClr val="00B050"/>
                </a:solidFill>
              </a:rPr>
              <a:t>wait()</a:t>
            </a:r>
            <a:r>
              <a:rPr lang="ko-KR" altLang="en-US" sz="1000">
                <a:solidFill>
                  <a:srgbClr val="00B050"/>
                </a:solidFill>
              </a:rPr>
              <a:t>함수를 사용하면 된다</a:t>
            </a:r>
            <a:r>
              <a:rPr lang="en-US" altLang="ko-KR" sz="1000">
                <a:solidFill>
                  <a:srgbClr val="00B050"/>
                </a:solidFill>
              </a:rPr>
              <a:t>.)</a:t>
            </a:r>
            <a:endParaRPr lang="ko-KR" altLang="en-US" sz="1000">
              <a:solidFill>
                <a:srgbClr val="00B050"/>
              </a:solidFill>
            </a:endParaRPr>
          </a:p>
          <a:p>
            <a:pPr defTabSz="360000"/>
            <a:r>
              <a:rPr lang="en-US" altLang="ko-KR" sz="1000"/>
              <a:t>phttp_request-&gt;request();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FFA2766-481B-4543-BC30-CB5D052DC85A}"/>
              </a:ext>
            </a:extLst>
          </p:cNvPr>
          <p:cNvSpPr/>
          <p:nvPr/>
        </p:nvSpPr>
        <p:spPr>
          <a:xfrm>
            <a:off x="5616197" y="2022803"/>
            <a:ext cx="4127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net::http_request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객체를 생성한다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FFE94A8-3A6A-49BC-9E20-CD9796DD89DE}"/>
              </a:ext>
            </a:extLst>
          </p:cNvPr>
          <p:cNvSpPr/>
          <p:nvPr/>
        </p:nvSpPr>
        <p:spPr>
          <a:xfrm>
            <a:off x="5626707" y="2061635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1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7BE324D-60E9-4120-A189-2A971A71863A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5353396" y="2151635"/>
            <a:ext cx="273311" cy="2630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70579A-BD1F-4C72-8A4D-AA2A231BCE7C}"/>
              </a:ext>
            </a:extLst>
          </p:cNvPr>
          <p:cNvSpPr/>
          <p:nvPr/>
        </p:nvSpPr>
        <p:spPr>
          <a:xfrm>
            <a:off x="5616197" y="2475991"/>
            <a:ext cx="500746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url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설정한다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url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만 설정하면 내부적으로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url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파싱을 수행하여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http_request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메시지로 변경해     </a:t>
            </a:r>
            <a:endParaRPr lang="en-US" altLang="ko-KR" sz="10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전송한다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169C7DEA-4902-4C19-A341-1694488FE3B4}"/>
              </a:ext>
            </a:extLst>
          </p:cNvPr>
          <p:cNvSpPr/>
          <p:nvPr/>
        </p:nvSpPr>
        <p:spPr>
          <a:xfrm>
            <a:off x="5626707" y="2514823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2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CFEEDD5-04E0-4697-80B3-F6E4FA5424B2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5353396" y="2604823"/>
            <a:ext cx="273311" cy="26300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C2F280D-2593-4BF3-AFD4-9C55A1E7AE37}"/>
              </a:ext>
            </a:extLst>
          </p:cNvPr>
          <p:cNvSpPr/>
          <p:nvPr/>
        </p:nvSpPr>
        <p:spPr>
          <a:xfrm>
            <a:off x="6292299" y="2967488"/>
            <a:ext cx="50074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http_response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 왔을 때 호출될 함수를 설정한다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586DFA7-2B6F-462F-AF2D-E4D1C8972131}"/>
              </a:ext>
            </a:extLst>
          </p:cNvPr>
          <p:cNvSpPr/>
          <p:nvPr/>
        </p:nvSpPr>
        <p:spPr>
          <a:xfrm>
            <a:off x="6302809" y="3006320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3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8DA00E3-F276-48D0-9C25-808E9276A9B3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5588925" y="3096320"/>
            <a:ext cx="713884" cy="1362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87A1CA1-07C6-4776-BD7E-AF3A8AE441C1}"/>
              </a:ext>
            </a:extLst>
          </p:cNvPr>
          <p:cNvSpPr/>
          <p:nvPr/>
        </p:nvSpPr>
        <p:spPr>
          <a:xfrm>
            <a:off x="4324953" y="4782787"/>
            <a:ext cx="50074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http_request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요청한다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0EE1F148-2B94-4B49-BA72-938017BFB616}"/>
              </a:ext>
            </a:extLst>
          </p:cNvPr>
          <p:cNvSpPr/>
          <p:nvPr/>
        </p:nvSpPr>
        <p:spPr>
          <a:xfrm>
            <a:off x="4335463" y="4821619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4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BF27A91-7DF1-40B1-9CEF-53681EC0C7B4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3621579" y="4911619"/>
            <a:ext cx="713884" cy="1362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BE9D096-9D17-4705-B73A-58FF6BDF41FD}"/>
              </a:ext>
            </a:extLst>
          </p:cNvPr>
          <p:cNvSpPr/>
          <p:nvPr/>
        </p:nvSpPr>
        <p:spPr>
          <a:xfrm>
            <a:off x="6688538" y="3234140"/>
            <a:ext cx="38104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http_server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가 응답하여 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http_response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받으면 호출된다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b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(</a:t>
            </a:r>
            <a:r>
              <a:rPr lang="ko-KR" altLang="en-US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 함수는 비동기적으로 호출된다</a:t>
            </a:r>
            <a:r>
              <a:rPr lang="en-US" altLang="ko-KR" sz="10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.)</a:t>
            </a:r>
            <a:endParaRPr lang="ko-KR" altLang="en-US" sz="10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D2AAD37-009F-4E39-BFDB-A73334DEF7C7}"/>
              </a:ext>
            </a:extLst>
          </p:cNvPr>
          <p:cNvSpPr/>
          <p:nvPr/>
        </p:nvSpPr>
        <p:spPr>
          <a:xfrm>
            <a:off x="6699048" y="3272972"/>
            <a:ext cx="180000" cy="180000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latin typeface="HY견명조" panose="02030600000101010101" pitchFamily="18" charset="-127"/>
                <a:ea typeface="HY견명조" panose="02030600000101010101" pitchFamily="18" charset="-127"/>
              </a:rPr>
              <a:t>5</a:t>
            </a:r>
            <a:endParaRPr lang="ko-KR" altLang="en-US" sz="900"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8871B1B-A181-40F4-826D-804AAFDB6E21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6301047" y="3362972"/>
            <a:ext cx="398001" cy="11995"/>
          </a:xfrm>
          <a:prstGeom prst="straightConnector1">
            <a:avLst/>
          </a:prstGeom>
          <a:ln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520</Words>
  <Application>Microsoft Office PowerPoint</Application>
  <PresentationFormat>와이드스크린</PresentationFormat>
  <Paragraphs>51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HY견명조</vt:lpstr>
      <vt:lpstr>HY신명조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146</cp:revision>
  <dcterms:created xsi:type="dcterms:W3CDTF">2019-08-08T18:29:33Z</dcterms:created>
  <dcterms:modified xsi:type="dcterms:W3CDTF">2020-01-26T17:44:48Z</dcterms:modified>
</cp:coreProperties>
</file>