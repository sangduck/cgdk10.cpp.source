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72" r:id="rId5"/>
    <p:sldId id="269" r:id="rId6"/>
    <p:sldId id="273" r:id="rId7"/>
    <p:sldId id="271" r:id="rId8"/>
    <p:sldId id="26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32" y="402"/>
      </p:cViewPr>
      <p:guideLst>
        <p:guide orient="horz" pos="391"/>
        <p:guide pos="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2C2850C-3195-4D5E-A688-80706BB8E5F3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SOCKET.TCP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D367D-0C07-40E2-99B6-CE5885FD2FD4}"/>
              </a:ext>
            </a:extLst>
          </p:cNvPr>
          <p:cNvSpPr txBox="1"/>
          <p:nvPr/>
        </p:nvSpPr>
        <p:spPr>
          <a:xfrm>
            <a:off x="1416050" y="1016000"/>
            <a:ext cx="2721258" cy="1210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/>
              <a:t>tcp_simple.server</a:t>
            </a:r>
            <a:endParaRPr lang="en-US" altLang="ko-KR" sz="1400" b="1" dirty="0"/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tcp_simple.server?</a:t>
            </a:r>
            <a:endParaRPr lang="en-US" altLang="ko-KR" sz="1200" dirty="0"/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tcp_simple.server.source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tcp_simple.server.source.comment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997206" y="-12879"/>
            <a:ext cx="218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tcp_simple.server?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E69A7-AD44-44D4-BE21-F43CA3F37467}"/>
              </a:ext>
            </a:extLst>
          </p:cNvPr>
          <p:cNvSpPr txBox="1"/>
          <p:nvPr/>
        </p:nvSpPr>
        <p:spPr>
          <a:xfrm>
            <a:off x="1416050" y="567188"/>
            <a:ext cx="7708900" cy="1480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간단한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server 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만들기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사용하면 아주 간단하게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서버르르 만들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튜터리얼은  간단한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예제를 통해 가장 기본적인 구조와 프로그래밍 방법에 대해서 설명한다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(tutorial/network.1.socket/socket.01.tcp_simple/server.console)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9FA92B-E4E2-42D4-B65D-B82538C4F921}"/>
              </a:ext>
            </a:extLst>
          </p:cNvPr>
          <p:cNvSpPr/>
          <p:nvPr/>
        </p:nvSpPr>
        <p:spPr>
          <a:xfrm>
            <a:off x="1856740" y="2065146"/>
            <a:ext cx="6096000" cy="11646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socket server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전체적 구조에 대한 이해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클래스이 대한 이해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 대한 이해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서버 프로그래밍의 기본적인 구조</a:t>
            </a:r>
            <a:endParaRPr lang="ko-KR" altLang="en-US" sz="12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0E032C-165D-44D9-92D2-09D490B6E417}"/>
              </a:ext>
            </a:extLst>
          </p:cNvPr>
          <p:cNvSpPr/>
          <p:nvPr/>
        </p:nvSpPr>
        <p:spPr>
          <a:xfrm>
            <a:off x="1771595" y="3279407"/>
            <a:ext cx="1563248" cy="326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설명하고자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997209" y="-12879"/>
            <a:ext cx="303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tcp_simple.server.source.1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DA28C8-C36D-447D-8C83-626BFB954CF3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F585E9-FF83-49DB-9151-8D83B2B0EA96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67F54F-CCB9-4162-A0D4-940403657D1A}"/>
              </a:ext>
            </a:extLst>
          </p:cNvPr>
          <p:cNvSpPr/>
          <p:nvPr/>
        </p:nvSpPr>
        <p:spPr>
          <a:xfrm>
            <a:off x="1788226" y="1020975"/>
            <a:ext cx="8962098" cy="5408385"/>
          </a:xfrm>
          <a:custGeom>
            <a:avLst/>
            <a:gdLst>
              <a:gd name="connsiteX0" fmla="*/ 0 w 8962098"/>
              <a:gd name="connsiteY0" fmla="*/ 0 h 5408385"/>
              <a:gd name="connsiteX1" fmla="*/ 510150 w 8962098"/>
              <a:gd name="connsiteY1" fmla="*/ 0 h 5408385"/>
              <a:gd name="connsiteX2" fmla="*/ 1109921 w 8962098"/>
              <a:gd name="connsiteY2" fmla="*/ 0 h 5408385"/>
              <a:gd name="connsiteX3" fmla="*/ 1888935 w 8962098"/>
              <a:gd name="connsiteY3" fmla="*/ 0 h 5408385"/>
              <a:gd name="connsiteX4" fmla="*/ 2578327 w 8962098"/>
              <a:gd name="connsiteY4" fmla="*/ 0 h 5408385"/>
              <a:gd name="connsiteX5" fmla="*/ 3088477 w 8962098"/>
              <a:gd name="connsiteY5" fmla="*/ 0 h 5408385"/>
              <a:gd name="connsiteX6" fmla="*/ 3509006 w 8962098"/>
              <a:gd name="connsiteY6" fmla="*/ 0 h 5408385"/>
              <a:gd name="connsiteX7" fmla="*/ 4377640 w 8962098"/>
              <a:gd name="connsiteY7" fmla="*/ 0 h 5408385"/>
              <a:gd name="connsiteX8" fmla="*/ 5067032 w 8962098"/>
              <a:gd name="connsiteY8" fmla="*/ 0 h 5408385"/>
              <a:gd name="connsiteX9" fmla="*/ 5935666 w 8962098"/>
              <a:gd name="connsiteY9" fmla="*/ 0 h 5408385"/>
              <a:gd name="connsiteX10" fmla="*/ 6356196 w 8962098"/>
              <a:gd name="connsiteY10" fmla="*/ 0 h 5408385"/>
              <a:gd name="connsiteX11" fmla="*/ 6866346 w 8962098"/>
              <a:gd name="connsiteY11" fmla="*/ 0 h 5408385"/>
              <a:gd name="connsiteX12" fmla="*/ 7376496 w 8962098"/>
              <a:gd name="connsiteY12" fmla="*/ 0 h 5408385"/>
              <a:gd name="connsiteX13" fmla="*/ 7886646 w 8962098"/>
              <a:gd name="connsiteY13" fmla="*/ 0 h 5408385"/>
              <a:gd name="connsiteX14" fmla="*/ 8962098 w 8962098"/>
              <a:gd name="connsiteY14" fmla="*/ 0 h 5408385"/>
              <a:gd name="connsiteX15" fmla="*/ 8962098 w 8962098"/>
              <a:gd name="connsiteY15" fmla="*/ 513797 h 5408385"/>
              <a:gd name="connsiteX16" fmla="*/ 8962098 w 8962098"/>
              <a:gd name="connsiteY16" fmla="*/ 1189845 h 5408385"/>
              <a:gd name="connsiteX17" fmla="*/ 8962098 w 8962098"/>
              <a:gd name="connsiteY17" fmla="*/ 1757725 h 5408385"/>
              <a:gd name="connsiteX18" fmla="*/ 8962098 w 8962098"/>
              <a:gd name="connsiteY18" fmla="*/ 2379689 h 5408385"/>
              <a:gd name="connsiteX19" fmla="*/ 8962098 w 8962098"/>
              <a:gd name="connsiteY19" fmla="*/ 3109821 h 5408385"/>
              <a:gd name="connsiteX20" fmla="*/ 8962098 w 8962098"/>
              <a:gd name="connsiteY20" fmla="*/ 3785869 h 5408385"/>
              <a:gd name="connsiteX21" fmla="*/ 8962098 w 8962098"/>
              <a:gd name="connsiteY21" fmla="*/ 4407834 h 5408385"/>
              <a:gd name="connsiteX22" fmla="*/ 8962098 w 8962098"/>
              <a:gd name="connsiteY22" fmla="*/ 5408385 h 5408385"/>
              <a:gd name="connsiteX23" fmla="*/ 8093464 w 8962098"/>
              <a:gd name="connsiteY23" fmla="*/ 5408385 h 5408385"/>
              <a:gd name="connsiteX24" fmla="*/ 7404072 w 8962098"/>
              <a:gd name="connsiteY24" fmla="*/ 5408385 h 5408385"/>
              <a:gd name="connsiteX25" fmla="*/ 6714680 w 8962098"/>
              <a:gd name="connsiteY25" fmla="*/ 5408385 h 5408385"/>
              <a:gd name="connsiteX26" fmla="*/ 6114908 w 8962098"/>
              <a:gd name="connsiteY26" fmla="*/ 5408385 h 5408385"/>
              <a:gd name="connsiteX27" fmla="*/ 5515137 w 8962098"/>
              <a:gd name="connsiteY27" fmla="*/ 5408385 h 5408385"/>
              <a:gd name="connsiteX28" fmla="*/ 4915366 w 8962098"/>
              <a:gd name="connsiteY28" fmla="*/ 5408385 h 5408385"/>
              <a:gd name="connsiteX29" fmla="*/ 4225974 w 8962098"/>
              <a:gd name="connsiteY29" fmla="*/ 5408385 h 5408385"/>
              <a:gd name="connsiteX30" fmla="*/ 3357340 w 8962098"/>
              <a:gd name="connsiteY30" fmla="*/ 5408385 h 5408385"/>
              <a:gd name="connsiteX31" fmla="*/ 2757569 w 8962098"/>
              <a:gd name="connsiteY31" fmla="*/ 5408385 h 5408385"/>
              <a:gd name="connsiteX32" fmla="*/ 2068176 w 8962098"/>
              <a:gd name="connsiteY32" fmla="*/ 5408385 h 5408385"/>
              <a:gd name="connsiteX33" fmla="*/ 1647647 w 8962098"/>
              <a:gd name="connsiteY33" fmla="*/ 5408385 h 5408385"/>
              <a:gd name="connsiteX34" fmla="*/ 1137497 w 8962098"/>
              <a:gd name="connsiteY34" fmla="*/ 5408385 h 5408385"/>
              <a:gd name="connsiteX35" fmla="*/ 0 w 8962098"/>
              <a:gd name="connsiteY35" fmla="*/ 5408385 h 5408385"/>
              <a:gd name="connsiteX36" fmla="*/ 0 w 8962098"/>
              <a:gd name="connsiteY36" fmla="*/ 4678253 h 5408385"/>
              <a:gd name="connsiteX37" fmla="*/ 0 w 8962098"/>
              <a:gd name="connsiteY37" fmla="*/ 3948121 h 5408385"/>
              <a:gd name="connsiteX38" fmla="*/ 0 w 8962098"/>
              <a:gd name="connsiteY38" fmla="*/ 3163905 h 5408385"/>
              <a:gd name="connsiteX39" fmla="*/ 0 w 8962098"/>
              <a:gd name="connsiteY39" fmla="*/ 2541941 h 5408385"/>
              <a:gd name="connsiteX40" fmla="*/ 0 w 8962098"/>
              <a:gd name="connsiteY40" fmla="*/ 2028144 h 5408385"/>
              <a:gd name="connsiteX41" fmla="*/ 0 w 8962098"/>
              <a:gd name="connsiteY41" fmla="*/ 1243929 h 5408385"/>
              <a:gd name="connsiteX42" fmla="*/ 0 w 8962098"/>
              <a:gd name="connsiteY42" fmla="*/ 676048 h 5408385"/>
              <a:gd name="connsiteX43" fmla="*/ 0 w 8962098"/>
              <a:gd name="connsiteY43" fmla="*/ 0 h 5408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8962098" h="5408385" fill="none" extrusionOk="0">
                <a:moveTo>
                  <a:pt x="0" y="0"/>
                </a:moveTo>
                <a:cubicBezTo>
                  <a:pt x="241738" y="-12897"/>
                  <a:pt x="295910" y="19736"/>
                  <a:pt x="510150" y="0"/>
                </a:cubicBezTo>
                <a:cubicBezTo>
                  <a:pt x="724390" y="-19736"/>
                  <a:pt x="931844" y="-7531"/>
                  <a:pt x="1109921" y="0"/>
                </a:cubicBezTo>
                <a:cubicBezTo>
                  <a:pt x="1287998" y="7531"/>
                  <a:pt x="1564378" y="-10709"/>
                  <a:pt x="1888935" y="0"/>
                </a:cubicBezTo>
                <a:cubicBezTo>
                  <a:pt x="2213492" y="10709"/>
                  <a:pt x="2391174" y="22350"/>
                  <a:pt x="2578327" y="0"/>
                </a:cubicBezTo>
                <a:cubicBezTo>
                  <a:pt x="2765480" y="-22350"/>
                  <a:pt x="2895658" y="6674"/>
                  <a:pt x="3088477" y="0"/>
                </a:cubicBezTo>
                <a:cubicBezTo>
                  <a:pt x="3281296" y="-6674"/>
                  <a:pt x="3417356" y="2799"/>
                  <a:pt x="3509006" y="0"/>
                </a:cubicBezTo>
                <a:cubicBezTo>
                  <a:pt x="3600656" y="-2799"/>
                  <a:pt x="4019663" y="-20624"/>
                  <a:pt x="4377640" y="0"/>
                </a:cubicBezTo>
                <a:cubicBezTo>
                  <a:pt x="4735617" y="20624"/>
                  <a:pt x="4810203" y="-12022"/>
                  <a:pt x="5067032" y="0"/>
                </a:cubicBezTo>
                <a:cubicBezTo>
                  <a:pt x="5323861" y="12022"/>
                  <a:pt x="5536973" y="37257"/>
                  <a:pt x="5935666" y="0"/>
                </a:cubicBezTo>
                <a:cubicBezTo>
                  <a:pt x="6334359" y="-37257"/>
                  <a:pt x="6181486" y="596"/>
                  <a:pt x="6356196" y="0"/>
                </a:cubicBezTo>
                <a:cubicBezTo>
                  <a:pt x="6530906" y="-596"/>
                  <a:pt x="6611677" y="-20983"/>
                  <a:pt x="6866346" y="0"/>
                </a:cubicBezTo>
                <a:cubicBezTo>
                  <a:pt x="7121015" y="20983"/>
                  <a:pt x="7190139" y="12366"/>
                  <a:pt x="7376496" y="0"/>
                </a:cubicBezTo>
                <a:cubicBezTo>
                  <a:pt x="7562853" y="-12366"/>
                  <a:pt x="7667427" y="17386"/>
                  <a:pt x="7886646" y="0"/>
                </a:cubicBezTo>
                <a:cubicBezTo>
                  <a:pt x="8105865" y="-17386"/>
                  <a:pt x="8566049" y="-20180"/>
                  <a:pt x="8962098" y="0"/>
                </a:cubicBezTo>
                <a:cubicBezTo>
                  <a:pt x="8979287" y="246126"/>
                  <a:pt x="8952715" y="328108"/>
                  <a:pt x="8962098" y="513797"/>
                </a:cubicBezTo>
                <a:cubicBezTo>
                  <a:pt x="8971481" y="699486"/>
                  <a:pt x="8968649" y="1004497"/>
                  <a:pt x="8962098" y="1189845"/>
                </a:cubicBezTo>
                <a:cubicBezTo>
                  <a:pt x="8955547" y="1375193"/>
                  <a:pt x="8950174" y="1631283"/>
                  <a:pt x="8962098" y="1757725"/>
                </a:cubicBezTo>
                <a:cubicBezTo>
                  <a:pt x="8974022" y="1884167"/>
                  <a:pt x="8948479" y="2106113"/>
                  <a:pt x="8962098" y="2379689"/>
                </a:cubicBezTo>
                <a:cubicBezTo>
                  <a:pt x="8975717" y="2653265"/>
                  <a:pt x="8962285" y="2862376"/>
                  <a:pt x="8962098" y="3109821"/>
                </a:cubicBezTo>
                <a:cubicBezTo>
                  <a:pt x="8961911" y="3357266"/>
                  <a:pt x="8975967" y="3512820"/>
                  <a:pt x="8962098" y="3785869"/>
                </a:cubicBezTo>
                <a:cubicBezTo>
                  <a:pt x="8948229" y="4058918"/>
                  <a:pt x="8967727" y="4118264"/>
                  <a:pt x="8962098" y="4407834"/>
                </a:cubicBezTo>
                <a:cubicBezTo>
                  <a:pt x="8956469" y="4697405"/>
                  <a:pt x="9002106" y="5022724"/>
                  <a:pt x="8962098" y="5408385"/>
                </a:cubicBezTo>
                <a:cubicBezTo>
                  <a:pt x="8698244" y="5395832"/>
                  <a:pt x="8375951" y="5382653"/>
                  <a:pt x="8093464" y="5408385"/>
                </a:cubicBezTo>
                <a:cubicBezTo>
                  <a:pt x="7810977" y="5434117"/>
                  <a:pt x="7654979" y="5403415"/>
                  <a:pt x="7404072" y="5408385"/>
                </a:cubicBezTo>
                <a:cubicBezTo>
                  <a:pt x="7153165" y="5413355"/>
                  <a:pt x="7029259" y="5418829"/>
                  <a:pt x="6714680" y="5408385"/>
                </a:cubicBezTo>
                <a:cubicBezTo>
                  <a:pt x="6400101" y="5397941"/>
                  <a:pt x="6349932" y="5380243"/>
                  <a:pt x="6114908" y="5408385"/>
                </a:cubicBezTo>
                <a:cubicBezTo>
                  <a:pt x="5879884" y="5436527"/>
                  <a:pt x="5789670" y="5396081"/>
                  <a:pt x="5515137" y="5408385"/>
                </a:cubicBezTo>
                <a:cubicBezTo>
                  <a:pt x="5240604" y="5420689"/>
                  <a:pt x="5053949" y="5380877"/>
                  <a:pt x="4915366" y="5408385"/>
                </a:cubicBezTo>
                <a:cubicBezTo>
                  <a:pt x="4776783" y="5435893"/>
                  <a:pt x="4546206" y="5427795"/>
                  <a:pt x="4225974" y="5408385"/>
                </a:cubicBezTo>
                <a:cubicBezTo>
                  <a:pt x="3905742" y="5388975"/>
                  <a:pt x="3638162" y="5404105"/>
                  <a:pt x="3357340" y="5408385"/>
                </a:cubicBezTo>
                <a:cubicBezTo>
                  <a:pt x="3076518" y="5412665"/>
                  <a:pt x="3012470" y="5429156"/>
                  <a:pt x="2757569" y="5408385"/>
                </a:cubicBezTo>
                <a:cubicBezTo>
                  <a:pt x="2502668" y="5387614"/>
                  <a:pt x="2291800" y="5426611"/>
                  <a:pt x="2068176" y="5408385"/>
                </a:cubicBezTo>
                <a:cubicBezTo>
                  <a:pt x="1844552" y="5390159"/>
                  <a:pt x="1741692" y="5403821"/>
                  <a:pt x="1647647" y="5408385"/>
                </a:cubicBezTo>
                <a:cubicBezTo>
                  <a:pt x="1553602" y="5412949"/>
                  <a:pt x="1368936" y="5421062"/>
                  <a:pt x="1137497" y="5408385"/>
                </a:cubicBezTo>
                <a:cubicBezTo>
                  <a:pt x="906058" y="5395709"/>
                  <a:pt x="353504" y="5426498"/>
                  <a:pt x="0" y="5408385"/>
                </a:cubicBezTo>
                <a:cubicBezTo>
                  <a:pt x="28969" y="5170052"/>
                  <a:pt x="-8462" y="4971155"/>
                  <a:pt x="0" y="4678253"/>
                </a:cubicBezTo>
                <a:cubicBezTo>
                  <a:pt x="8462" y="4385351"/>
                  <a:pt x="-137" y="4233514"/>
                  <a:pt x="0" y="3948121"/>
                </a:cubicBezTo>
                <a:cubicBezTo>
                  <a:pt x="137" y="3662728"/>
                  <a:pt x="-26483" y="3437456"/>
                  <a:pt x="0" y="3163905"/>
                </a:cubicBezTo>
                <a:cubicBezTo>
                  <a:pt x="26483" y="2890354"/>
                  <a:pt x="15696" y="2716851"/>
                  <a:pt x="0" y="2541941"/>
                </a:cubicBezTo>
                <a:cubicBezTo>
                  <a:pt x="-15696" y="2367031"/>
                  <a:pt x="19114" y="2227975"/>
                  <a:pt x="0" y="2028144"/>
                </a:cubicBezTo>
                <a:cubicBezTo>
                  <a:pt x="-19114" y="1828313"/>
                  <a:pt x="-19764" y="1412742"/>
                  <a:pt x="0" y="1243929"/>
                </a:cubicBezTo>
                <a:cubicBezTo>
                  <a:pt x="19764" y="1075117"/>
                  <a:pt x="16570" y="921323"/>
                  <a:pt x="0" y="676048"/>
                </a:cubicBezTo>
                <a:cubicBezTo>
                  <a:pt x="-16570" y="430773"/>
                  <a:pt x="5351" y="324353"/>
                  <a:pt x="0" y="0"/>
                </a:cubicBezTo>
                <a:close/>
              </a:path>
              <a:path w="8962098" h="5408385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53556" y="283796"/>
                  <a:pt x="8954948" y="596959"/>
                  <a:pt x="8962098" y="784216"/>
                </a:cubicBezTo>
                <a:cubicBezTo>
                  <a:pt x="8969248" y="971473"/>
                  <a:pt x="8993767" y="1243742"/>
                  <a:pt x="8962098" y="1514348"/>
                </a:cubicBezTo>
                <a:cubicBezTo>
                  <a:pt x="8930429" y="1784954"/>
                  <a:pt x="8952657" y="2018985"/>
                  <a:pt x="8962098" y="2190396"/>
                </a:cubicBezTo>
                <a:cubicBezTo>
                  <a:pt x="8971539" y="2361807"/>
                  <a:pt x="8952881" y="2487139"/>
                  <a:pt x="8962098" y="2704193"/>
                </a:cubicBezTo>
                <a:cubicBezTo>
                  <a:pt x="8971315" y="2921247"/>
                  <a:pt x="8962281" y="3122307"/>
                  <a:pt x="8962098" y="3272073"/>
                </a:cubicBezTo>
                <a:cubicBezTo>
                  <a:pt x="8961915" y="3421839"/>
                  <a:pt x="8928341" y="3731509"/>
                  <a:pt x="8962098" y="4002205"/>
                </a:cubicBezTo>
                <a:cubicBezTo>
                  <a:pt x="8995855" y="4272901"/>
                  <a:pt x="8941559" y="4431993"/>
                  <a:pt x="8962098" y="4678253"/>
                </a:cubicBezTo>
                <a:cubicBezTo>
                  <a:pt x="8982637" y="4924513"/>
                  <a:pt x="8952724" y="5160116"/>
                  <a:pt x="8962098" y="5408385"/>
                </a:cubicBezTo>
                <a:cubicBezTo>
                  <a:pt x="8717204" y="5423488"/>
                  <a:pt x="8556455" y="5404044"/>
                  <a:pt x="8183085" y="5408385"/>
                </a:cubicBezTo>
                <a:cubicBezTo>
                  <a:pt x="7809715" y="5412726"/>
                  <a:pt x="7812943" y="5385319"/>
                  <a:pt x="7583314" y="5408385"/>
                </a:cubicBezTo>
                <a:cubicBezTo>
                  <a:pt x="7353685" y="5431451"/>
                  <a:pt x="7235798" y="5394330"/>
                  <a:pt x="7073163" y="5408385"/>
                </a:cubicBezTo>
                <a:cubicBezTo>
                  <a:pt x="6910528" y="5422440"/>
                  <a:pt x="6599662" y="5372911"/>
                  <a:pt x="6204529" y="5408385"/>
                </a:cubicBezTo>
                <a:cubicBezTo>
                  <a:pt x="5809396" y="5443859"/>
                  <a:pt x="5859142" y="5393932"/>
                  <a:pt x="5515137" y="5408385"/>
                </a:cubicBezTo>
                <a:cubicBezTo>
                  <a:pt x="5171132" y="5422838"/>
                  <a:pt x="4895060" y="5395198"/>
                  <a:pt x="4646503" y="5408385"/>
                </a:cubicBezTo>
                <a:cubicBezTo>
                  <a:pt x="4397946" y="5421572"/>
                  <a:pt x="4027636" y="5395926"/>
                  <a:pt x="3867490" y="5408385"/>
                </a:cubicBezTo>
                <a:cubicBezTo>
                  <a:pt x="3707344" y="5420844"/>
                  <a:pt x="3605094" y="5432924"/>
                  <a:pt x="3357340" y="5408385"/>
                </a:cubicBezTo>
                <a:cubicBezTo>
                  <a:pt x="3109586" y="5383847"/>
                  <a:pt x="2868250" y="5420123"/>
                  <a:pt x="2667948" y="5408385"/>
                </a:cubicBezTo>
                <a:cubicBezTo>
                  <a:pt x="2467646" y="5396647"/>
                  <a:pt x="2289409" y="5381050"/>
                  <a:pt x="2068176" y="5408385"/>
                </a:cubicBezTo>
                <a:cubicBezTo>
                  <a:pt x="1846943" y="5435720"/>
                  <a:pt x="1388953" y="5396368"/>
                  <a:pt x="1199542" y="5408385"/>
                </a:cubicBezTo>
                <a:cubicBezTo>
                  <a:pt x="1010131" y="5420402"/>
                  <a:pt x="762942" y="5394774"/>
                  <a:pt x="599771" y="5408385"/>
                </a:cubicBezTo>
                <a:cubicBezTo>
                  <a:pt x="436600" y="5421996"/>
                  <a:pt x="296526" y="5379450"/>
                  <a:pt x="0" y="5408385"/>
                </a:cubicBezTo>
                <a:cubicBezTo>
                  <a:pt x="18355" y="5242119"/>
                  <a:pt x="15356" y="5087767"/>
                  <a:pt x="0" y="4894588"/>
                </a:cubicBezTo>
                <a:cubicBezTo>
                  <a:pt x="-15356" y="4701409"/>
                  <a:pt x="-20620" y="4552864"/>
                  <a:pt x="0" y="4380792"/>
                </a:cubicBezTo>
                <a:cubicBezTo>
                  <a:pt x="20620" y="4208720"/>
                  <a:pt x="25764" y="4087825"/>
                  <a:pt x="0" y="3812911"/>
                </a:cubicBezTo>
                <a:cubicBezTo>
                  <a:pt x="-25764" y="3537997"/>
                  <a:pt x="30082" y="3399673"/>
                  <a:pt x="0" y="3190947"/>
                </a:cubicBezTo>
                <a:cubicBezTo>
                  <a:pt x="-30082" y="2982221"/>
                  <a:pt x="11362" y="2818166"/>
                  <a:pt x="0" y="2514899"/>
                </a:cubicBezTo>
                <a:cubicBezTo>
                  <a:pt x="-11362" y="2211632"/>
                  <a:pt x="-9744" y="2071303"/>
                  <a:pt x="0" y="1892935"/>
                </a:cubicBezTo>
                <a:cubicBezTo>
                  <a:pt x="9744" y="1714567"/>
                  <a:pt x="8035" y="1370203"/>
                  <a:pt x="0" y="1216887"/>
                </a:cubicBezTo>
                <a:cubicBezTo>
                  <a:pt x="-8035" y="1063571"/>
                  <a:pt x="-7581" y="757132"/>
                  <a:pt x="0" y="594922"/>
                </a:cubicBezTo>
                <a:cubicBezTo>
                  <a:pt x="7581" y="432712"/>
                  <a:pt x="3244" y="28177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900" b="1"/>
              <a:t>#include "CGDK10.net.socket.h"</a:t>
            </a:r>
          </a:p>
          <a:p>
            <a:pPr defTabSz="360000"/>
            <a:r>
              <a:rPr lang="en-US" altLang="ko-KR" sz="900"/>
              <a:t>#include "../../define_message.h"</a:t>
            </a:r>
          </a:p>
          <a:p>
            <a:pPr defTabSz="360000"/>
            <a:r>
              <a:rPr lang="en-US" altLang="ko-KR" sz="900"/>
              <a:t>using namespace CGDK;</a:t>
            </a:r>
          </a:p>
          <a:p>
            <a:pPr defTabSz="360000"/>
            <a:endParaRPr lang="en-US" altLang="ko-KR" sz="900">
              <a:solidFill>
                <a:srgbClr val="0000FF"/>
              </a:solidFill>
            </a:endParaRPr>
          </a:p>
          <a:p>
            <a:pPr defTabSz="360000"/>
            <a:r>
              <a:rPr lang="en-US" altLang="ko-KR" sz="900">
                <a:solidFill>
                  <a:srgbClr val="0000FF"/>
                </a:solidFill>
              </a:rPr>
              <a:t>class</a:t>
            </a:r>
            <a:r>
              <a:rPr lang="en-US" altLang="ko-KR" sz="900"/>
              <a:t> socket_tcp : </a:t>
            </a:r>
            <a:r>
              <a:rPr lang="en-US" altLang="ko-KR" sz="900">
                <a:solidFill>
                  <a:srgbClr val="0000FF"/>
                </a:solidFill>
              </a:rPr>
              <a:t>public</a:t>
            </a:r>
            <a:r>
              <a:rPr lang="en-US" altLang="ko-KR" sz="900"/>
              <a:t> </a:t>
            </a:r>
            <a:r>
              <a:rPr lang="en-US" altLang="ko-KR" sz="900" b="1"/>
              <a:t>net::socket::tcp&lt;&gt;</a:t>
            </a:r>
          </a:p>
          <a:p>
            <a:pPr defTabSz="360000"/>
            <a:r>
              <a:rPr lang="en-US" altLang="ko-KR" sz="900"/>
              <a:t>{</a:t>
            </a:r>
          </a:p>
          <a:p>
            <a:pPr defTabSz="360000"/>
            <a:r>
              <a:rPr lang="en-US" altLang="ko-KR" sz="900">
                <a:solidFill>
                  <a:srgbClr val="00B050"/>
                </a:solidFill>
              </a:rPr>
              <a:t>	// (v) </a:t>
            </a:r>
            <a:r>
              <a:rPr lang="ko-KR" altLang="en-US" sz="900">
                <a:solidFill>
                  <a:srgbClr val="00B050"/>
                </a:solidFill>
              </a:rPr>
              <a:t>접속 시 호출되는 함수</a:t>
            </a:r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00FF"/>
                </a:solidFill>
              </a:rPr>
              <a:t>virtual void</a:t>
            </a:r>
            <a:r>
              <a:rPr lang="en-US" altLang="ko-KR" sz="900"/>
              <a:t> </a:t>
            </a:r>
            <a:r>
              <a:rPr lang="en-US" altLang="ko-KR" sz="900" b="1"/>
              <a:t>on_connect</a:t>
            </a:r>
            <a:r>
              <a:rPr lang="en-US" altLang="ko-KR" sz="900"/>
              <a:t>(net::io::Iconnective* _pacceptor) </a:t>
            </a:r>
            <a:r>
              <a:rPr lang="en-US" altLang="ko-KR" sz="900">
                <a:solidFill>
                  <a:srgbClr val="0000FF"/>
                </a:solidFill>
              </a:rPr>
              <a:t>override</a:t>
            </a:r>
            <a:r>
              <a:rPr lang="en-US" altLang="ko-KR" sz="900"/>
              <a:t> </a:t>
            </a:r>
          </a:p>
          <a:p>
            <a:pPr defTabSz="360000"/>
            <a:r>
              <a:rPr lang="en-US" altLang="ko-KR" sz="900"/>
              <a:t>	{</a:t>
            </a:r>
          </a:p>
          <a:p>
            <a:pPr defTabSz="360000"/>
            <a:r>
              <a:rPr lang="en-US" altLang="ko-KR" sz="900"/>
              <a:t>		std::cout &lt;&lt; “ @ connected” &lt;&lt; ‘\n’; </a:t>
            </a:r>
          </a:p>
          <a:p>
            <a:pPr defTabSz="360000"/>
            <a:r>
              <a:rPr lang="en-US" altLang="ko-KR" sz="900"/>
              <a:t>	}</a:t>
            </a:r>
          </a:p>
          <a:p>
            <a:pPr defTabSz="360000"/>
            <a:endParaRPr lang="ko-KR" altLang="en-US" sz="900"/>
          </a:p>
          <a:p>
            <a:pPr defTabSz="360000"/>
            <a:r>
              <a:rPr lang="en-US" altLang="ko-KR" sz="900">
                <a:solidFill>
                  <a:srgbClr val="00B050"/>
                </a:solidFill>
              </a:rPr>
              <a:t>	// (v) </a:t>
            </a:r>
            <a:r>
              <a:rPr lang="ko-KR" altLang="en-US" sz="900">
                <a:solidFill>
                  <a:srgbClr val="00B050"/>
                </a:solidFill>
              </a:rPr>
              <a:t>접속 종료 시 호출되는 함수</a:t>
            </a:r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00FF"/>
                </a:solidFill>
              </a:rPr>
              <a:t>virtual void</a:t>
            </a:r>
            <a:r>
              <a:rPr lang="en-US" altLang="ko-KR" sz="900"/>
              <a:t> </a:t>
            </a:r>
            <a:r>
              <a:rPr lang="en-US" altLang="ko-KR" sz="900" b="1"/>
              <a:t>on_disconnect</a:t>
            </a:r>
            <a:r>
              <a:rPr lang="en-US" altLang="ko-KR" sz="900"/>
              <a:t>(</a:t>
            </a:r>
            <a:r>
              <a:rPr lang="en-US" altLang="ko-KR" sz="900">
                <a:solidFill>
                  <a:srgbClr val="0000FF"/>
                </a:solidFill>
              </a:rPr>
              <a:t>uint64_t</a:t>
            </a:r>
            <a:r>
              <a:rPr lang="en-US" altLang="ko-KR" sz="900"/>
              <a:t>) </a:t>
            </a:r>
            <a:r>
              <a:rPr lang="en-US" altLang="ko-KR" sz="900">
                <a:solidFill>
                  <a:srgbClr val="0000FF"/>
                </a:solidFill>
              </a:rPr>
              <a:t>override</a:t>
            </a:r>
            <a:r>
              <a:rPr lang="en-US" altLang="ko-KR" sz="900"/>
              <a:t> </a:t>
            </a:r>
          </a:p>
          <a:p>
            <a:pPr defTabSz="360000"/>
            <a:r>
              <a:rPr lang="en-US" altLang="ko-KR" sz="900"/>
              <a:t>	{</a:t>
            </a:r>
          </a:p>
          <a:p>
            <a:pPr defTabSz="360000"/>
            <a:r>
              <a:rPr lang="en-US" altLang="ko-KR" sz="900"/>
              <a:t>		std::cout &lt;&lt; “ @ disconnected” &lt;&lt; ‘\n’; </a:t>
            </a:r>
          </a:p>
          <a:p>
            <a:pPr defTabSz="360000"/>
            <a:r>
              <a:rPr lang="en-US" altLang="ko-KR" sz="900"/>
              <a:t>	}</a:t>
            </a:r>
          </a:p>
          <a:p>
            <a:pPr defTabSz="360000"/>
            <a:endParaRPr lang="ko-KR" altLang="en-US" sz="900"/>
          </a:p>
          <a:p>
            <a:pPr defTabSz="360000"/>
            <a:r>
              <a:rPr lang="en-US" altLang="ko-KR" sz="900">
                <a:solidFill>
                  <a:srgbClr val="00B050"/>
                </a:solidFill>
              </a:rPr>
              <a:t>	// (v) </a:t>
            </a:r>
            <a:r>
              <a:rPr lang="ko-KR" altLang="en-US" sz="900">
                <a:solidFill>
                  <a:srgbClr val="00B050"/>
                </a:solidFill>
              </a:rPr>
              <a:t>메시지를 수신했을 때 호출 되는 함수</a:t>
            </a:r>
            <a:r>
              <a:rPr lang="en-US" altLang="ko-KR" sz="900">
                <a:solidFill>
                  <a:srgbClr val="00B050"/>
                </a:solidFill>
              </a:rPr>
              <a:t>.</a:t>
            </a:r>
            <a:endParaRPr lang="ko-KR" altLang="en-US" sz="900">
              <a:solidFill>
                <a:srgbClr val="00B050"/>
              </a:solidFill>
            </a:endParaRPr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00FF"/>
                </a:solidFill>
              </a:rPr>
              <a:t>virtual int</a:t>
            </a:r>
            <a:r>
              <a:rPr lang="en-US" altLang="ko-KR" sz="900"/>
              <a:t> </a:t>
            </a:r>
            <a:r>
              <a:rPr lang="en-US" altLang="ko-KR" sz="900" b="1"/>
              <a:t>on_message</a:t>
            </a:r>
            <a:r>
              <a:rPr lang="en-US" altLang="ko-KR" sz="900"/>
              <a:t>(sMESSAGE_NETWORK&amp; _msg) </a:t>
            </a:r>
            <a:r>
              <a:rPr lang="en-US" altLang="ko-KR" sz="900">
                <a:solidFill>
                  <a:srgbClr val="0000FF"/>
                </a:solidFill>
              </a:rPr>
              <a:t>override</a:t>
            </a:r>
            <a:endParaRPr lang="en-US" altLang="ko-KR" sz="900"/>
          </a:p>
          <a:p>
            <a:pPr defTabSz="360000"/>
            <a:r>
              <a:rPr lang="en-US" altLang="ko-KR" sz="900"/>
              <a:t>	{</a:t>
            </a:r>
          </a:p>
          <a:p>
            <a:pPr defTabSz="360000"/>
            <a:r>
              <a:rPr lang="en-US" altLang="ko-KR" sz="900"/>
              <a:t>		std::cout &lt;&lt; “ message received and echo sended!” &lt;&lt; ‘\n’;</a:t>
            </a:r>
          </a:p>
          <a:p>
            <a:pPr defTabSz="360000"/>
            <a:r>
              <a:rPr lang="en-US" altLang="ko-KR" sz="900"/>
              <a:t>		send(_msg.buf_message);  </a:t>
            </a:r>
            <a:r>
              <a:rPr lang="en-US" altLang="ko-KR" sz="900">
                <a:solidFill>
                  <a:srgbClr val="0000FF"/>
                </a:solidFill>
              </a:rPr>
              <a:t>return</a:t>
            </a:r>
            <a:r>
              <a:rPr lang="en-US" altLang="ko-KR" sz="900"/>
              <a:t> 1;</a:t>
            </a:r>
          </a:p>
          <a:p>
            <a:pPr defTabSz="360000"/>
            <a:r>
              <a:rPr lang="en-US" altLang="ko-KR" sz="900"/>
              <a:t>	}</a:t>
            </a:r>
          </a:p>
          <a:p>
            <a:pPr defTabSz="360000"/>
            <a:r>
              <a:rPr lang="en-US" altLang="ko-KR" sz="900"/>
              <a:t>};</a:t>
            </a:r>
          </a:p>
          <a:p>
            <a:pPr defTabSz="360000"/>
            <a:endParaRPr lang="en-US" altLang="ko-KR" sz="900"/>
          </a:p>
          <a:p>
            <a:pPr defTabSz="360000"/>
            <a:r>
              <a:rPr lang="en-US" altLang="ko-KR" sz="900">
                <a:solidFill>
                  <a:srgbClr val="0000FF"/>
                </a:solidFill>
              </a:rPr>
              <a:t>int</a:t>
            </a:r>
            <a:r>
              <a:rPr lang="en-US" altLang="ko-KR" sz="900"/>
              <a:t> main()</a:t>
            </a:r>
          </a:p>
          <a:p>
            <a:pPr defTabSz="360000"/>
            <a:r>
              <a:rPr lang="en-US" altLang="ko-KR" sz="900"/>
              <a:t>{</a:t>
            </a:r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B050"/>
                </a:solidFill>
              </a:rPr>
              <a:t>// 3) acceptor </a:t>
            </a:r>
            <a:r>
              <a:rPr lang="ko-KR" altLang="en-US" sz="900">
                <a:solidFill>
                  <a:srgbClr val="00B050"/>
                </a:solidFill>
              </a:rPr>
              <a:t>객체를 생성한다</a:t>
            </a:r>
            <a:r>
              <a:rPr lang="en-US" altLang="ko-KR" sz="900">
                <a:solidFill>
                  <a:srgbClr val="00B050"/>
                </a:solidFill>
              </a:rPr>
              <a:t>.</a:t>
            </a:r>
            <a:endParaRPr lang="ko-KR" altLang="en-US" sz="900">
              <a:solidFill>
                <a:srgbClr val="00B050"/>
              </a:solidFill>
            </a:endParaRPr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00FF"/>
                </a:solidFill>
              </a:rPr>
              <a:t>auto</a:t>
            </a:r>
            <a:r>
              <a:rPr lang="en-US" altLang="ko-KR" sz="900"/>
              <a:t> pacceptor = make_own&lt;</a:t>
            </a:r>
            <a:r>
              <a:rPr lang="en-US" altLang="ko-KR" sz="900" b="1"/>
              <a:t>net::acceptor&lt;socket_tcp&gt;</a:t>
            </a:r>
            <a:r>
              <a:rPr lang="en-US" altLang="ko-KR" sz="900"/>
              <a:t>&gt;();</a:t>
            </a:r>
          </a:p>
          <a:p>
            <a:pPr defTabSz="360000"/>
            <a:endParaRPr lang="ko-KR" altLang="en-US" sz="900"/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B050"/>
                </a:solidFill>
              </a:rPr>
              <a:t>// 4) acceptor</a:t>
            </a:r>
            <a:r>
              <a:rPr lang="ko-KR" altLang="en-US" sz="900">
                <a:solidFill>
                  <a:srgbClr val="00B050"/>
                </a:solidFill>
              </a:rPr>
              <a:t>를 시작한다</a:t>
            </a:r>
            <a:r>
              <a:rPr lang="en-US" altLang="ko-KR" sz="900">
                <a:solidFill>
                  <a:srgbClr val="00B050"/>
                </a:solidFill>
              </a:rPr>
              <a:t>. (20000</a:t>
            </a:r>
            <a:r>
              <a:rPr lang="ko-KR" altLang="en-US" sz="900">
                <a:solidFill>
                  <a:srgbClr val="00B050"/>
                </a:solidFill>
              </a:rPr>
              <a:t>번 포트에서 </a:t>
            </a:r>
            <a:r>
              <a:rPr lang="en-US" altLang="ko-KR" sz="900">
                <a:solidFill>
                  <a:srgbClr val="00B050"/>
                </a:solidFill>
              </a:rPr>
              <a:t>listen</a:t>
            </a:r>
            <a:r>
              <a:rPr lang="ko-KR" altLang="en-US" sz="900">
                <a:solidFill>
                  <a:srgbClr val="00B050"/>
                </a:solidFill>
              </a:rPr>
              <a:t>을 시작한다</a:t>
            </a:r>
            <a:r>
              <a:rPr lang="en-US" altLang="ko-KR" sz="900">
                <a:solidFill>
                  <a:srgbClr val="00B050"/>
                </a:solidFill>
              </a:rPr>
              <a:t>.)</a:t>
            </a:r>
            <a:endParaRPr lang="ko-KR" altLang="en-US" sz="900">
              <a:solidFill>
                <a:srgbClr val="00B050"/>
              </a:solidFill>
            </a:endParaRPr>
          </a:p>
          <a:p>
            <a:pPr defTabSz="360000"/>
            <a:r>
              <a:rPr lang="en-US" altLang="ko-KR" sz="900"/>
              <a:t>	pacceptor-&gt;</a:t>
            </a:r>
            <a:r>
              <a:rPr lang="en-US" altLang="ko-KR" sz="900" b="1"/>
              <a:t>start( {net::ip::tcp::v6(), 20000} );</a:t>
            </a:r>
          </a:p>
          <a:p>
            <a:pPr defTabSz="360000"/>
            <a:endParaRPr lang="ko-KR" altLang="en-US" sz="900"/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00FF"/>
                </a:solidFill>
              </a:rPr>
              <a:t>while</a:t>
            </a:r>
            <a:r>
              <a:rPr lang="en-US" altLang="ko-KR" sz="900"/>
              <a:t>(_getch() != 27);</a:t>
            </a:r>
          </a:p>
          <a:p>
            <a:pPr defTabSz="360000"/>
            <a:r>
              <a:rPr lang="en-US" altLang="ko-KR" sz="900"/>
              <a:t>	</a:t>
            </a:r>
            <a:r>
              <a:rPr lang="en-US" altLang="ko-KR" sz="900">
                <a:solidFill>
                  <a:srgbClr val="0000FF"/>
                </a:solidFill>
              </a:rPr>
              <a:t>return</a:t>
            </a:r>
            <a:r>
              <a:rPr lang="en-US" altLang="ko-KR" sz="900"/>
              <a:t> 0;</a:t>
            </a:r>
          </a:p>
          <a:p>
            <a:pPr defTabSz="360000"/>
            <a:r>
              <a:rPr lang="en-US" altLang="ko-KR" sz="900"/>
              <a:t>}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69B4E9-31B7-4F9E-87A7-FABC103B8AB9}"/>
              </a:ext>
            </a:extLst>
          </p:cNvPr>
          <p:cNvSpPr/>
          <p:nvPr/>
        </p:nvSpPr>
        <p:spPr>
          <a:xfrm>
            <a:off x="4661618" y="1004415"/>
            <a:ext cx="41275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“CGDK10.net.socket.h”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파일을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includ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92D50CC-B0BE-468F-B666-773D705985CF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3882439" y="1143079"/>
            <a:ext cx="789689" cy="1871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A8C58EDA-DC5E-48AB-97B9-CD2BB3C465EC}"/>
              </a:ext>
            </a:extLst>
          </p:cNvPr>
          <p:cNvSpPr/>
          <p:nvPr/>
        </p:nvSpPr>
        <p:spPr>
          <a:xfrm>
            <a:off x="4672128" y="1053079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10973F-51E2-4EF8-990B-E35FB04B26B1}"/>
              </a:ext>
            </a:extLst>
          </p:cNvPr>
          <p:cNvSpPr/>
          <p:nvPr/>
        </p:nvSpPr>
        <p:spPr>
          <a:xfrm>
            <a:off x="4919035" y="1458320"/>
            <a:ext cx="46157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net::socket::tcp&lt;&gt;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상속받아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socket_tcp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정의한다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50DC533-6471-41F9-ADC3-7B4F53C90296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4387930" y="1607907"/>
            <a:ext cx="541303" cy="91052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B9D074F2-DAEA-48D0-A531-E6D4C9DFDF8E}"/>
              </a:ext>
            </a:extLst>
          </p:cNvPr>
          <p:cNvSpPr/>
          <p:nvPr/>
        </p:nvSpPr>
        <p:spPr>
          <a:xfrm>
            <a:off x="4929233" y="1517907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05FDC6-23F9-487A-8466-878183F26D68}"/>
              </a:ext>
            </a:extLst>
          </p:cNvPr>
          <p:cNvSpPr/>
          <p:nvPr/>
        </p:nvSpPr>
        <p:spPr>
          <a:xfrm>
            <a:off x="6192805" y="1975131"/>
            <a:ext cx="341274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‘on_connect’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함수를 재정의한다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접속이 되었을 때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CA6A354-A893-4DE6-A3F0-E5CD46DC67FF}"/>
              </a:ext>
            </a:extLst>
          </p:cNvPr>
          <p:cNvCxnSpPr>
            <a:cxnSpLocks/>
          </p:cNvCxnSpPr>
          <p:nvPr/>
        </p:nvCxnSpPr>
        <p:spPr>
          <a:xfrm flipH="1">
            <a:off x="5904411" y="2116179"/>
            <a:ext cx="426720" cy="13458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3DF165D-453B-493B-95BB-5C091EF5B63E}"/>
              </a:ext>
            </a:extLst>
          </p:cNvPr>
          <p:cNvSpPr/>
          <p:nvPr/>
        </p:nvSpPr>
        <p:spPr>
          <a:xfrm>
            <a:off x="6106123" y="2697568"/>
            <a:ext cx="363763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‘on_disconnect’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함수를 재정의한다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접속된 후 접속이 종료되었을 때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F7CAA82-FFC5-4A39-8DD2-B429387FF7DA}"/>
              </a:ext>
            </a:extLst>
          </p:cNvPr>
          <p:cNvCxnSpPr>
            <a:cxnSpLocks/>
          </p:cNvCxnSpPr>
          <p:nvPr/>
        </p:nvCxnSpPr>
        <p:spPr>
          <a:xfrm flipH="1">
            <a:off x="4893714" y="2960910"/>
            <a:ext cx="1350332" cy="1281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AD2AC6D-EAFB-4BA7-A678-92B2BA803135}"/>
              </a:ext>
            </a:extLst>
          </p:cNvPr>
          <p:cNvSpPr/>
          <p:nvPr/>
        </p:nvSpPr>
        <p:spPr>
          <a:xfrm>
            <a:off x="6175575" y="3307322"/>
            <a:ext cx="408279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‘on_message’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함수를 재정의한다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메시지가 전송되어 왔을 해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전송된 메시지는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_msg.buf_message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 넣어져 전달된다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여기서는 </a:t>
            </a:r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send()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함수로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echo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전송을 하도록 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50A8C2B-B9EE-4010-8259-B4373B943356}"/>
              </a:ext>
            </a:extLst>
          </p:cNvPr>
          <p:cNvCxnSpPr>
            <a:cxnSpLocks/>
          </p:cNvCxnSpPr>
          <p:nvPr/>
        </p:nvCxnSpPr>
        <p:spPr>
          <a:xfrm flipH="1">
            <a:off x="5760720" y="3656026"/>
            <a:ext cx="525154" cy="100375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C50B25E-15FE-479D-94D7-9307EAAD7695}"/>
              </a:ext>
            </a:extLst>
          </p:cNvPr>
          <p:cNvSpPr/>
          <p:nvPr/>
        </p:nvSpPr>
        <p:spPr>
          <a:xfrm>
            <a:off x="5261177" y="5570591"/>
            <a:ext cx="558970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acceptor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를 시작한다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ipv6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로 현재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host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 모든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ip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20000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포트로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listen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시작한다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D9459A6-7C45-408B-9C8D-D352F8BA3C67}"/>
              </a:ext>
            </a:extLst>
          </p:cNvPr>
          <p:cNvCxnSpPr>
            <a:cxnSpLocks/>
            <a:stCxn id="35" idx="2"/>
          </p:cNvCxnSpPr>
          <p:nvPr/>
        </p:nvCxnSpPr>
        <p:spPr>
          <a:xfrm flipH="1" flipV="1">
            <a:off x="4893714" y="5639199"/>
            <a:ext cx="368185" cy="90911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6F3ED896-BB7B-438B-B7BE-67CB52D9275F}"/>
              </a:ext>
            </a:extLst>
          </p:cNvPr>
          <p:cNvSpPr/>
          <p:nvPr/>
        </p:nvSpPr>
        <p:spPr>
          <a:xfrm>
            <a:off x="5261899" y="5640110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67A7807-CF03-4097-BDAA-A14DB4A8BCB7}"/>
              </a:ext>
            </a:extLst>
          </p:cNvPr>
          <p:cNvSpPr/>
          <p:nvPr/>
        </p:nvSpPr>
        <p:spPr>
          <a:xfrm>
            <a:off x="6097510" y="4462438"/>
            <a:ext cx="450082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acceptor 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객체를 생성한다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net::acceptor&lt;T&gt;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acceptor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클래스이다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69875" indent="-87313"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새로운 접속이 들어오면 템플릿 인자로 전달된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‘socket_tcp’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클래스의 객체를 생성해 접속 처리를 한 후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on_connect()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C974696-02F5-4627-B72B-E7AD5DA808E1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5441899" y="4629066"/>
            <a:ext cx="656234" cy="352837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D42C2B88-9EF9-4326-B0A9-A08BE2A69BEC}"/>
              </a:ext>
            </a:extLst>
          </p:cNvPr>
          <p:cNvSpPr/>
          <p:nvPr/>
        </p:nvSpPr>
        <p:spPr>
          <a:xfrm>
            <a:off x="6098133" y="4539066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97B870-9558-419A-A52A-3A9E246DD7F7}"/>
              </a:ext>
            </a:extLst>
          </p:cNvPr>
          <p:cNvSpPr txBox="1"/>
          <p:nvPr/>
        </p:nvSpPr>
        <p:spPr>
          <a:xfrm>
            <a:off x="1416049" y="567188"/>
            <a:ext cx="10610487" cy="36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 defTabSz="3600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간단한 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tcp server 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예제 소스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997206" y="-12879"/>
            <a:ext cx="303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tcp_simple.server.source.2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10323104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헤더 파일의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include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사용하기 위해서는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CGDK10.net.socket.h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파일을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include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하거나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CGDK10.net.socket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import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9ACEEE-0DBA-46E7-BB16-2A3A54A343C7}"/>
              </a:ext>
            </a:extLst>
          </p:cNvPr>
          <p:cNvSpPr txBox="1"/>
          <p:nvPr/>
        </p:nvSpPr>
        <p:spPr>
          <a:xfrm>
            <a:off x="1416050" y="1396101"/>
            <a:ext cx="7708900" cy="1988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socket 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클래스의 구현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 b="1"/>
              <a:t>net::socket::tcp&lt;&gt;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상속 받아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en-US" altLang="ko-KR" sz="1200" b="1"/>
              <a:t>socket_tcp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정의한다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클래스는 클라이언트와 접속마다 생성되는 소켓 클래스다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on~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함수들을 재정의 하여 접속이 되었을 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접속이 종료되었을 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메시지가 전달되어 왔을 때 처리해야할 내용을 정의한다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on~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함수들에 대해서 좀더 자세히 알아 보자면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  <a:endParaRPr lang="ko-KR" altLang="en-US" sz="1200"/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968ADA-6FEE-45A7-9B88-3CA8114D299B}"/>
              </a:ext>
            </a:extLst>
          </p:cNvPr>
          <p:cNvSpPr/>
          <p:nvPr/>
        </p:nvSpPr>
        <p:spPr>
          <a:xfrm>
            <a:off x="1922137" y="3672225"/>
            <a:ext cx="8796660" cy="444701"/>
          </a:xfrm>
          <a:custGeom>
            <a:avLst/>
            <a:gdLst>
              <a:gd name="connsiteX0" fmla="*/ 0 w 8796660"/>
              <a:gd name="connsiteY0" fmla="*/ 0 h 444701"/>
              <a:gd name="connsiteX1" fmla="*/ 412766 w 8796660"/>
              <a:gd name="connsiteY1" fmla="*/ 0 h 444701"/>
              <a:gd name="connsiteX2" fmla="*/ 1089433 w 8796660"/>
              <a:gd name="connsiteY2" fmla="*/ 0 h 444701"/>
              <a:gd name="connsiteX3" fmla="*/ 1766099 w 8796660"/>
              <a:gd name="connsiteY3" fmla="*/ 0 h 444701"/>
              <a:gd name="connsiteX4" fmla="*/ 2530731 w 8796660"/>
              <a:gd name="connsiteY4" fmla="*/ 0 h 444701"/>
              <a:gd name="connsiteX5" fmla="*/ 2943498 w 8796660"/>
              <a:gd name="connsiteY5" fmla="*/ 0 h 444701"/>
              <a:gd name="connsiteX6" fmla="*/ 3356264 w 8796660"/>
              <a:gd name="connsiteY6" fmla="*/ 0 h 444701"/>
              <a:gd name="connsiteX7" fmla="*/ 3856997 w 8796660"/>
              <a:gd name="connsiteY7" fmla="*/ 0 h 444701"/>
              <a:gd name="connsiteX8" fmla="*/ 4445697 w 8796660"/>
              <a:gd name="connsiteY8" fmla="*/ 0 h 444701"/>
              <a:gd name="connsiteX9" fmla="*/ 4858463 w 8796660"/>
              <a:gd name="connsiteY9" fmla="*/ 0 h 444701"/>
              <a:gd name="connsiteX10" fmla="*/ 5447163 w 8796660"/>
              <a:gd name="connsiteY10" fmla="*/ 0 h 444701"/>
              <a:gd name="connsiteX11" fmla="*/ 6035862 w 8796660"/>
              <a:gd name="connsiteY11" fmla="*/ 0 h 444701"/>
              <a:gd name="connsiteX12" fmla="*/ 6800495 w 8796660"/>
              <a:gd name="connsiteY12" fmla="*/ 0 h 444701"/>
              <a:gd name="connsiteX13" fmla="*/ 7213261 w 8796660"/>
              <a:gd name="connsiteY13" fmla="*/ 0 h 444701"/>
              <a:gd name="connsiteX14" fmla="*/ 7889927 w 8796660"/>
              <a:gd name="connsiteY14" fmla="*/ 0 h 444701"/>
              <a:gd name="connsiteX15" fmla="*/ 8796660 w 8796660"/>
              <a:gd name="connsiteY15" fmla="*/ 0 h 444701"/>
              <a:gd name="connsiteX16" fmla="*/ 8796660 w 8796660"/>
              <a:gd name="connsiteY16" fmla="*/ 444701 h 444701"/>
              <a:gd name="connsiteX17" fmla="*/ 8383894 w 8796660"/>
              <a:gd name="connsiteY17" fmla="*/ 444701 h 444701"/>
              <a:gd name="connsiteX18" fmla="*/ 7795194 w 8796660"/>
              <a:gd name="connsiteY18" fmla="*/ 444701 h 444701"/>
              <a:gd name="connsiteX19" fmla="*/ 7294461 w 8796660"/>
              <a:gd name="connsiteY19" fmla="*/ 444701 h 444701"/>
              <a:gd name="connsiteX20" fmla="*/ 6529828 w 8796660"/>
              <a:gd name="connsiteY20" fmla="*/ 444701 h 444701"/>
              <a:gd name="connsiteX21" fmla="*/ 5677229 w 8796660"/>
              <a:gd name="connsiteY21" fmla="*/ 444701 h 444701"/>
              <a:gd name="connsiteX22" fmla="*/ 5264463 w 8796660"/>
              <a:gd name="connsiteY22" fmla="*/ 444701 h 444701"/>
              <a:gd name="connsiteX23" fmla="*/ 4499830 w 8796660"/>
              <a:gd name="connsiteY23" fmla="*/ 444701 h 444701"/>
              <a:gd name="connsiteX24" fmla="*/ 3823164 w 8796660"/>
              <a:gd name="connsiteY24" fmla="*/ 444701 h 444701"/>
              <a:gd name="connsiteX25" fmla="*/ 3146498 w 8796660"/>
              <a:gd name="connsiteY25" fmla="*/ 444701 h 444701"/>
              <a:gd name="connsiteX26" fmla="*/ 2557798 w 8796660"/>
              <a:gd name="connsiteY26" fmla="*/ 444701 h 444701"/>
              <a:gd name="connsiteX27" fmla="*/ 1793165 w 8796660"/>
              <a:gd name="connsiteY27" fmla="*/ 444701 h 444701"/>
              <a:gd name="connsiteX28" fmla="*/ 1204466 w 8796660"/>
              <a:gd name="connsiteY28" fmla="*/ 444701 h 444701"/>
              <a:gd name="connsiteX29" fmla="*/ 0 w 8796660"/>
              <a:gd name="connsiteY29" fmla="*/ 444701 h 444701"/>
              <a:gd name="connsiteX30" fmla="*/ 0 w 8796660"/>
              <a:gd name="connsiteY30" fmla="*/ 0 h 44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796660" h="444701" fill="none" extrusionOk="0">
                <a:moveTo>
                  <a:pt x="0" y="0"/>
                </a:moveTo>
                <a:cubicBezTo>
                  <a:pt x="139258" y="-2104"/>
                  <a:pt x="321601" y="20528"/>
                  <a:pt x="412766" y="0"/>
                </a:cubicBezTo>
                <a:cubicBezTo>
                  <a:pt x="503931" y="-20528"/>
                  <a:pt x="857801" y="4892"/>
                  <a:pt x="1089433" y="0"/>
                </a:cubicBezTo>
                <a:cubicBezTo>
                  <a:pt x="1321065" y="-4892"/>
                  <a:pt x="1430846" y="22216"/>
                  <a:pt x="1766099" y="0"/>
                </a:cubicBezTo>
                <a:cubicBezTo>
                  <a:pt x="2101352" y="-22216"/>
                  <a:pt x="2167871" y="-6850"/>
                  <a:pt x="2530731" y="0"/>
                </a:cubicBezTo>
                <a:cubicBezTo>
                  <a:pt x="2893591" y="6850"/>
                  <a:pt x="2837683" y="12395"/>
                  <a:pt x="2943498" y="0"/>
                </a:cubicBezTo>
                <a:cubicBezTo>
                  <a:pt x="3049313" y="-12395"/>
                  <a:pt x="3238239" y="4379"/>
                  <a:pt x="3356264" y="0"/>
                </a:cubicBezTo>
                <a:cubicBezTo>
                  <a:pt x="3474289" y="-4379"/>
                  <a:pt x="3645448" y="12383"/>
                  <a:pt x="3856997" y="0"/>
                </a:cubicBezTo>
                <a:cubicBezTo>
                  <a:pt x="4068546" y="-12383"/>
                  <a:pt x="4216913" y="-7057"/>
                  <a:pt x="4445697" y="0"/>
                </a:cubicBezTo>
                <a:cubicBezTo>
                  <a:pt x="4674481" y="7057"/>
                  <a:pt x="4736756" y="-4914"/>
                  <a:pt x="4858463" y="0"/>
                </a:cubicBezTo>
                <a:cubicBezTo>
                  <a:pt x="4980170" y="4914"/>
                  <a:pt x="5291584" y="25411"/>
                  <a:pt x="5447163" y="0"/>
                </a:cubicBezTo>
                <a:cubicBezTo>
                  <a:pt x="5602742" y="-25411"/>
                  <a:pt x="5867239" y="8521"/>
                  <a:pt x="6035862" y="0"/>
                </a:cubicBezTo>
                <a:cubicBezTo>
                  <a:pt x="6204485" y="-8521"/>
                  <a:pt x="6581928" y="37370"/>
                  <a:pt x="6800495" y="0"/>
                </a:cubicBezTo>
                <a:cubicBezTo>
                  <a:pt x="7019062" y="-37370"/>
                  <a:pt x="7057134" y="-9144"/>
                  <a:pt x="7213261" y="0"/>
                </a:cubicBezTo>
                <a:cubicBezTo>
                  <a:pt x="7369388" y="9144"/>
                  <a:pt x="7655914" y="-11825"/>
                  <a:pt x="7889927" y="0"/>
                </a:cubicBezTo>
                <a:cubicBezTo>
                  <a:pt x="8123940" y="11825"/>
                  <a:pt x="8459284" y="8692"/>
                  <a:pt x="8796660" y="0"/>
                </a:cubicBezTo>
                <a:cubicBezTo>
                  <a:pt x="8786839" y="148207"/>
                  <a:pt x="8780513" y="249627"/>
                  <a:pt x="8796660" y="444701"/>
                </a:cubicBezTo>
                <a:cubicBezTo>
                  <a:pt x="8660014" y="442548"/>
                  <a:pt x="8550475" y="433664"/>
                  <a:pt x="8383894" y="444701"/>
                </a:cubicBezTo>
                <a:cubicBezTo>
                  <a:pt x="8217313" y="455738"/>
                  <a:pt x="8035060" y="463741"/>
                  <a:pt x="7795194" y="444701"/>
                </a:cubicBezTo>
                <a:cubicBezTo>
                  <a:pt x="7555328" y="425661"/>
                  <a:pt x="7453060" y="443419"/>
                  <a:pt x="7294461" y="444701"/>
                </a:cubicBezTo>
                <a:cubicBezTo>
                  <a:pt x="7135862" y="445983"/>
                  <a:pt x="6775983" y="411120"/>
                  <a:pt x="6529828" y="444701"/>
                </a:cubicBezTo>
                <a:cubicBezTo>
                  <a:pt x="6283673" y="478282"/>
                  <a:pt x="5850822" y="471842"/>
                  <a:pt x="5677229" y="444701"/>
                </a:cubicBezTo>
                <a:cubicBezTo>
                  <a:pt x="5503636" y="417560"/>
                  <a:pt x="5389681" y="437182"/>
                  <a:pt x="5264463" y="444701"/>
                </a:cubicBezTo>
                <a:cubicBezTo>
                  <a:pt x="5139245" y="452220"/>
                  <a:pt x="4819551" y="411931"/>
                  <a:pt x="4499830" y="444701"/>
                </a:cubicBezTo>
                <a:cubicBezTo>
                  <a:pt x="4180109" y="477471"/>
                  <a:pt x="4111065" y="455250"/>
                  <a:pt x="3823164" y="444701"/>
                </a:cubicBezTo>
                <a:cubicBezTo>
                  <a:pt x="3535263" y="434152"/>
                  <a:pt x="3442108" y="477125"/>
                  <a:pt x="3146498" y="444701"/>
                </a:cubicBezTo>
                <a:cubicBezTo>
                  <a:pt x="2850888" y="412277"/>
                  <a:pt x="2695645" y="432607"/>
                  <a:pt x="2557798" y="444701"/>
                </a:cubicBezTo>
                <a:cubicBezTo>
                  <a:pt x="2419951" y="456795"/>
                  <a:pt x="1964416" y="469699"/>
                  <a:pt x="1793165" y="444701"/>
                </a:cubicBezTo>
                <a:cubicBezTo>
                  <a:pt x="1621914" y="419703"/>
                  <a:pt x="1392474" y="473276"/>
                  <a:pt x="1204466" y="444701"/>
                </a:cubicBezTo>
                <a:cubicBezTo>
                  <a:pt x="1016458" y="416126"/>
                  <a:pt x="489726" y="494950"/>
                  <a:pt x="0" y="444701"/>
                </a:cubicBezTo>
                <a:cubicBezTo>
                  <a:pt x="-6517" y="249412"/>
                  <a:pt x="-4020" y="102584"/>
                  <a:pt x="0" y="0"/>
                </a:cubicBezTo>
                <a:close/>
              </a:path>
              <a:path w="8796660" h="444701" stroke="0" extrusionOk="0">
                <a:moveTo>
                  <a:pt x="0" y="0"/>
                </a:moveTo>
                <a:cubicBezTo>
                  <a:pt x="241110" y="-2317"/>
                  <a:pt x="294521" y="-13153"/>
                  <a:pt x="588700" y="0"/>
                </a:cubicBezTo>
                <a:cubicBezTo>
                  <a:pt x="882879" y="13153"/>
                  <a:pt x="1146607" y="16193"/>
                  <a:pt x="1353332" y="0"/>
                </a:cubicBezTo>
                <a:cubicBezTo>
                  <a:pt x="1560057" y="-16193"/>
                  <a:pt x="1808975" y="17571"/>
                  <a:pt x="2205932" y="0"/>
                </a:cubicBezTo>
                <a:cubicBezTo>
                  <a:pt x="2602889" y="-17571"/>
                  <a:pt x="2456042" y="728"/>
                  <a:pt x="2618698" y="0"/>
                </a:cubicBezTo>
                <a:cubicBezTo>
                  <a:pt x="2781354" y="-728"/>
                  <a:pt x="3054526" y="-3076"/>
                  <a:pt x="3295364" y="0"/>
                </a:cubicBezTo>
                <a:cubicBezTo>
                  <a:pt x="3536202" y="3076"/>
                  <a:pt x="3587204" y="-2577"/>
                  <a:pt x="3708131" y="0"/>
                </a:cubicBezTo>
                <a:cubicBezTo>
                  <a:pt x="3829058" y="2577"/>
                  <a:pt x="3931057" y="3889"/>
                  <a:pt x="4120897" y="0"/>
                </a:cubicBezTo>
                <a:cubicBezTo>
                  <a:pt x="4310737" y="-3889"/>
                  <a:pt x="4663694" y="4038"/>
                  <a:pt x="4885530" y="0"/>
                </a:cubicBezTo>
                <a:cubicBezTo>
                  <a:pt x="5107366" y="-4038"/>
                  <a:pt x="5330121" y="-7116"/>
                  <a:pt x="5474229" y="0"/>
                </a:cubicBezTo>
                <a:cubicBezTo>
                  <a:pt x="5618337" y="7116"/>
                  <a:pt x="6148994" y="2954"/>
                  <a:pt x="6326829" y="0"/>
                </a:cubicBezTo>
                <a:cubicBezTo>
                  <a:pt x="6504664" y="-2954"/>
                  <a:pt x="6697997" y="-20369"/>
                  <a:pt x="7003495" y="0"/>
                </a:cubicBezTo>
                <a:cubicBezTo>
                  <a:pt x="7308993" y="20369"/>
                  <a:pt x="7343436" y="23814"/>
                  <a:pt x="7504228" y="0"/>
                </a:cubicBezTo>
                <a:cubicBezTo>
                  <a:pt x="7665020" y="-23814"/>
                  <a:pt x="8444912" y="-49205"/>
                  <a:pt x="8796660" y="0"/>
                </a:cubicBezTo>
                <a:cubicBezTo>
                  <a:pt x="8810479" y="159188"/>
                  <a:pt x="8789495" y="284123"/>
                  <a:pt x="8796660" y="444701"/>
                </a:cubicBezTo>
                <a:cubicBezTo>
                  <a:pt x="8635037" y="426999"/>
                  <a:pt x="8353194" y="457946"/>
                  <a:pt x="8032027" y="444701"/>
                </a:cubicBezTo>
                <a:cubicBezTo>
                  <a:pt x="7710860" y="431456"/>
                  <a:pt x="7548317" y="482096"/>
                  <a:pt x="7179428" y="444701"/>
                </a:cubicBezTo>
                <a:cubicBezTo>
                  <a:pt x="6810539" y="407306"/>
                  <a:pt x="6665103" y="441311"/>
                  <a:pt x="6502762" y="444701"/>
                </a:cubicBezTo>
                <a:cubicBezTo>
                  <a:pt x="6340421" y="448091"/>
                  <a:pt x="6084949" y="440793"/>
                  <a:pt x="5826096" y="444701"/>
                </a:cubicBezTo>
                <a:cubicBezTo>
                  <a:pt x="5567243" y="448609"/>
                  <a:pt x="5227336" y="477444"/>
                  <a:pt x="4973496" y="444701"/>
                </a:cubicBezTo>
                <a:cubicBezTo>
                  <a:pt x="4719656" y="411958"/>
                  <a:pt x="4464395" y="474188"/>
                  <a:pt x="4296830" y="444701"/>
                </a:cubicBezTo>
                <a:cubicBezTo>
                  <a:pt x="4129265" y="415214"/>
                  <a:pt x="3714454" y="427152"/>
                  <a:pt x="3532197" y="444701"/>
                </a:cubicBezTo>
                <a:cubicBezTo>
                  <a:pt x="3349940" y="462250"/>
                  <a:pt x="2951014" y="449036"/>
                  <a:pt x="2767565" y="444701"/>
                </a:cubicBezTo>
                <a:cubicBezTo>
                  <a:pt x="2584116" y="440366"/>
                  <a:pt x="2308936" y="466913"/>
                  <a:pt x="2178865" y="444701"/>
                </a:cubicBezTo>
                <a:cubicBezTo>
                  <a:pt x="2048794" y="422489"/>
                  <a:pt x="1835067" y="453404"/>
                  <a:pt x="1678132" y="444701"/>
                </a:cubicBezTo>
                <a:cubicBezTo>
                  <a:pt x="1521197" y="435998"/>
                  <a:pt x="1136084" y="451389"/>
                  <a:pt x="825533" y="444701"/>
                </a:cubicBezTo>
                <a:cubicBezTo>
                  <a:pt x="514982" y="438013"/>
                  <a:pt x="317042" y="422558"/>
                  <a:pt x="0" y="444701"/>
                </a:cubicBezTo>
                <a:cubicBezTo>
                  <a:pt x="-8091" y="325133"/>
                  <a:pt x="5901" y="13018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virtual void</a:t>
            </a:r>
            <a:r>
              <a:rPr lang="en-US" altLang="ko-KR" sz="1000"/>
              <a:t> 	</a:t>
            </a:r>
            <a:r>
              <a:rPr lang="en-US" altLang="ko-KR" sz="1000" b="1"/>
              <a:t>on_connect</a:t>
            </a:r>
            <a:r>
              <a:rPr lang="en-US" altLang="ko-KR" sz="1000"/>
              <a:t>(net::io::Iconnective* _pacceptor) </a:t>
            </a:r>
            <a:r>
              <a:rPr lang="en-US" altLang="ko-KR" sz="1000">
                <a:solidFill>
                  <a:srgbClr val="0000FF"/>
                </a:solidFill>
              </a:rPr>
              <a:t>override</a:t>
            </a:r>
            <a:r>
              <a:rPr lang="en-US" altLang="ko-KR" sz="1000"/>
              <a:t>;</a:t>
            </a:r>
            <a:endParaRPr lang="en-US" altLang="ko-KR" sz="1000">
              <a:solidFill>
                <a:srgbClr val="00B05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755EE09-F969-4F2F-80DD-72154D3CE908}"/>
              </a:ext>
            </a:extLst>
          </p:cNvPr>
          <p:cNvCxnSpPr>
            <a:cxnSpLocks/>
          </p:cNvCxnSpPr>
          <p:nvPr/>
        </p:nvCxnSpPr>
        <p:spPr>
          <a:xfrm flipV="1">
            <a:off x="5115994" y="4013277"/>
            <a:ext cx="0" cy="20804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04B55CFE-E699-4636-8DD6-A7BD1FBFCC0F}"/>
              </a:ext>
            </a:extLst>
          </p:cNvPr>
          <p:cNvCxnSpPr>
            <a:cxnSpLocks/>
          </p:cNvCxnSpPr>
          <p:nvPr/>
        </p:nvCxnSpPr>
        <p:spPr>
          <a:xfrm>
            <a:off x="4798689" y="4020538"/>
            <a:ext cx="634607" cy="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70EA078-8F50-43DE-90A1-60F3F0634DD5}"/>
              </a:ext>
            </a:extLst>
          </p:cNvPr>
          <p:cNvSpPr/>
          <p:nvPr/>
        </p:nvSpPr>
        <p:spPr>
          <a:xfrm>
            <a:off x="4152414" y="4228587"/>
            <a:ext cx="262140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2"/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이건 접속을 받은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1EAF2A0-26F6-4BA4-9F03-7FC337842AD0}"/>
              </a:ext>
            </a:extLst>
          </p:cNvPr>
          <p:cNvSpPr/>
          <p:nvPr/>
        </p:nvSpPr>
        <p:spPr>
          <a:xfrm>
            <a:off x="1922138" y="4512847"/>
            <a:ext cx="9313129" cy="886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on_connect(…)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함수는 접속에 성공했을 경우에 호출되는 훅함수다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여기에 접속이 되었을 때 처리해야할 내용을 작성한다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이때 전달되어오는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_pacceotr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파라미터는 말 그대로 접속을 받은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주소다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 형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(type)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다르기 때문에 필요할 경우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dynamic_cast&lt;T&gt;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형변환을 한 후 사용해야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 이건 거의 사용되지 않는다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EAA731-1664-400A-AFC5-2A5869CC6F77}"/>
              </a:ext>
            </a:extLst>
          </p:cNvPr>
          <p:cNvSpPr/>
          <p:nvPr/>
        </p:nvSpPr>
        <p:spPr>
          <a:xfrm>
            <a:off x="1669923" y="3378292"/>
            <a:ext cx="11083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en-US" altLang="ko-KR" sz="1200" b="1"/>
              <a:t>on_connect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109961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997206" y="-12879"/>
            <a:ext cx="413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tcp_simple.server.source.comment.2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0E4CBA8-B9F5-49C2-A1FA-E43D54136505}"/>
              </a:ext>
            </a:extLst>
          </p:cNvPr>
          <p:cNvSpPr/>
          <p:nvPr/>
        </p:nvSpPr>
        <p:spPr>
          <a:xfrm>
            <a:off x="1922137" y="988282"/>
            <a:ext cx="8796660" cy="444701"/>
          </a:xfrm>
          <a:custGeom>
            <a:avLst/>
            <a:gdLst>
              <a:gd name="connsiteX0" fmla="*/ 0 w 8796660"/>
              <a:gd name="connsiteY0" fmla="*/ 0 h 444701"/>
              <a:gd name="connsiteX1" fmla="*/ 412766 w 8796660"/>
              <a:gd name="connsiteY1" fmla="*/ 0 h 444701"/>
              <a:gd name="connsiteX2" fmla="*/ 1089433 w 8796660"/>
              <a:gd name="connsiteY2" fmla="*/ 0 h 444701"/>
              <a:gd name="connsiteX3" fmla="*/ 1766099 w 8796660"/>
              <a:gd name="connsiteY3" fmla="*/ 0 h 444701"/>
              <a:gd name="connsiteX4" fmla="*/ 2530731 w 8796660"/>
              <a:gd name="connsiteY4" fmla="*/ 0 h 444701"/>
              <a:gd name="connsiteX5" fmla="*/ 2943498 w 8796660"/>
              <a:gd name="connsiteY5" fmla="*/ 0 h 444701"/>
              <a:gd name="connsiteX6" fmla="*/ 3356264 w 8796660"/>
              <a:gd name="connsiteY6" fmla="*/ 0 h 444701"/>
              <a:gd name="connsiteX7" fmla="*/ 3856997 w 8796660"/>
              <a:gd name="connsiteY7" fmla="*/ 0 h 444701"/>
              <a:gd name="connsiteX8" fmla="*/ 4445697 w 8796660"/>
              <a:gd name="connsiteY8" fmla="*/ 0 h 444701"/>
              <a:gd name="connsiteX9" fmla="*/ 4858463 w 8796660"/>
              <a:gd name="connsiteY9" fmla="*/ 0 h 444701"/>
              <a:gd name="connsiteX10" fmla="*/ 5447163 w 8796660"/>
              <a:gd name="connsiteY10" fmla="*/ 0 h 444701"/>
              <a:gd name="connsiteX11" fmla="*/ 6035862 w 8796660"/>
              <a:gd name="connsiteY11" fmla="*/ 0 h 444701"/>
              <a:gd name="connsiteX12" fmla="*/ 6800495 w 8796660"/>
              <a:gd name="connsiteY12" fmla="*/ 0 h 444701"/>
              <a:gd name="connsiteX13" fmla="*/ 7213261 w 8796660"/>
              <a:gd name="connsiteY13" fmla="*/ 0 h 444701"/>
              <a:gd name="connsiteX14" fmla="*/ 7889927 w 8796660"/>
              <a:gd name="connsiteY14" fmla="*/ 0 h 444701"/>
              <a:gd name="connsiteX15" fmla="*/ 8796660 w 8796660"/>
              <a:gd name="connsiteY15" fmla="*/ 0 h 444701"/>
              <a:gd name="connsiteX16" fmla="*/ 8796660 w 8796660"/>
              <a:gd name="connsiteY16" fmla="*/ 444701 h 444701"/>
              <a:gd name="connsiteX17" fmla="*/ 8383894 w 8796660"/>
              <a:gd name="connsiteY17" fmla="*/ 444701 h 444701"/>
              <a:gd name="connsiteX18" fmla="*/ 7795194 w 8796660"/>
              <a:gd name="connsiteY18" fmla="*/ 444701 h 444701"/>
              <a:gd name="connsiteX19" fmla="*/ 7294461 w 8796660"/>
              <a:gd name="connsiteY19" fmla="*/ 444701 h 444701"/>
              <a:gd name="connsiteX20" fmla="*/ 6529828 w 8796660"/>
              <a:gd name="connsiteY20" fmla="*/ 444701 h 444701"/>
              <a:gd name="connsiteX21" fmla="*/ 5677229 w 8796660"/>
              <a:gd name="connsiteY21" fmla="*/ 444701 h 444701"/>
              <a:gd name="connsiteX22" fmla="*/ 5264463 w 8796660"/>
              <a:gd name="connsiteY22" fmla="*/ 444701 h 444701"/>
              <a:gd name="connsiteX23" fmla="*/ 4499830 w 8796660"/>
              <a:gd name="connsiteY23" fmla="*/ 444701 h 444701"/>
              <a:gd name="connsiteX24" fmla="*/ 3823164 w 8796660"/>
              <a:gd name="connsiteY24" fmla="*/ 444701 h 444701"/>
              <a:gd name="connsiteX25" fmla="*/ 3146498 w 8796660"/>
              <a:gd name="connsiteY25" fmla="*/ 444701 h 444701"/>
              <a:gd name="connsiteX26" fmla="*/ 2557798 w 8796660"/>
              <a:gd name="connsiteY26" fmla="*/ 444701 h 444701"/>
              <a:gd name="connsiteX27" fmla="*/ 1793165 w 8796660"/>
              <a:gd name="connsiteY27" fmla="*/ 444701 h 444701"/>
              <a:gd name="connsiteX28" fmla="*/ 1204466 w 8796660"/>
              <a:gd name="connsiteY28" fmla="*/ 444701 h 444701"/>
              <a:gd name="connsiteX29" fmla="*/ 0 w 8796660"/>
              <a:gd name="connsiteY29" fmla="*/ 444701 h 444701"/>
              <a:gd name="connsiteX30" fmla="*/ 0 w 8796660"/>
              <a:gd name="connsiteY30" fmla="*/ 0 h 44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796660" h="444701" fill="none" extrusionOk="0">
                <a:moveTo>
                  <a:pt x="0" y="0"/>
                </a:moveTo>
                <a:cubicBezTo>
                  <a:pt x="139258" y="-2104"/>
                  <a:pt x="321601" y="20528"/>
                  <a:pt x="412766" y="0"/>
                </a:cubicBezTo>
                <a:cubicBezTo>
                  <a:pt x="503931" y="-20528"/>
                  <a:pt x="857801" y="4892"/>
                  <a:pt x="1089433" y="0"/>
                </a:cubicBezTo>
                <a:cubicBezTo>
                  <a:pt x="1321065" y="-4892"/>
                  <a:pt x="1430846" y="22216"/>
                  <a:pt x="1766099" y="0"/>
                </a:cubicBezTo>
                <a:cubicBezTo>
                  <a:pt x="2101352" y="-22216"/>
                  <a:pt x="2167871" y="-6850"/>
                  <a:pt x="2530731" y="0"/>
                </a:cubicBezTo>
                <a:cubicBezTo>
                  <a:pt x="2893591" y="6850"/>
                  <a:pt x="2837683" y="12395"/>
                  <a:pt x="2943498" y="0"/>
                </a:cubicBezTo>
                <a:cubicBezTo>
                  <a:pt x="3049313" y="-12395"/>
                  <a:pt x="3238239" y="4379"/>
                  <a:pt x="3356264" y="0"/>
                </a:cubicBezTo>
                <a:cubicBezTo>
                  <a:pt x="3474289" y="-4379"/>
                  <a:pt x="3645448" y="12383"/>
                  <a:pt x="3856997" y="0"/>
                </a:cubicBezTo>
                <a:cubicBezTo>
                  <a:pt x="4068546" y="-12383"/>
                  <a:pt x="4216913" y="-7057"/>
                  <a:pt x="4445697" y="0"/>
                </a:cubicBezTo>
                <a:cubicBezTo>
                  <a:pt x="4674481" y="7057"/>
                  <a:pt x="4736756" y="-4914"/>
                  <a:pt x="4858463" y="0"/>
                </a:cubicBezTo>
                <a:cubicBezTo>
                  <a:pt x="4980170" y="4914"/>
                  <a:pt x="5291584" y="25411"/>
                  <a:pt x="5447163" y="0"/>
                </a:cubicBezTo>
                <a:cubicBezTo>
                  <a:pt x="5602742" y="-25411"/>
                  <a:pt x="5867239" y="8521"/>
                  <a:pt x="6035862" y="0"/>
                </a:cubicBezTo>
                <a:cubicBezTo>
                  <a:pt x="6204485" y="-8521"/>
                  <a:pt x="6581928" y="37370"/>
                  <a:pt x="6800495" y="0"/>
                </a:cubicBezTo>
                <a:cubicBezTo>
                  <a:pt x="7019062" y="-37370"/>
                  <a:pt x="7057134" y="-9144"/>
                  <a:pt x="7213261" y="0"/>
                </a:cubicBezTo>
                <a:cubicBezTo>
                  <a:pt x="7369388" y="9144"/>
                  <a:pt x="7655914" y="-11825"/>
                  <a:pt x="7889927" y="0"/>
                </a:cubicBezTo>
                <a:cubicBezTo>
                  <a:pt x="8123940" y="11825"/>
                  <a:pt x="8459284" y="8692"/>
                  <a:pt x="8796660" y="0"/>
                </a:cubicBezTo>
                <a:cubicBezTo>
                  <a:pt x="8786839" y="148207"/>
                  <a:pt x="8780513" y="249627"/>
                  <a:pt x="8796660" y="444701"/>
                </a:cubicBezTo>
                <a:cubicBezTo>
                  <a:pt x="8660014" y="442548"/>
                  <a:pt x="8550475" y="433664"/>
                  <a:pt x="8383894" y="444701"/>
                </a:cubicBezTo>
                <a:cubicBezTo>
                  <a:pt x="8217313" y="455738"/>
                  <a:pt x="8035060" y="463741"/>
                  <a:pt x="7795194" y="444701"/>
                </a:cubicBezTo>
                <a:cubicBezTo>
                  <a:pt x="7555328" y="425661"/>
                  <a:pt x="7453060" y="443419"/>
                  <a:pt x="7294461" y="444701"/>
                </a:cubicBezTo>
                <a:cubicBezTo>
                  <a:pt x="7135862" y="445983"/>
                  <a:pt x="6775983" y="411120"/>
                  <a:pt x="6529828" y="444701"/>
                </a:cubicBezTo>
                <a:cubicBezTo>
                  <a:pt x="6283673" y="478282"/>
                  <a:pt x="5850822" y="471842"/>
                  <a:pt x="5677229" y="444701"/>
                </a:cubicBezTo>
                <a:cubicBezTo>
                  <a:pt x="5503636" y="417560"/>
                  <a:pt x="5389681" y="437182"/>
                  <a:pt x="5264463" y="444701"/>
                </a:cubicBezTo>
                <a:cubicBezTo>
                  <a:pt x="5139245" y="452220"/>
                  <a:pt x="4819551" y="411931"/>
                  <a:pt x="4499830" y="444701"/>
                </a:cubicBezTo>
                <a:cubicBezTo>
                  <a:pt x="4180109" y="477471"/>
                  <a:pt x="4111065" y="455250"/>
                  <a:pt x="3823164" y="444701"/>
                </a:cubicBezTo>
                <a:cubicBezTo>
                  <a:pt x="3535263" y="434152"/>
                  <a:pt x="3442108" y="477125"/>
                  <a:pt x="3146498" y="444701"/>
                </a:cubicBezTo>
                <a:cubicBezTo>
                  <a:pt x="2850888" y="412277"/>
                  <a:pt x="2695645" y="432607"/>
                  <a:pt x="2557798" y="444701"/>
                </a:cubicBezTo>
                <a:cubicBezTo>
                  <a:pt x="2419951" y="456795"/>
                  <a:pt x="1964416" y="469699"/>
                  <a:pt x="1793165" y="444701"/>
                </a:cubicBezTo>
                <a:cubicBezTo>
                  <a:pt x="1621914" y="419703"/>
                  <a:pt x="1392474" y="473276"/>
                  <a:pt x="1204466" y="444701"/>
                </a:cubicBezTo>
                <a:cubicBezTo>
                  <a:pt x="1016458" y="416126"/>
                  <a:pt x="489726" y="494950"/>
                  <a:pt x="0" y="444701"/>
                </a:cubicBezTo>
                <a:cubicBezTo>
                  <a:pt x="-6517" y="249412"/>
                  <a:pt x="-4020" y="102584"/>
                  <a:pt x="0" y="0"/>
                </a:cubicBezTo>
                <a:close/>
              </a:path>
              <a:path w="8796660" h="444701" stroke="0" extrusionOk="0">
                <a:moveTo>
                  <a:pt x="0" y="0"/>
                </a:moveTo>
                <a:cubicBezTo>
                  <a:pt x="241110" y="-2317"/>
                  <a:pt x="294521" y="-13153"/>
                  <a:pt x="588700" y="0"/>
                </a:cubicBezTo>
                <a:cubicBezTo>
                  <a:pt x="882879" y="13153"/>
                  <a:pt x="1146607" y="16193"/>
                  <a:pt x="1353332" y="0"/>
                </a:cubicBezTo>
                <a:cubicBezTo>
                  <a:pt x="1560057" y="-16193"/>
                  <a:pt x="1808975" y="17571"/>
                  <a:pt x="2205932" y="0"/>
                </a:cubicBezTo>
                <a:cubicBezTo>
                  <a:pt x="2602889" y="-17571"/>
                  <a:pt x="2456042" y="728"/>
                  <a:pt x="2618698" y="0"/>
                </a:cubicBezTo>
                <a:cubicBezTo>
                  <a:pt x="2781354" y="-728"/>
                  <a:pt x="3054526" y="-3076"/>
                  <a:pt x="3295364" y="0"/>
                </a:cubicBezTo>
                <a:cubicBezTo>
                  <a:pt x="3536202" y="3076"/>
                  <a:pt x="3587204" y="-2577"/>
                  <a:pt x="3708131" y="0"/>
                </a:cubicBezTo>
                <a:cubicBezTo>
                  <a:pt x="3829058" y="2577"/>
                  <a:pt x="3931057" y="3889"/>
                  <a:pt x="4120897" y="0"/>
                </a:cubicBezTo>
                <a:cubicBezTo>
                  <a:pt x="4310737" y="-3889"/>
                  <a:pt x="4663694" y="4038"/>
                  <a:pt x="4885530" y="0"/>
                </a:cubicBezTo>
                <a:cubicBezTo>
                  <a:pt x="5107366" y="-4038"/>
                  <a:pt x="5330121" y="-7116"/>
                  <a:pt x="5474229" y="0"/>
                </a:cubicBezTo>
                <a:cubicBezTo>
                  <a:pt x="5618337" y="7116"/>
                  <a:pt x="6148994" y="2954"/>
                  <a:pt x="6326829" y="0"/>
                </a:cubicBezTo>
                <a:cubicBezTo>
                  <a:pt x="6504664" y="-2954"/>
                  <a:pt x="6697997" y="-20369"/>
                  <a:pt x="7003495" y="0"/>
                </a:cubicBezTo>
                <a:cubicBezTo>
                  <a:pt x="7308993" y="20369"/>
                  <a:pt x="7343436" y="23814"/>
                  <a:pt x="7504228" y="0"/>
                </a:cubicBezTo>
                <a:cubicBezTo>
                  <a:pt x="7665020" y="-23814"/>
                  <a:pt x="8444912" y="-49205"/>
                  <a:pt x="8796660" y="0"/>
                </a:cubicBezTo>
                <a:cubicBezTo>
                  <a:pt x="8810479" y="159188"/>
                  <a:pt x="8789495" y="284123"/>
                  <a:pt x="8796660" y="444701"/>
                </a:cubicBezTo>
                <a:cubicBezTo>
                  <a:pt x="8635037" y="426999"/>
                  <a:pt x="8353194" y="457946"/>
                  <a:pt x="8032027" y="444701"/>
                </a:cubicBezTo>
                <a:cubicBezTo>
                  <a:pt x="7710860" y="431456"/>
                  <a:pt x="7548317" y="482096"/>
                  <a:pt x="7179428" y="444701"/>
                </a:cubicBezTo>
                <a:cubicBezTo>
                  <a:pt x="6810539" y="407306"/>
                  <a:pt x="6665103" y="441311"/>
                  <a:pt x="6502762" y="444701"/>
                </a:cubicBezTo>
                <a:cubicBezTo>
                  <a:pt x="6340421" y="448091"/>
                  <a:pt x="6084949" y="440793"/>
                  <a:pt x="5826096" y="444701"/>
                </a:cubicBezTo>
                <a:cubicBezTo>
                  <a:pt x="5567243" y="448609"/>
                  <a:pt x="5227336" y="477444"/>
                  <a:pt x="4973496" y="444701"/>
                </a:cubicBezTo>
                <a:cubicBezTo>
                  <a:pt x="4719656" y="411958"/>
                  <a:pt x="4464395" y="474188"/>
                  <a:pt x="4296830" y="444701"/>
                </a:cubicBezTo>
                <a:cubicBezTo>
                  <a:pt x="4129265" y="415214"/>
                  <a:pt x="3714454" y="427152"/>
                  <a:pt x="3532197" y="444701"/>
                </a:cubicBezTo>
                <a:cubicBezTo>
                  <a:pt x="3349940" y="462250"/>
                  <a:pt x="2951014" y="449036"/>
                  <a:pt x="2767565" y="444701"/>
                </a:cubicBezTo>
                <a:cubicBezTo>
                  <a:pt x="2584116" y="440366"/>
                  <a:pt x="2308936" y="466913"/>
                  <a:pt x="2178865" y="444701"/>
                </a:cubicBezTo>
                <a:cubicBezTo>
                  <a:pt x="2048794" y="422489"/>
                  <a:pt x="1835067" y="453404"/>
                  <a:pt x="1678132" y="444701"/>
                </a:cubicBezTo>
                <a:cubicBezTo>
                  <a:pt x="1521197" y="435998"/>
                  <a:pt x="1136084" y="451389"/>
                  <a:pt x="825533" y="444701"/>
                </a:cubicBezTo>
                <a:cubicBezTo>
                  <a:pt x="514982" y="438013"/>
                  <a:pt x="317042" y="422558"/>
                  <a:pt x="0" y="444701"/>
                </a:cubicBezTo>
                <a:cubicBezTo>
                  <a:pt x="-8091" y="325133"/>
                  <a:pt x="5901" y="13018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virtual void</a:t>
            </a:r>
            <a:r>
              <a:rPr lang="en-US" altLang="ko-KR" sz="1000"/>
              <a:t> </a:t>
            </a:r>
            <a:r>
              <a:rPr lang="en-US" altLang="ko-KR" sz="1000" b="1"/>
              <a:t>on_disconnect</a:t>
            </a:r>
            <a:r>
              <a:rPr lang="en-US" altLang="ko-KR" sz="1000"/>
              <a:t>(</a:t>
            </a:r>
            <a:r>
              <a:rPr lang="en-US" altLang="ko-KR" sz="1000">
                <a:solidFill>
                  <a:srgbClr val="0000FF"/>
                </a:solidFill>
              </a:rPr>
              <a:t>uint64_t </a:t>
            </a:r>
            <a:r>
              <a:rPr lang="en-US" altLang="ko-KR" sz="1000"/>
              <a:t>_reason) </a:t>
            </a:r>
            <a:r>
              <a:rPr lang="en-US" altLang="ko-KR" sz="1000">
                <a:solidFill>
                  <a:srgbClr val="0000FF"/>
                </a:solidFill>
              </a:rPr>
              <a:t>override;</a:t>
            </a:r>
            <a:endParaRPr lang="en-US" altLang="ko-KR" sz="1000">
              <a:solidFill>
                <a:srgbClr val="00B05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BC98CA-32D5-4088-9AFB-4773D8BC343D}"/>
              </a:ext>
            </a:extLst>
          </p:cNvPr>
          <p:cNvSpPr/>
          <p:nvPr/>
        </p:nvSpPr>
        <p:spPr>
          <a:xfrm>
            <a:off x="1669923" y="711283"/>
            <a:ext cx="13167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en-US" altLang="ko-KR" sz="1200" b="1"/>
              <a:t>on_disconnect</a:t>
            </a:r>
            <a:endParaRPr lang="ko-KR" altLang="en-US" sz="12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516ABC9-941D-4273-A551-87E2BD956807}"/>
              </a:ext>
            </a:extLst>
          </p:cNvPr>
          <p:cNvSpPr/>
          <p:nvPr/>
        </p:nvSpPr>
        <p:spPr>
          <a:xfrm>
            <a:off x="1922138" y="1845838"/>
            <a:ext cx="9313129" cy="1157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on_disconnect (…)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함수는 접속이 되었다 접속이 종료되었을 경우에만 호출된다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즉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on_connect(…)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호출되었을 때만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on_disconnect(…)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호출되며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on_connect()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함수가 완료되기전에는 절대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on_disconnect()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호출되지 않음을 보장한다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on_disconnec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호출될 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_reason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인자로 접속이 종료된 이유가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bitflag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형태로 전달된다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9D5719C-3731-4B37-B2CB-417311446D6D}"/>
              </a:ext>
            </a:extLst>
          </p:cNvPr>
          <p:cNvCxnSpPr>
            <a:cxnSpLocks/>
          </p:cNvCxnSpPr>
          <p:nvPr/>
        </p:nvCxnSpPr>
        <p:spPr>
          <a:xfrm flipV="1">
            <a:off x="4616460" y="1307910"/>
            <a:ext cx="0" cy="20804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B347C90-C22C-4FC8-AC40-7DD6108AE5F6}"/>
              </a:ext>
            </a:extLst>
          </p:cNvPr>
          <p:cNvCxnSpPr>
            <a:cxnSpLocks/>
          </p:cNvCxnSpPr>
          <p:nvPr/>
        </p:nvCxnSpPr>
        <p:spPr>
          <a:xfrm>
            <a:off x="4299155" y="1315171"/>
            <a:ext cx="442178" cy="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C7E15B1-92AA-4FF4-A5B9-1FE79E58B252}"/>
              </a:ext>
            </a:extLst>
          </p:cNvPr>
          <p:cNvSpPr/>
          <p:nvPr/>
        </p:nvSpPr>
        <p:spPr>
          <a:xfrm>
            <a:off x="3652880" y="1523220"/>
            <a:ext cx="269711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2"/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접속이 종료된 이유가 전달된다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0309237-C171-4396-8778-14D3FF184139}"/>
              </a:ext>
            </a:extLst>
          </p:cNvPr>
          <p:cNvSpPr/>
          <p:nvPr/>
        </p:nvSpPr>
        <p:spPr>
          <a:xfrm>
            <a:off x="2082335" y="3014132"/>
            <a:ext cx="79257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360000">
              <a:buFont typeface="Arial" panose="020B0604020202020204" pitchFamily="34" charset="0"/>
              <a:buChar char="•"/>
            </a:pPr>
            <a:r>
              <a:rPr lang="en-US" altLang="ko-KR" sz="1000" b="1">
                <a:solidFill>
                  <a:srgbClr val="000000"/>
                </a:solidFill>
                <a:ea typeface="돋움체" panose="020B0609000101010101" pitchFamily="49" charset="-127"/>
              </a:rPr>
              <a:t>SOCKET_REASON_FAIL</a:t>
            </a:r>
            <a:r>
              <a:rPr lang="en-US" altLang="ko-KR" sz="1000">
                <a:solidFill>
                  <a:srgbClr val="000000"/>
                </a:solidFill>
                <a:ea typeface="돋움체" panose="020B0609000101010101" pitchFamily="49" charset="-127"/>
              </a:rPr>
              <a:t> 		</a:t>
            </a:r>
            <a:r>
              <a:rPr lang="ko-KR" altLang="en-US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오류로 인한 접속 종료인 경우</a:t>
            </a:r>
            <a:r>
              <a:rPr lang="en-US" altLang="ko-KR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송수신 중 오류</a:t>
            </a:r>
            <a:r>
              <a:rPr lang="en-US" altLang="ko-KR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상대방에 의한 강제접속 종료</a:t>
            </a:r>
            <a:r>
              <a:rPr lang="en-US" altLang="ko-KR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endParaRPr lang="ko-KR" altLang="en-US" sz="10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 defTabSz="360000">
              <a:buFont typeface="Arial" panose="020B0604020202020204" pitchFamily="34" charset="0"/>
              <a:buChar char="•"/>
            </a:pPr>
            <a:r>
              <a:rPr lang="en-US" altLang="ko-KR" sz="1000" b="1">
                <a:solidFill>
                  <a:srgbClr val="000000"/>
                </a:solidFill>
                <a:ea typeface="돋움체" panose="020B0609000101010101" pitchFamily="49" charset="-127"/>
              </a:rPr>
              <a:t>SOCKET_REASON_ACTIVE</a:t>
            </a:r>
            <a:r>
              <a: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		</a:t>
            </a:r>
            <a:r>
              <a:rPr lang="ko-KR" altLang="en-US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접속 종료를 요청한 측일 경우</a:t>
            </a:r>
            <a:r>
              <a:rPr lang="en-US" altLang="ko-KR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설정되어 있지 않으면 </a:t>
            </a:r>
            <a:r>
              <a:rPr lang="en-US" altLang="ko-KR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Passive)</a:t>
            </a:r>
            <a:endParaRPr lang="ko-KR" altLang="en-US" sz="10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 defTabSz="360000">
              <a:buFont typeface="Arial" panose="020B0604020202020204" pitchFamily="34" charset="0"/>
              <a:buChar char="•"/>
            </a:pPr>
            <a:r>
              <a:rPr lang="en-US" altLang="ko-KR" sz="1000" b="1">
                <a:solidFill>
                  <a:srgbClr val="000000"/>
                </a:solidFill>
                <a:ea typeface="돋움체" panose="020B0609000101010101" pitchFamily="49" charset="-127"/>
              </a:rPr>
              <a:t>SOCKET_REASON_ABORTIVE</a:t>
            </a:r>
            <a:r>
              <a: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	</a:t>
            </a:r>
            <a:r>
              <a:rPr lang="ko-KR" altLang="en-US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강제 접속종료일 경우</a:t>
            </a:r>
            <a:r>
              <a:rPr lang="en-US" altLang="ko-KR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설정되어 있지 않으면 </a:t>
            </a:r>
            <a:r>
              <a:rPr lang="en-US" altLang="ko-KR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Graceful)</a:t>
            </a:r>
            <a:endParaRPr lang="en-US" altLang="ko-KR" sz="10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 defTabSz="360000">
              <a:buFont typeface="Arial" panose="020B0604020202020204" pitchFamily="34" charset="0"/>
              <a:buChar char="•"/>
            </a:pPr>
            <a:r>
              <a:rPr lang="en-US" altLang="ko-KR" sz="1000" b="1">
                <a:solidFill>
                  <a:srgbClr val="000000"/>
                </a:solidFill>
                <a:ea typeface="돋움체" panose="020B0609000101010101" pitchFamily="49" charset="-127"/>
              </a:rPr>
              <a:t>SOCKET_REASON_EXCEPTION</a:t>
            </a:r>
            <a:r>
              <a: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	</a:t>
            </a:r>
            <a:r>
              <a:rPr lang="ko-KR" altLang="en-US" sz="1000">
                <a:solidFill>
                  <a:srgbClr val="008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예외로 인해 것일 경우</a:t>
            </a:r>
            <a:endParaRPr lang="ko-KR" altLang="en-US" sz="10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173C6D4-A337-4D60-A42C-D13A0FBF853A}"/>
              </a:ext>
            </a:extLst>
          </p:cNvPr>
          <p:cNvSpPr/>
          <p:nvPr/>
        </p:nvSpPr>
        <p:spPr>
          <a:xfrm>
            <a:off x="1953438" y="3783871"/>
            <a:ext cx="6096000" cy="3262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_reason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인자로 아래처럼 접속 원인을 확인할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E6DDD78-1216-49C9-8FDC-C144755BA3BD}"/>
              </a:ext>
            </a:extLst>
          </p:cNvPr>
          <p:cNvSpPr/>
          <p:nvPr/>
        </p:nvSpPr>
        <p:spPr>
          <a:xfrm>
            <a:off x="1922137" y="4102657"/>
            <a:ext cx="8796660" cy="2445248"/>
          </a:xfrm>
          <a:custGeom>
            <a:avLst/>
            <a:gdLst>
              <a:gd name="connsiteX0" fmla="*/ 0 w 8796660"/>
              <a:gd name="connsiteY0" fmla="*/ 0 h 2445248"/>
              <a:gd name="connsiteX1" fmla="*/ 852599 w 8796660"/>
              <a:gd name="connsiteY1" fmla="*/ 0 h 2445248"/>
              <a:gd name="connsiteX2" fmla="*/ 1441299 w 8796660"/>
              <a:gd name="connsiteY2" fmla="*/ 0 h 2445248"/>
              <a:gd name="connsiteX3" fmla="*/ 1854065 w 8796660"/>
              <a:gd name="connsiteY3" fmla="*/ 0 h 2445248"/>
              <a:gd name="connsiteX4" fmla="*/ 2442765 w 8796660"/>
              <a:gd name="connsiteY4" fmla="*/ 0 h 2445248"/>
              <a:gd name="connsiteX5" fmla="*/ 3031464 w 8796660"/>
              <a:gd name="connsiteY5" fmla="*/ 0 h 2445248"/>
              <a:gd name="connsiteX6" fmla="*/ 3796097 w 8796660"/>
              <a:gd name="connsiteY6" fmla="*/ 0 h 2445248"/>
              <a:gd name="connsiteX7" fmla="*/ 4208863 w 8796660"/>
              <a:gd name="connsiteY7" fmla="*/ 0 h 2445248"/>
              <a:gd name="connsiteX8" fmla="*/ 4885530 w 8796660"/>
              <a:gd name="connsiteY8" fmla="*/ 0 h 2445248"/>
              <a:gd name="connsiteX9" fmla="*/ 5386263 w 8796660"/>
              <a:gd name="connsiteY9" fmla="*/ 0 h 2445248"/>
              <a:gd name="connsiteX10" fmla="*/ 5799029 w 8796660"/>
              <a:gd name="connsiteY10" fmla="*/ 0 h 2445248"/>
              <a:gd name="connsiteX11" fmla="*/ 6651628 w 8796660"/>
              <a:gd name="connsiteY11" fmla="*/ 0 h 2445248"/>
              <a:gd name="connsiteX12" fmla="*/ 7240328 w 8796660"/>
              <a:gd name="connsiteY12" fmla="*/ 0 h 2445248"/>
              <a:gd name="connsiteX13" fmla="*/ 8004961 w 8796660"/>
              <a:gd name="connsiteY13" fmla="*/ 0 h 2445248"/>
              <a:gd name="connsiteX14" fmla="*/ 8796660 w 8796660"/>
              <a:gd name="connsiteY14" fmla="*/ 0 h 2445248"/>
              <a:gd name="connsiteX15" fmla="*/ 8796660 w 8796660"/>
              <a:gd name="connsiteY15" fmla="*/ 562407 h 2445248"/>
              <a:gd name="connsiteX16" fmla="*/ 8796660 w 8796660"/>
              <a:gd name="connsiteY16" fmla="*/ 1149267 h 2445248"/>
              <a:gd name="connsiteX17" fmla="*/ 8796660 w 8796660"/>
              <a:gd name="connsiteY17" fmla="*/ 1711674 h 2445248"/>
              <a:gd name="connsiteX18" fmla="*/ 8796660 w 8796660"/>
              <a:gd name="connsiteY18" fmla="*/ 2445248 h 2445248"/>
              <a:gd name="connsiteX19" fmla="*/ 8207960 w 8796660"/>
              <a:gd name="connsiteY19" fmla="*/ 2445248 h 2445248"/>
              <a:gd name="connsiteX20" fmla="*/ 7619261 w 8796660"/>
              <a:gd name="connsiteY20" fmla="*/ 2445248 h 2445248"/>
              <a:gd name="connsiteX21" fmla="*/ 6854628 w 8796660"/>
              <a:gd name="connsiteY21" fmla="*/ 2445248 h 2445248"/>
              <a:gd name="connsiteX22" fmla="*/ 6265929 w 8796660"/>
              <a:gd name="connsiteY22" fmla="*/ 2445248 h 2445248"/>
              <a:gd name="connsiteX23" fmla="*/ 5501296 w 8796660"/>
              <a:gd name="connsiteY23" fmla="*/ 2445248 h 2445248"/>
              <a:gd name="connsiteX24" fmla="*/ 5000563 w 8796660"/>
              <a:gd name="connsiteY24" fmla="*/ 2445248 h 2445248"/>
              <a:gd name="connsiteX25" fmla="*/ 4499830 w 8796660"/>
              <a:gd name="connsiteY25" fmla="*/ 2445248 h 2445248"/>
              <a:gd name="connsiteX26" fmla="*/ 3735197 w 8796660"/>
              <a:gd name="connsiteY26" fmla="*/ 2445248 h 2445248"/>
              <a:gd name="connsiteX27" fmla="*/ 3146498 w 8796660"/>
              <a:gd name="connsiteY27" fmla="*/ 2445248 h 2445248"/>
              <a:gd name="connsiteX28" fmla="*/ 2469831 w 8796660"/>
              <a:gd name="connsiteY28" fmla="*/ 2445248 h 2445248"/>
              <a:gd name="connsiteX29" fmla="*/ 1881132 w 8796660"/>
              <a:gd name="connsiteY29" fmla="*/ 2445248 h 2445248"/>
              <a:gd name="connsiteX30" fmla="*/ 1468366 w 8796660"/>
              <a:gd name="connsiteY30" fmla="*/ 2445248 h 2445248"/>
              <a:gd name="connsiteX31" fmla="*/ 615766 w 8796660"/>
              <a:gd name="connsiteY31" fmla="*/ 2445248 h 2445248"/>
              <a:gd name="connsiteX32" fmla="*/ 0 w 8796660"/>
              <a:gd name="connsiteY32" fmla="*/ 2445248 h 2445248"/>
              <a:gd name="connsiteX33" fmla="*/ 0 w 8796660"/>
              <a:gd name="connsiteY33" fmla="*/ 1785031 h 2445248"/>
              <a:gd name="connsiteX34" fmla="*/ 0 w 8796660"/>
              <a:gd name="connsiteY34" fmla="*/ 1124814 h 2445248"/>
              <a:gd name="connsiteX35" fmla="*/ 0 w 8796660"/>
              <a:gd name="connsiteY35" fmla="*/ 0 h 2445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796660" h="2445248" fill="none" extrusionOk="0">
                <a:moveTo>
                  <a:pt x="0" y="0"/>
                </a:moveTo>
                <a:cubicBezTo>
                  <a:pt x="298497" y="-34614"/>
                  <a:pt x="620649" y="-8992"/>
                  <a:pt x="852599" y="0"/>
                </a:cubicBezTo>
                <a:cubicBezTo>
                  <a:pt x="1084549" y="8992"/>
                  <a:pt x="1212515" y="-7057"/>
                  <a:pt x="1441299" y="0"/>
                </a:cubicBezTo>
                <a:cubicBezTo>
                  <a:pt x="1670083" y="7057"/>
                  <a:pt x="1732358" y="-4914"/>
                  <a:pt x="1854065" y="0"/>
                </a:cubicBezTo>
                <a:cubicBezTo>
                  <a:pt x="1975772" y="4914"/>
                  <a:pt x="2287186" y="25411"/>
                  <a:pt x="2442765" y="0"/>
                </a:cubicBezTo>
                <a:cubicBezTo>
                  <a:pt x="2598344" y="-25411"/>
                  <a:pt x="2862841" y="8521"/>
                  <a:pt x="3031464" y="0"/>
                </a:cubicBezTo>
                <a:cubicBezTo>
                  <a:pt x="3200087" y="-8521"/>
                  <a:pt x="3577530" y="37370"/>
                  <a:pt x="3796097" y="0"/>
                </a:cubicBezTo>
                <a:cubicBezTo>
                  <a:pt x="4014664" y="-37370"/>
                  <a:pt x="4052736" y="-9144"/>
                  <a:pt x="4208863" y="0"/>
                </a:cubicBezTo>
                <a:cubicBezTo>
                  <a:pt x="4364990" y="9144"/>
                  <a:pt x="4647149" y="-12556"/>
                  <a:pt x="4885530" y="0"/>
                </a:cubicBezTo>
                <a:cubicBezTo>
                  <a:pt x="5123911" y="12556"/>
                  <a:pt x="5195845" y="-2904"/>
                  <a:pt x="5386263" y="0"/>
                </a:cubicBezTo>
                <a:cubicBezTo>
                  <a:pt x="5576681" y="2904"/>
                  <a:pt x="5607209" y="-14843"/>
                  <a:pt x="5799029" y="0"/>
                </a:cubicBezTo>
                <a:cubicBezTo>
                  <a:pt x="5990849" y="14843"/>
                  <a:pt x="6463563" y="-41678"/>
                  <a:pt x="6651628" y="0"/>
                </a:cubicBezTo>
                <a:cubicBezTo>
                  <a:pt x="6839693" y="41678"/>
                  <a:pt x="7101647" y="-22589"/>
                  <a:pt x="7240328" y="0"/>
                </a:cubicBezTo>
                <a:cubicBezTo>
                  <a:pt x="7379009" y="22589"/>
                  <a:pt x="7809171" y="12203"/>
                  <a:pt x="8004961" y="0"/>
                </a:cubicBezTo>
                <a:cubicBezTo>
                  <a:pt x="8200751" y="-12203"/>
                  <a:pt x="8494906" y="9568"/>
                  <a:pt x="8796660" y="0"/>
                </a:cubicBezTo>
                <a:cubicBezTo>
                  <a:pt x="8792116" y="125088"/>
                  <a:pt x="8809365" y="439495"/>
                  <a:pt x="8796660" y="562407"/>
                </a:cubicBezTo>
                <a:cubicBezTo>
                  <a:pt x="8783955" y="685319"/>
                  <a:pt x="8771001" y="875836"/>
                  <a:pt x="8796660" y="1149267"/>
                </a:cubicBezTo>
                <a:cubicBezTo>
                  <a:pt x="8822319" y="1422698"/>
                  <a:pt x="8812982" y="1532379"/>
                  <a:pt x="8796660" y="1711674"/>
                </a:cubicBezTo>
                <a:cubicBezTo>
                  <a:pt x="8780338" y="1890969"/>
                  <a:pt x="8766902" y="2216820"/>
                  <a:pt x="8796660" y="2445248"/>
                </a:cubicBezTo>
                <a:cubicBezTo>
                  <a:pt x="8663619" y="2415818"/>
                  <a:pt x="8427481" y="2460522"/>
                  <a:pt x="8207960" y="2445248"/>
                </a:cubicBezTo>
                <a:cubicBezTo>
                  <a:pt x="7988439" y="2429974"/>
                  <a:pt x="7754636" y="2431068"/>
                  <a:pt x="7619261" y="2445248"/>
                </a:cubicBezTo>
                <a:cubicBezTo>
                  <a:pt x="7483886" y="2459428"/>
                  <a:pt x="7025879" y="2470246"/>
                  <a:pt x="6854628" y="2445248"/>
                </a:cubicBezTo>
                <a:cubicBezTo>
                  <a:pt x="6683377" y="2420250"/>
                  <a:pt x="6453937" y="2473823"/>
                  <a:pt x="6265929" y="2445248"/>
                </a:cubicBezTo>
                <a:cubicBezTo>
                  <a:pt x="6077921" y="2416673"/>
                  <a:pt x="5717838" y="2443391"/>
                  <a:pt x="5501296" y="2445248"/>
                </a:cubicBezTo>
                <a:cubicBezTo>
                  <a:pt x="5284754" y="2447105"/>
                  <a:pt x="5124365" y="2430332"/>
                  <a:pt x="5000563" y="2445248"/>
                </a:cubicBezTo>
                <a:cubicBezTo>
                  <a:pt x="4876761" y="2460164"/>
                  <a:pt x="4617126" y="2455021"/>
                  <a:pt x="4499830" y="2445248"/>
                </a:cubicBezTo>
                <a:cubicBezTo>
                  <a:pt x="4382534" y="2435475"/>
                  <a:pt x="3910425" y="2445478"/>
                  <a:pt x="3735197" y="2445248"/>
                </a:cubicBezTo>
                <a:cubicBezTo>
                  <a:pt x="3559969" y="2445018"/>
                  <a:pt x="3420928" y="2459704"/>
                  <a:pt x="3146498" y="2445248"/>
                </a:cubicBezTo>
                <a:cubicBezTo>
                  <a:pt x="2872068" y="2430792"/>
                  <a:pt x="2682909" y="2435369"/>
                  <a:pt x="2469831" y="2445248"/>
                </a:cubicBezTo>
                <a:cubicBezTo>
                  <a:pt x="2256753" y="2455127"/>
                  <a:pt x="2169541" y="2417468"/>
                  <a:pt x="1881132" y="2445248"/>
                </a:cubicBezTo>
                <a:cubicBezTo>
                  <a:pt x="1592723" y="2473028"/>
                  <a:pt x="1591401" y="2463495"/>
                  <a:pt x="1468366" y="2445248"/>
                </a:cubicBezTo>
                <a:cubicBezTo>
                  <a:pt x="1345331" y="2427001"/>
                  <a:pt x="992429" y="2460656"/>
                  <a:pt x="615766" y="2445248"/>
                </a:cubicBezTo>
                <a:cubicBezTo>
                  <a:pt x="239103" y="2429840"/>
                  <a:pt x="230950" y="2468800"/>
                  <a:pt x="0" y="2445248"/>
                </a:cubicBezTo>
                <a:cubicBezTo>
                  <a:pt x="30839" y="2269248"/>
                  <a:pt x="7945" y="1995719"/>
                  <a:pt x="0" y="1785031"/>
                </a:cubicBezTo>
                <a:cubicBezTo>
                  <a:pt x="-7945" y="1574343"/>
                  <a:pt x="-20960" y="1336079"/>
                  <a:pt x="0" y="1124814"/>
                </a:cubicBezTo>
                <a:cubicBezTo>
                  <a:pt x="20960" y="913549"/>
                  <a:pt x="-27362" y="477282"/>
                  <a:pt x="0" y="0"/>
                </a:cubicBezTo>
                <a:close/>
              </a:path>
              <a:path w="8796660" h="2445248" stroke="0" extrusionOk="0">
                <a:moveTo>
                  <a:pt x="0" y="0"/>
                </a:moveTo>
                <a:cubicBezTo>
                  <a:pt x="241110" y="-2317"/>
                  <a:pt x="294521" y="-13153"/>
                  <a:pt x="588700" y="0"/>
                </a:cubicBezTo>
                <a:cubicBezTo>
                  <a:pt x="882879" y="13153"/>
                  <a:pt x="1146607" y="16193"/>
                  <a:pt x="1353332" y="0"/>
                </a:cubicBezTo>
                <a:cubicBezTo>
                  <a:pt x="1560057" y="-16193"/>
                  <a:pt x="1808975" y="17571"/>
                  <a:pt x="2205932" y="0"/>
                </a:cubicBezTo>
                <a:cubicBezTo>
                  <a:pt x="2602889" y="-17571"/>
                  <a:pt x="2456042" y="728"/>
                  <a:pt x="2618698" y="0"/>
                </a:cubicBezTo>
                <a:cubicBezTo>
                  <a:pt x="2781354" y="-728"/>
                  <a:pt x="3054526" y="-3076"/>
                  <a:pt x="3295364" y="0"/>
                </a:cubicBezTo>
                <a:cubicBezTo>
                  <a:pt x="3536202" y="3076"/>
                  <a:pt x="3587204" y="-2577"/>
                  <a:pt x="3708131" y="0"/>
                </a:cubicBezTo>
                <a:cubicBezTo>
                  <a:pt x="3829058" y="2577"/>
                  <a:pt x="3931057" y="3889"/>
                  <a:pt x="4120897" y="0"/>
                </a:cubicBezTo>
                <a:cubicBezTo>
                  <a:pt x="4310737" y="-3889"/>
                  <a:pt x="4663694" y="4038"/>
                  <a:pt x="4885530" y="0"/>
                </a:cubicBezTo>
                <a:cubicBezTo>
                  <a:pt x="5107366" y="-4038"/>
                  <a:pt x="5330121" y="-7116"/>
                  <a:pt x="5474229" y="0"/>
                </a:cubicBezTo>
                <a:cubicBezTo>
                  <a:pt x="5618337" y="7116"/>
                  <a:pt x="6148994" y="2954"/>
                  <a:pt x="6326829" y="0"/>
                </a:cubicBezTo>
                <a:cubicBezTo>
                  <a:pt x="6504664" y="-2954"/>
                  <a:pt x="6697997" y="-20369"/>
                  <a:pt x="7003495" y="0"/>
                </a:cubicBezTo>
                <a:cubicBezTo>
                  <a:pt x="7308993" y="20369"/>
                  <a:pt x="7343436" y="23814"/>
                  <a:pt x="7504228" y="0"/>
                </a:cubicBezTo>
                <a:cubicBezTo>
                  <a:pt x="7665020" y="-23814"/>
                  <a:pt x="8444912" y="-49205"/>
                  <a:pt x="8796660" y="0"/>
                </a:cubicBezTo>
                <a:cubicBezTo>
                  <a:pt x="8793438" y="196519"/>
                  <a:pt x="8779791" y="500812"/>
                  <a:pt x="8796660" y="660217"/>
                </a:cubicBezTo>
                <a:cubicBezTo>
                  <a:pt x="8813529" y="819622"/>
                  <a:pt x="8788983" y="984776"/>
                  <a:pt x="8796660" y="1295981"/>
                </a:cubicBezTo>
                <a:cubicBezTo>
                  <a:pt x="8804337" y="1607186"/>
                  <a:pt x="8789838" y="1751775"/>
                  <a:pt x="8796660" y="1907293"/>
                </a:cubicBezTo>
                <a:cubicBezTo>
                  <a:pt x="8803482" y="2062811"/>
                  <a:pt x="8807038" y="2273473"/>
                  <a:pt x="8796660" y="2445248"/>
                </a:cubicBezTo>
                <a:cubicBezTo>
                  <a:pt x="8671956" y="2452319"/>
                  <a:pt x="8460342" y="2463495"/>
                  <a:pt x="8295927" y="2445248"/>
                </a:cubicBezTo>
                <a:cubicBezTo>
                  <a:pt x="8131512" y="2427001"/>
                  <a:pt x="7694303" y="2475845"/>
                  <a:pt x="7443328" y="2445248"/>
                </a:cubicBezTo>
                <a:cubicBezTo>
                  <a:pt x="7192353" y="2414651"/>
                  <a:pt x="6934227" y="2474735"/>
                  <a:pt x="6766662" y="2445248"/>
                </a:cubicBezTo>
                <a:cubicBezTo>
                  <a:pt x="6599097" y="2415761"/>
                  <a:pt x="6184286" y="2427699"/>
                  <a:pt x="6002029" y="2445248"/>
                </a:cubicBezTo>
                <a:cubicBezTo>
                  <a:pt x="5819772" y="2462797"/>
                  <a:pt x="5424173" y="2449951"/>
                  <a:pt x="5237396" y="2445248"/>
                </a:cubicBezTo>
                <a:cubicBezTo>
                  <a:pt x="5050619" y="2440545"/>
                  <a:pt x="4778767" y="2467460"/>
                  <a:pt x="4648696" y="2445248"/>
                </a:cubicBezTo>
                <a:cubicBezTo>
                  <a:pt x="4518625" y="2423036"/>
                  <a:pt x="4303095" y="2453059"/>
                  <a:pt x="4147964" y="2445248"/>
                </a:cubicBezTo>
                <a:cubicBezTo>
                  <a:pt x="3992833" y="2437437"/>
                  <a:pt x="3606213" y="2456137"/>
                  <a:pt x="3295364" y="2445248"/>
                </a:cubicBezTo>
                <a:cubicBezTo>
                  <a:pt x="2984515" y="2434359"/>
                  <a:pt x="2939281" y="2455286"/>
                  <a:pt x="2618698" y="2445248"/>
                </a:cubicBezTo>
                <a:cubicBezTo>
                  <a:pt x="2298115" y="2435210"/>
                  <a:pt x="2100898" y="2421632"/>
                  <a:pt x="1766099" y="2445248"/>
                </a:cubicBezTo>
                <a:cubicBezTo>
                  <a:pt x="1431300" y="2468864"/>
                  <a:pt x="1254182" y="2410072"/>
                  <a:pt x="1001466" y="2445248"/>
                </a:cubicBezTo>
                <a:cubicBezTo>
                  <a:pt x="748750" y="2480424"/>
                  <a:pt x="390370" y="2467946"/>
                  <a:pt x="0" y="2445248"/>
                </a:cubicBezTo>
                <a:cubicBezTo>
                  <a:pt x="18899" y="2275383"/>
                  <a:pt x="-29110" y="1977094"/>
                  <a:pt x="0" y="1833936"/>
                </a:cubicBezTo>
                <a:cubicBezTo>
                  <a:pt x="29110" y="1690778"/>
                  <a:pt x="-16698" y="1422911"/>
                  <a:pt x="0" y="1295981"/>
                </a:cubicBezTo>
                <a:cubicBezTo>
                  <a:pt x="16698" y="1169052"/>
                  <a:pt x="-19246" y="896195"/>
                  <a:pt x="0" y="733574"/>
                </a:cubicBezTo>
                <a:cubicBezTo>
                  <a:pt x="19246" y="570953"/>
                  <a:pt x="-34729" y="18554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virtual void</a:t>
            </a:r>
            <a:r>
              <a:rPr lang="en-US" altLang="ko-KR" sz="1000"/>
              <a:t> </a:t>
            </a:r>
            <a:r>
              <a:rPr lang="en-US" altLang="ko-KR" sz="1000" b="1"/>
              <a:t>on_disconnect</a:t>
            </a:r>
            <a:r>
              <a:rPr lang="en-US" altLang="ko-KR" sz="1000"/>
              <a:t>(</a:t>
            </a:r>
            <a:r>
              <a:rPr lang="en-US" altLang="ko-KR" sz="1000">
                <a:solidFill>
                  <a:srgbClr val="0000FF"/>
                </a:solidFill>
              </a:rPr>
              <a:t>uint64_t </a:t>
            </a:r>
            <a:r>
              <a:rPr lang="en-US" altLang="ko-KR" sz="1000"/>
              <a:t>_reason) </a:t>
            </a:r>
            <a:r>
              <a:rPr lang="en-US" altLang="ko-KR" sz="1000">
                <a:solidFill>
                  <a:srgbClr val="0000FF"/>
                </a:solidFill>
              </a:rPr>
              <a:t>override</a:t>
            </a:r>
            <a:r>
              <a:rPr lang="en-US" altLang="ko-KR" sz="1000"/>
              <a:t> 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if ( _reason &amp; </a:t>
            </a:r>
            <a:r>
              <a:rPr lang="en-US" altLang="ko-KR" sz="1000" b="1"/>
              <a:t>SOCKET_REASON_FAIL</a:t>
            </a:r>
            <a:r>
              <a:rPr lang="en-US" altLang="ko-KR" sz="1000"/>
              <a:t>)		</a:t>
            </a:r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비정상 접속 종료이다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pPr defTabSz="360000"/>
            <a:r>
              <a:rPr lang="en-US" altLang="ko-KR" sz="1000"/>
              <a:t>		std::cout &lt;&lt; “disconnected by fail” &lt;&lt; ‘\n’;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/>
              <a:t>	if ( _reason &amp; </a:t>
            </a:r>
            <a:r>
              <a:rPr lang="en-US" altLang="ko-KR" sz="1000" b="1"/>
              <a:t>SOCKET_REASON_ACTIVE</a:t>
            </a:r>
            <a:r>
              <a:rPr lang="en-US" altLang="ko-KR" sz="1000"/>
              <a:t> == 0)	</a:t>
            </a:r>
            <a:r>
              <a:rPr lang="en-US" altLang="ko-KR" sz="1000">
                <a:solidFill>
                  <a:srgbClr val="00B050"/>
                </a:solidFill>
              </a:rPr>
              <a:t>// 0</a:t>
            </a:r>
            <a:r>
              <a:rPr lang="ko-KR" altLang="en-US" sz="1000">
                <a:solidFill>
                  <a:srgbClr val="00B050"/>
                </a:solidFill>
              </a:rPr>
              <a:t>이면 상태측에서 접속을 종료한 것이다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pPr defTabSz="360000"/>
            <a:r>
              <a:rPr lang="en-US" altLang="ko-KR" sz="1000"/>
              <a:t>		std::cout &lt;&lt; “disconnected by remote peer” &lt;&lt; ‘\n’;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/>
              <a:t>	if ( _reason &amp; </a:t>
            </a:r>
            <a:r>
              <a:rPr lang="en-US" altLang="ko-KR" sz="1000" b="1"/>
              <a:t>SOCKET_REASON_ABORTIVE</a:t>
            </a:r>
            <a:r>
              <a:rPr lang="en-US" altLang="ko-KR" sz="1000"/>
              <a:t>)	</a:t>
            </a:r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강제 접속 종료된 것이다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pPr defTabSz="360000"/>
            <a:r>
              <a:rPr lang="en-US" altLang="ko-KR" sz="1000"/>
              <a:t>		std::cout &lt;&lt; “abortive closing” &lt;&lt; ‘\n’;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/>
              <a:t>	if ( _reason &amp; </a:t>
            </a:r>
            <a:r>
              <a:rPr lang="en-US" altLang="ko-KR" sz="1000" b="1"/>
              <a:t>SOCKET_REASON_MASK_USER</a:t>
            </a:r>
            <a:r>
              <a:rPr lang="en-US" altLang="ko-KR" sz="1000"/>
              <a:t>)	</a:t>
            </a:r>
            <a:r>
              <a:rPr lang="en-US" altLang="ko-KR" sz="1000">
                <a:solidFill>
                  <a:srgbClr val="00B050"/>
                </a:solidFill>
              </a:rPr>
              <a:t>// closeoskcet()</a:t>
            </a:r>
            <a:r>
              <a:rPr lang="ko-KR" altLang="en-US" sz="1000">
                <a:solidFill>
                  <a:srgbClr val="00B050"/>
                </a:solidFill>
              </a:rPr>
              <a:t> 혹은 </a:t>
            </a:r>
            <a:r>
              <a:rPr lang="en-US" altLang="ko-KR" sz="1000">
                <a:solidFill>
                  <a:srgbClr val="00B050"/>
                </a:solidFill>
              </a:rPr>
              <a:t>disconnect()</a:t>
            </a:r>
            <a:r>
              <a:rPr lang="ko-KR" altLang="en-US" sz="1000">
                <a:solidFill>
                  <a:srgbClr val="00B050"/>
                </a:solidFill>
              </a:rPr>
              <a:t>시 인자로 전달한 </a:t>
            </a:r>
            <a:r>
              <a:rPr lang="en-US" altLang="ko-KR" sz="1000">
                <a:solidFill>
                  <a:srgbClr val="00B050"/>
                </a:solidFill>
              </a:rPr>
              <a:t>_reaso</a:t>
            </a:r>
            <a:r>
              <a:rPr lang="ko-KR" altLang="en-US" sz="1000">
                <a:solidFill>
                  <a:srgbClr val="00B050"/>
                </a:solidFill>
              </a:rPr>
              <a:t>값이다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pPr defTabSz="360000"/>
            <a:r>
              <a:rPr lang="en-US" altLang="ko-KR" sz="1000"/>
              <a:t>		std::cout &lt;&lt; “user defined reason” &lt;&lt; ‘\n’;</a:t>
            </a:r>
          </a:p>
          <a:p>
            <a:pPr defTabSz="360000"/>
            <a:r>
              <a:rPr lang="en-US" altLang="ko-KR" sz="10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10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997206" y="-12879"/>
            <a:ext cx="413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tcp_simple.server.source.comment.3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0E4CBA8-B9F5-49C2-A1FA-E43D54136505}"/>
              </a:ext>
            </a:extLst>
          </p:cNvPr>
          <p:cNvSpPr/>
          <p:nvPr/>
        </p:nvSpPr>
        <p:spPr>
          <a:xfrm>
            <a:off x="1922137" y="988282"/>
            <a:ext cx="8796660" cy="444701"/>
          </a:xfrm>
          <a:custGeom>
            <a:avLst/>
            <a:gdLst>
              <a:gd name="connsiteX0" fmla="*/ 0 w 8796660"/>
              <a:gd name="connsiteY0" fmla="*/ 0 h 444701"/>
              <a:gd name="connsiteX1" fmla="*/ 412766 w 8796660"/>
              <a:gd name="connsiteY1" fmla="*/ 0 h 444701"/>
              <a:gd name="connsiteX2" fmla="*/ 1089433 w 8796660"/>
              <a:gd name="connsiteY2" fmla="*/ 0 h 444701"/>
              <a:gd name="connsiteX3" fmla="*/ 1766099 w 8796660"/>
              <a:gd name="connsiteY3" fmla="*/ 0 h 444701"/>
              <a:gd name="connsiteX4" fmla="*/ 2530731 w 8796660"/>
              <a:gd name="connsiteY4" fmla="*/ 0 h 444701"/>
              <a:gd name="connsiteX5" fmla="*/ 2943498 w 8796660"/>
              <a:gd name="connsiteY5" fmla="*/ 0 h 444701"/>
              <a:gd name="connsiteX6" fmla="*/ 3356264 w 8796660"/>
              <a:gd name="connsiteY6" fmla="*/ 0 h 444701"/>
              <a:gd name="connsiteX7" fmla="*/ 3856997 w 8796660"/>
              <a:gd name="connsiteY7" fmla="*/ 0 h 444701"/>
              <a:gd name="connsiteX8" fmla="*/ 4445697 w 8796660"/>
              <a:gd name="connsiteY8" fmla="*/ 0 h 444701"/>
              <a:gd name="connsiteX9" fmla="*/ 4858463 w 8796660"/>
              <a:gd name="connsiteY9" fmla="*/ 0 h 444701"/>
              <a:gd name="connsiteX10" fmla="*/ 5447163 w 8796660"/>
              <a:gd name="connsiteY10" fmla="*/ 0 h 444701"/>
              <a:gd name="connsiteX11" fmla="*/ 6035862 w 8796660"/>
              <a:gd name="connsiteY11" fmla="*/ 0 h 444701"/>
              <a:gd name="connsiteX12" fmla="*/ 6800495 w 8796660"/>
              <a:gd name="connsiteY12" fmla="*/ 0 h 444701"/>
              <a:gd name="connsiteX13" fmla="*/ 7213261 w 8796660"/>
              <a:gd name="connsiteY13" fmla="*/ 0 h 444701"/>
              <a:gd name="connsiteX14" fmla="*/ 7889927 w 8796660"/>
              <a:gd name="connsiteY14" fmla="*/ 0 h 444701"/>
              <a:gd name="connsiteX15" fmla="*/ 8796660 w 8796660"/>
              <a:gd name="connsiteY15" fmla="*/ 0 h 444701"/>
              <a:gd name="connsiteX16" fmla="*/ 8796660 w 8796660"/>
              <a:gd name="connsiteY16" fmla="*/ 444701 h 444701"/>
              <a:gd name="connsiteX17" fmla="*/ 8383894 w 8796660"/>
              <a:gd name="connsiteY17" fmla="*/ 444701 h 444701"/>
              <a:gd name="connsiteX18" fmla="*/ 7795194 w 8796660"/>
              <a:gd name="connsiteY18" fmla="*/ 444701 h 444701"/>
              <a:gd name="connsiteX19" fmla="*/ 7294461 w 8796660"/>
              <a:gd name="connsiteY19" fmla="*/ 444701 h 444701"/>
              <a:gd name="connsiteX20" fmla="*/ 6529828 w 8796660"/>
              <a:gd name="connsiteY20" fmla="*/ 444701 h 444701"/>
              <a:gd name="connsiteX21" fmla="*/ 5677229 w 8796660"/>
              <a:gd name="connsiteY21" fmla="*/ 444701 h 444701"/>
              <a:gd name="connsiteX22" fmla="*/ 5264463 w 8796660"/>
              <a:gd name="connsiteY22" fmla="*/ 444701 h 444701"/>
              <a:gd name="connsiteX23" fmla="*/ 4499830 w 8796660"/>
              <a:gd name="connsiteY23" fmla="*/ 444701 h 444701"/>
              <a:gd name="connsiteX24" fmla="*/ 3823164 w 8796660"/>
              <a:gd name="connsiteY24" fmla="*/ 444701 h 444701"/>
              <a:gd name="connsiteX25" fmla="*/ 3146498 w 8796660"/>
              <a:gd name="connsiteY25" fmla="*/ 444701 h 444701"/>
              <a:gd name="connsiteX26" fmla="*/ 2557798 w 8796660"/>
              <a:gd name="connsiteY26" fmla="*/ 444701 h 444701"/>
              <a:gd name="connsiteX27" fmla="*/ 1793165 w 8796660"/>
              <a:gd name="connsiteY27" fmla="*/ 444701 h 444701"/>
              <a:gd name="connsiteX28" fmla="*/ 1204466 w 8796660"/>
              <a:gd name="connsiteY28" fmla="*/ 444701 h 444701"/>
              <a:gd name="connsiteX29" fmla="*/ 0 w 8796660"/>
              <a:gd name="connsiteY29" fmla="*/ 444701 h 444701"/>
              <a:gd name="connsiteX30" fmla="*/ 0 w 8796660"/>
              <a:gd name="connsiteY30" fmla="*/ 0 h 44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796660" h="444701" fill="none" extrusionOk="0">
                <a:moveTo>
                  <a:pt x="0" y="0"/>
                </a:moveTo>
                <a:cubicBezTo>
                  <a:pt x="139258" y="-2104"/>
                  <a:pt x="321601" y="20528"/>
                  <a:pt x="412766" y="0"/>
                </a:cubicBezTo>
                <a:cubicBezTo>
                  <a:pt x="503931" y="-20528"/>
                  <a:pt x="857801" y="4892"/>
                  <a:pt x="1089433" y="0"/>
                </a:cubicBezTo>
                <a:cubicBezTo>
                  <a:pt x="1321065" y="-4892"/>
                  <a:pt x="1430846" y="22216"/>
                  <a:pt x="1766099" y="0"/>
                </a:cubicBezTo>
                <a:cubicBezTo>
                  <a:pt x="2101352" y="-22216"/>
                  <a:pt x="2167871" y="-6850"/>
                  <a:pt x="2530731" y="0"/>
                </a:cubicBezTo>
                <a:cubicBezTo>
                  <a:pt x="2893591" y="6850"/>
                  <a:pt x="2837683" y="12395"/>
                  <a:pt x="2943498" y="0"/>
                </a:cubicBezTo>
                <a:cubicBezTo>
                  <a:pt x="3049313" y="-12395"/>
                  <a:pt x="3238239" y="4379"/>
                  <a:pt x="3356264" y="0"/>
                </a:cubicBezTo>
                <a:cubicBezTo>
                  <a:pt x="3474289" y="-4379"/>
                  <a:pt x="3645448" y="12383"/>
                  <a:pt x="3856997" y="0"/>
                </a:cubicBezTo>
                <a:cubicBezTo>
                  <a:pt x="4068546" y="-12383"/>
                  <a:pt x="4216913" y="-7057"/>
                  <a:pt x="4445697" y="0"/>
                </a:cubicBezTo>
                <a:cubicBezTo>
                  <a:pt x="4674481" y="7057"/>
                  <a:pt x="4736756" y="-4914"/>
                  <a:pt x="4858463" y="0"/>
                </a:cubicBezTo>
                <a:cubicBezTo>
                  <a:pt x="4980170" y="4914"/>
                  <a:pt x="5291584" y="25411"/>
                  <a:pt x="5447163" y="0"/>
                </a:cubicBezTo>
                <a:cubicBezTo>
                  <a:pt x="5602742" y="-25411"/>
                  <a:pt x="5867239" y="8521"/>
                  <a:pt x="6035862" y="0"/>
                </a:cubicBezTo>
                <a:cubicBezTo>
                  <a:pt x="6204485" y="-8521"/>
                  <a:pt x="6581928" y="37370"/>
                  <a:pt x="6800495" y="0"/>
                </a:cubicBezTo>
                <a:cubicBezTo>
                  <a:pt x="7019062" y="-37370"/>
                  <a:pt x="7057134" y="-9144"/>
                  <a:pt x="7213261" y="0"/>
                </a:cubicBezTo>
                <a:cubicBezTo>
                  <a:pt x="7369388" y="9144"/>
                  <a:pt x="7655914" y="-11825"/>
                  <a:pt x="7889927" y="0"/>
                </a:cubicBezTo>
                <a:cubicBezTo>
                  <a:pt x="8123940" y="11825"/>
                  <a:pt x="8459284" y="8692"/>
                  <a:pt x="8796660" y="0"/>
                </a:cubicBezTo>
                <a:cubicBezTo>
                  <a:pt x="8786839" y="148207"/>
                  <a:pt x="8780513" y="249627"/>
                  <a:pt x="8796660" y="444701"/>
                </a:cubicBezTo>
                <a:cubicBezTo>
                  <a:pt x="8660014" y="442548"/>
                  <a:pt x="8550475" y="433664"/>
                  <a:pt x="8383894" y="444701"/>
                </a:cubicBezTo>
                <a:cubicBezTo>
                  <a:pt x="8217313" y="455738"/>
                  <a:pt x="8035060" y="463741"/>
                  <a:pt x="7795194" y="444701"/>
                </a:cubicBezTo>
                <a:cubicBezTo>
                  <a:pt x="7555328" y="425661"/>
                  <a:pt x="7453060" y="443419"/>
                  <a:pt x="7294461" y="444701"/>
                </a:cubicBezTo>
                <a:cubicBezTo>
                  <a:pt x="7135862" y="445983"/>
                  <a:pt x="6775983" y="411120"/>
                  <a:pt x="6529828" y="444701"/>
                </a:cubicBezTo>
                <a:cubicBezTo>
                  <a:pt x="6283673" y="478282"/>
                  <a:pt x="5850822" y="471842"/>
                  <a:pt x="5677229" y="444701"/>
                </a:cubicBezTo>
                <a:cubicBezTo>
                  <a:pt x="5503636" y="417560"/>
                  <a:pt x="5389681" y="437182"/>
                  <a:pt x="5264463" y="444701"/>
                </a:cubicBezTo>
                <a:cubicBezTo>
                  <a:pt x="5139245" y="452220"/>
                  <a:pt x="4819551" y="411931"/>
                  <a:pt x="4499830" y="444701"/>
                </a:cubicBezTo>
                <a:cubicBezTo>
                  <a:pt x="4180109" y="477471"/>
                  <a:pt x="4111065" y="455250"/>
                  <a:pt x="3823164" y="444701"/>
                </a:cubicBezTo>
                <a:cubicBezTo>
                  <a:pt x="3535263" y="434152"/>
                  <a:pt x="3442108" y="477125"/>
                  <a:pt x="3146498" y="444701"/>
                </a:cubicBezTo>
                <a:cubicBezTo>
                  <a:pt x="2850888" y="412277"/>
                  <a:pt x="2695645" y="432607"/>
                  <a:pt x="2557798" y="444701"/>
                </a:cubicBezTo>
                <a:cubicBezTo>
                  <a:pt x="2419951" y="456795"/>
                  <a:pt x="1964416" y="469699"/>
                  <a:pt x="1793165" y="444701"/>
                </a:cubicBezTo>
                <a:cubicBezTo>
                  <a:pt x="1621914" y="419703"/>
                  <a:pt x="1392474" y="473276"/>
                  <a:pt x="1204466" y="444701"/>
                </a:cubicBezTo>
                <a:cubicBezTo>
                  <a:pt x="1016458" y="416126"/>
                  <a:pt x="489726" y="494950"/>
                  <a:pt x="0" y="444701"/>
                </a:cubicBezTo>
                <a:cubicBezTo>
                  <a:pt x="-6517" y="249412"/>
                  <a:pt x="-4020" y="102584"/>
                  <a:pt x="0" y="0"/>
                </a:cubicBezTo>
                <a:close/>
              </a:path>
              <a:path w="8796660" h="444701" stroke="0" extrusionOk="0">
                <a:moveTo>
                  <a:pt x="0" y="0"/>
                </a:moveTo>
                <a:cubicBezTo>
                  <a:pt x="241110" y="-2317"/>
                  <a:pt x="294521" y="-13153"/>
                  <a:pt x="588700" y="0"/>
                </a:cubicBezTo>
                <a:cubicBezTo>
                  <a:pt x="882879" y="13153"/>
                  <a:pt x="1146607" y="16193"/>
                  <a:pt x="1353332" y="0"/>
                </a:cubicBezTo>
                <a:cubicBezTo>
                  <a:pt x="1560057" y="-16193"/>
                  <a:pt x="1808975" y="17571"/>
                  <a:pt x="2205932" y="0"/>
                </a:cubicBezTo>
                <a:cubicBezTo>
                  <a:pt x="2602889" y="-17571"/>
                  <a:pt x="2456042" y="728"/>
                  <a:pt x="2618698" y="0"/>
                </a:cubicBezTo>
                <a:cubicBezTo>
                  <a:pt x="2781354" y="-728"/>
                  <a:pt x="3054526" y="-3076"/>
                  <a:pt x="3295364" y="0"/>
                </a:cubicBezTo>
                <a:cubicBezTo>
                  <a:pt x="3536202" y="3076"/>
                  <a:pt x="3587204" y="-2577"/>
                  <a:pt x="3708131" y="0"/>
                </a:cubicBezTo>
                <a:cubicBezTo>
                  <a:pt x="3829058" y="2577"/>
                  <a:pt x="3931057" y="3889"/>
                  <a:pt x="4120897" y="0"/>
                </a:cubicBezTo>
                <a:cubicBezTo>
                  <a:pt x="4310737" y="-3889"/>
                  <a:pt x="4663694" y="4038"/>
                  <a:pt x="4885530" y="0"/>
                </a:cubicBezTo>
                <a:cubicBezTo>
                  <a:pt x="5107366" y="-4038"/>
                  <a:pt x="5330121" y="-7116"/>
                  <a:pt x="5474229" y="0"/>
                </a:cubicBezTo>
                <a:cubicBezTo>
                  <a:pt x="5618337" y="7116"/>
                  <a:pt x="6148994" y="2954"/>
                  <a:pt x="6326829" y="0"/>
                </a:cubicBezTo>
                <a:cubicBezTo>
                  <a:pt x="6504664" y="-2954"/>
                  <a:pt x="6697997" y="-20369"/>
                  <a:pt x="7003495" y="0"/>
                </a:cubicBezTo>
                <a:cubicBezTo>
                  <a:pt x="7308993" y="20369"/>
                  <a:pt x="7343436" y="23814"/>
                  <a:pt x="7504228" y="0"/>
                </a:cubicBezTo>
                <a:cubicBezTo>
                  <a:pt x="7665020" y="-23814"/>
                  <a:pt x="8444912" y="-49205"/>
                  <a:pt x="8796660" y="0"/>
                </a:cubicBezTo>
                <a:cubicBezTo>
                  <a:pt x="8810479" y="159188"/>
                  <a:pt x="8789495" y="284123"/>
                  <a:pt x="8796660" y="444701"/>
                </a:cubicBezTo>
                <a:cubicBezTo>
                  <a:pt x="8635037" y="426999"/>
                  <a:pt x="8353194" y="457946"/>
                  <a:pt x="8032027" y="444701"/>
                </a:cubicBezTo>
                <a:cubicBezTo>
                  <a:pt x="7710860" y="431456"/>
                  <a:pt x="7548317" y="482096"/>
                  <a:pt x="7179428" y="444701"/>
                </a:cubicBezTo>
                <a:cubicBezTo>
                  <a:pt x="6810539" y="407306"/>
                  <a:pt x="6665103" y="441311"/>
                  <a:pt x="6502762" y="444701"/>
                </a:cubicBezTo>
                <a:cubicBezTo>
                  <a:pt x="6340421" y="448091"/>
                  <a:pt x="6084949" y="440793"/>
                  <a:pt x="5826096" y="444701"/>
                </a:cubicBezTo>
                <a:cubicBezTo>
                  <a:pt x="5567243" y="448609"/>
                  <a:pt x="5227336" y="477444"/>
                  <a:pt x="4973496" y="444701"/>
                </a:cubicBezTo>
                <a:cubicBezTo>
                  <a:pt x="4719656" y="411958"/>
                  <a:pt x="4464395" y="474188"/>
                  <a:pt x="4296830" y="444701"/>
                </a:cubicBezTo>
                <a:cubicBezTo>
                  <a:pt x="4129265" y="415214"/>
                  <a:pt x="3714454" y="427152"/>
                  <a:pt x="3532197" y="444701"/>
                </a:cubicBezTo>
                <a:cubicBezTo>
                  <a:pt x="3349940" y="462250"/>
                  <a:pt x="2951014" y="449036"/>
                  <a:pt x="2767565" y="444701"/>
                </a:cubicBezTo>
                <a:cubicBezTo>
                  <a:pt x="2584116" y="440366"/>
                  <a:pt x="2308936" y="466913"/>
                  <a:pt x="2178865" y="444701"/>
                </a:cubicBezTo>
                <a:cubicBezTo>
                  <a:pt x="2048794" y="422489"/>
                  <a:pt x="1835067" y="453404"/>
                  <a:pt x="1678132" y="444701"/>
                </a:cubicBezTo>
                <a:cubicBezTo>
                  <a:pt x="1521197" y="435998"/>
                  <a:pt x="1136084" y="451389"/>
                  <a:pt x="825533" y="444701"/>
                </a:cubicBezTo>
                <a:cubicBezTo>
                  <a:pt x="514982" y="438013"/>
                  <a:pt x="317042" y="422558"/>
                  <a:pt x="0" y="444701"/>
                </a:cubicBezTo>
                <a:cubicBezTo>
                  <a:pt x="-8091" y="325133"/>
                  <a:pt x="5901" y="13018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virtual int</a:t>
            </a:r>
            <a:r>
              <a:rPr lang="en-US" altLang="ko-KR" sz="1000"/>
              <a:t> </a:t>
            </a:r>
            <a:r>
              <a:rPr lang="en-US" altLang="ko-KR" sz="1000" b="1"/>
              <a:t>on_message</a:t>
            </a:r>
            <a:r>
              <a:rPr lang="en-US" altLang="ko-KR" sz="1000"/>
              <a:t>(sMESSAGE_NETWORK&amp; _msg) </a:t>
            </a:r>
            <a:r>
              <a:rPr lang="en-US" altLang="ko-KR" sz="1000">
                <a:solidFill>
                  <a:srgbClr val="0000FF"/>
                </a:solidFill>
              </a:rPr>
              <a:t>override;</a:t>
            </a:r>
            <a:endParaRPr lang="en-US" altLang="ko-KR" sz="1000">
              <a:solidFill>
                <a:srgbClr val="00B05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BC98CA-32D5-4088-9AFB-4773D8BC343D}"/>
              </a:ext>
            </a:extLst>
          </p:cNvPr>
          <p:cNvSpPr/>
          <p:nvPr/>
        </p:nvSpPr>
        <p:spPr>
          <a:xfrm>
            <a:off x="1669923" y="711283"/>
            <a:ext cx="12365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en-US" altLang="ko-KR" sz="1200" b="1"/>
              <a:t>on_messsage</a:t>
            </a:r>
            <a:endParaRPr lang="ko-KR" altLang="en-US" sz="12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516ABC9-941D-4273-A551-87E2BD956807}"/>
              </a:ext>
            </a:extLst>
          </p:cNvPr>
          <p:cNvSpPr/>
          <p:nvPr/>
        </p:nvSpPr>
        <p:spPr>
          <a:xfrm>
            <a:off x="1922138" y="1845838"/>
            <a:ext cx="9313129" cy="1434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상대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peer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부터 메시지를 전달 받았을 때 호출되는 함수로 가장 비중이 높은 함수다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_msg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shared_buffer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 멤버 변수인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buf_message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전달되어온 메시지가 저장되어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이것을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front&lt;T&gt;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같은 함수로 읽어서 적절한 처리를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(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자세한 것은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관련 튜터리얼 참조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이렇게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send()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함수로 전달받은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_msg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buf_message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바로 전송하면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echo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9D5719C-3731-4B37-B2CB-417311446D6D}"/>
              </a:ext>
            </a:extLst>
          </p:cNvPr>
          <p:cNvCxnSpPr>
            <a:cxnSpLocks/>
          </p:cNvCxnSpPr>
          <p:nvPr/>
        </p:nvCxnSpPr>
        <p:spPr>
          <a:xfrm flipV="1">
            <a:off x="5251461" y="1307910"/>
            <a:ext cx="0" cy="20804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B347C90-C22C-4FC8-AC40-7DD6108AE5F6}"/>
              </a:ext>
            </a:extLst>
          </p:cNvPr>
          <p:cNvCxnSpPr>
            <a:cxnSpLocks/>
          </p:cNvCxnSpPr>
          <p:nvPr/>
        </p:nvCxnSpPr>
        <p:spPr>
          <a:xfrm>
            <a:off x="4934156" y="1315171"/>
            <a:ext cx="442178" cy="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C7E15B1-92AA-4FF4-A5B9-1FE79E58B252}"/>
              </a:ext>
            </a:extLst>
          </p:cNvPr>
          <p:cNvSpPr/>
          <p:nvPr/>
        </p:nvSpPr>
        <p:spPr>
          <a:xfrm>
            <a:off x="4287881" y="1523220"/>
            <a:ext cx="269711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2"/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전달된 메시지가 여기에 있다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E6DDD78-1216-49C9-8FDC-C144755BA3BD}"/>
              </a:ext>
            </a:extLst>
          </p:cNvPr>
          <p:cNvSpPr/>
          <p:nvPr/>
        </p:nvSpPr>
        <p:spPr>
          <a:xfrm>
            <a:off x="1922137" y="3298321"/>
            <a:ext cx="8796660" cy="1214142"/>
          </a:xfrm>
          <a:custGeom>
            <a:avLst/>
            <a:gdLst>
              <a:gd name="connsiteX0" fmla="*/ 0 w 8796660"/>
              <a:gd name="connsiteY0" fmla="*/ 0 h 1214142"/>
              <a:gd name="connsiteX1" fmla="*/ 412766 w 8796660"/>
              <a:gd name="connsiteY1" fmla="*/ 0 h 1214142"/>
              <a:gd name="connsiteX2" fmla="*/ 1177399 w 8796660"/>
              <a:gd name="connsiteY2" fmla="*/ 0 h 1214142"/>
              <a:gd name="connsiteX3" fmla="*/ 1590165 w 8796660"/>
              <a:gd name="connsiteY3" fmla="*/ 0 h 1214142"/>
              <a:gd name="connsiteX4" fmla="*/ 2002932 w 8796660"/>
              <a:gd name="connsiteY4" fmla="*/ 0 h 1214142"/>
              <a:gd name="connsiteX5" fmla="*/ 2503665 w 8796660"/>
              <a:gd name="connsiteY5" fmla="*/ 0 h 1214142"/>
              <a:gd name="connsiteX6" fmla="*/ 3092364 w 8796660"/>
              <a:gd name="connsiteY6" fmla="*/ 0 h 1214142"/>
              <a:gd name="connsiteX7" fmla="*/ 3505131 w 8796660"/>
              <a:gd name="connsiteY7" fmla="*/ 0 h 1214142"/>
              <a:gd name="connsiteX8" fmla="*/ 4093830 w 8796660"/>
              <a:gd name="connsiteY8" fmla="*/ 0 h 1214142"/>
              <a:gd name="connsiteX9" fmla="*/ 4682530 w 8796660"/>
              <a:gd name="connsiteY9" fmla="*/ 0 h 1214142"/>
              <a:gd name="connsiteX10" fmla="*/ 5447163 w 8796660"/>
              <a:gd name="connsiteY10" fmla="*/ 0 h 1214142"/>
              <a:gd name="connsiteX11" fmla="*/ 5859929 w 8796660"/>
              <a:gd name="connsiteY11" fmla="*/ 0 h 1214142"/>
              <a:gd name="connsiteX12" fmla="*/ 6536595 w 8796660"/>
              <a:gd name="connsiteY12" fmla="*/ 0 h 1214142"/>
              <a:gd name="connsiteX13" fmla="*/ 7037328 w 8796660"/>
              <a:gd name="connsiteY13" fmla="*/ 0 h 1214142"/>
              <a:gd name="connsiteX14" fmla="*/ 7450094 w 8796660"/>
              <a:gd name="connsiteY14" fmla="*/ 0 h 1214142"/>
              <a:gd name="connsiteX15" fmla="*/ 8796660 w 8796660"/>
              <a:gd name="connsiteY15" fmla="*/ 0 h 1214142"/>
              <a:gd name="connsiteX16" fmla="*/ 8796660 w 8796660"/>
              <a:gd name="connsiteY16" fmla="*/ 594930 h 1214142"/>
              <a:gd name="connsiteX17" fmla="*/ 8796660 w 8796660"/>
              <a:gd name="connsiteY17" fmla="*/ 1214142 h 1214142"/>
              <a:gd name="connsiteX18" fmla="*/ 8383894 w 8796660"/>
              <a:gd name="connsiteY18" fmla="*/ 1214142 h 1214142"/>
              <a:gd name="connsiteX19" fmla="*/ 7531294 w 8796660"/>
              <a:gd name="connsiteY19" fmla="*/ 1214142 h 1214142"/>
              <a:gd name="connsiteX20" fmla="*/ 7118528 w 8796660"/>
              <a:gd name="connsiteY20" fmla="*/ 1214142 h 1214142"/>
              <a:gd name="connsiteX21" fmla="*/ 6353895 w 8796660"/>
              <a:gd name="connsiteY21" fmla="*/ 1214142 h 1214142"/>
              <a:gd name="connsiteX22" fmla="*/ 5677229 w 8796660"/>
              <a:gd name="connsiteY22" fmla="*/ 1214142 h 1214142"/>
              <a:gd name="connsiteX23" fmla="*/ 5000563 w 8796660"/>
              <a:gd name="connsiteY23" fmla="*/ 1214142 h 1214142"/>
              <a:gd name="connsiteX24" fmla="*/ 4411863 w 8796660"/>
              <a:gd name="connsiteY24" fmla="*/ 1214142 h 1214142"/>
              <a:gd name="connsiteX25" fmla="*/ 3647231 w 8796660"/>
              <a:gd name="connsiteY25" fmla="*/ 1214142 h 1214142"/>
              <a:gd name="connsiteX26" fmla="*/ 3058531 w 8796660"/>
              <a:gd name="connsiteY26" fmla="*/ 1214142 h 1214142"/>
              <a:gd name="connsiteX27" fmla="*/ 2293898 w 8796660"/>
              <a:gd name="connsiteY27" fmla="*/ 1214142 h 1214142"/>
              <a:gd name="connsiteX28" fmla="*/ 1793165 w 8796660"/>
              <a:gd name="connsiteY28" fmla="*/ 1214142 h 1214142"/>
              <a:gd name="connsiteX29" fmla="*/ 1292432 w 8796660"/>
              <a:gd name="connsiteY29" fmla="*/ 1214142 h 1214142"/>
              <a:gd name="connsiteX30" fmla="*/ 0 w 8796660"/>
              <a:gd name="connsiteY30" fmla="*/ 1214142 h 1214142"/>
              <a:gd name="connsiteX31" fmla="*/ 0 w 8796660"/>
              <a:gd name="connsiteY31" fmla="*/ 619212 h 1214142"/>
              <a:gd name="connsiteX32" fmla="*/ 0 w 8796660"/>
              <a:gd name="connsiteY32" fmla="*/ 0 h 121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796660" h="1214142" fill="none" extrusionOk="0">
                <a:moveTo>
                  <a:pt x="0" y="0"/>
                </a:moveTo>
                <a:cubicBezTo>
                  <a:pt x="164168" y="-17697"/>
                  <a:pt x="319180" y="9890"/>
                  <a:pt x="412766" y="0"/>
                </a:cubicBezTo>
                <a:cubicBezTo>
                  <a:pt x="506352" y="-9890"/>
                  <a:pt x="812338" y="-9202"/>
                  <a:pt x="1177399" y="0"/>
                </a:cubicBezTo>
                <a:cubicBezTo>
                  <a:pt x="1542460" y="9202"/>
                  <a:pt x="1492305" y="15233"/>
                  <a:pt x="1590165" y="0"/>
                </a:cubicBezTo>
                <a:cubicBezTo>
                  <a:pt x="1688025" y="-15233"/>
                  <a:pt x="1881005" y="-1966"/>
                  <a:pt x="2002932" y="0"/>
                </a:cubicBezTo>
                <a:cubicBezTo>
                  <a:pt x="2124859" y="1966"/>
                  <a:pt x="2292116" y="12383"/>
                  <a:pt x="2503665" y="0"/>
                </a:cubicBezTo>
                <a:cubicBezTo>
                  <a:pt x="2715214" y="-12383"/>
                  <a:pt x="2866187" y="-173"/>
                  <a:pt x="3092364" y="0"/>
                </a:cubicBezTo>
                <a:cubicBezTo>
                  <a:pt x="3318541" y="173"/>
                  <a:pt x="3381012" y="-6314"/>
                  <a:pt x="3505131" y="0"/>
                </a:cubicBezTo>
                <a:cubicBezTo>
                  <a:pt x="3629250" y="6314"/>
                  <a:pt x="3938404" y="28311"/>
                  <a:pt x="4093830" y="0"/>
                </a:cubicBezTo>
                <a:cubicBezTo>
                  <a:pt x="4249256" y="-28311"/>
                  <a:pt x="4513232" y="6694"/>
                  <a:pt x="4682530" y="0"/>
                </a:cubicBezTo>
                <a:cubicBezTo>
                  <a:pt x="4851828" y="-6694"/>
                  <a:pt x="5228596" y="37370"/>
                  <a:pt x="5447163" y="0"/>
                </a:cubicBezTo>
                <a:cubicBezTo>
                  <a:pt x="5665730" y="-37370"/>
                  <a:pt x="5703802" y="-9144"/>
                  <a:pt x="5859929" y="0"/>
                </a:cubicBezTo>
                <a:cubicBezTo>
                  <a:pt x="6016056" y="9144"/>
                  <a:pt x="6302582" y="-11825"/>
                  <a:pt x="6536595" y="0"/>
                </a:cubicBezTo>
                <a:cubicBezTo>
                  <a:pt x="6770608" y="11825"/>
                  <a:pt x="6846910" y="-2904"/>
                  <a:pt x="7037328" y="0"/>
                </a:cubicBezTo>
                <a:cubicBezTo>
                  <a:pt x="7227746" y="2904"/>
                  <a:pt x="7258274" y="-14843"/>
                  <a:pt x="7450094" y="0"/>
                </a:cubicBezTo>
                <a:cubicBezTo>
                  <a:pt x="7641914" y="14843"/>
                  <a:pt x="8267283" y="-30583"/>
                  <a:pt x="8796660" y="0"/>
                </a:cubicBezTo>
                <a:cubicBezTo>
                  <a:pt x="8791533" y="231472"/>
                  <a:pt x="8793516" y="319089"/>
                  <a:pt x="8796660" y="594930"/>
                </a:cubicBezTo>
                <a:cubicBezTo>
                  <a:pt x="8799805" y="870771"/>
                  <a:pt x="8785129" y="912604"/>
                  <a:pt x="8796660" y="1214142"/>
                </a:cubicBezTo>
                <a:cubicBezTo>
                  <a:pt x="8611569" y="1193973"/>
                  <a:pt x="8533145" y="1232035"/>
                  <a:pt x="8383894" y="1214142"/>
                </a:cubicBezTo>
                <a:cubicBezTo>
                  <a:pt x="8234643" y="1196249"/>
                  <a:pt x="7706583" y="1242805"/>
                  <a:pt x="7531294" y="1214142"/>
                </a:cubicBezTo>
                <a:cubicBezTo>
                  <a:pt x="7356005" y="1185479"/>
                  <a:pt x="7243746" y="1206623"/>
                  <a:pt x="7118528" y="1214142"/>
                </a:cubicBezTo>
                <a:cubicBezTo>
                  <a:pt x="6993310" y="1221661"/>
                  <a:pt x="6673616" y="1181372"/>
                  <a:pt x="6353895" y="1214142"/>
                </a:cubicBezTo>
                <a:cubicBezTo>
                  <a:pt x="6034174" y="1246912"/>
                  <a:pt x="5965130" y="1224691"/>
                  <a:pt x="5677229" y="1214142"/>
                </a:cubicBezTo>
                <a:cubicBezTo>
                  <a:pt x="5389328" y="1203593"/>
                  <a:pt x="5296173" y="1246566"/>
                  <a:pt x="5000563" y="1214142"/>
                </a:cubicBezTo>
                <a:cubicBezTo>
                  <a:pt x="4704953" y="1181718"/>
                  <a:pt x="4549710" y="1202048"/>
                  <a:pt x="4411863" y="1214142"/>
                </a:cubicBezTo>
                <a:cubicBezTo>
                  <a:pt x="4274016" y="1226236"/>
                  <a:pt x="3817364" y="1234297"/>
                  <a:pt x="3647231" y="1214142"/>
                </a:cubicBezTo>
                <a:cubicBezTo>
                  <a:pt x="3477098" y="1193987"/>
                  <a:pt x="3253020" y="1185288"/>
                  <a:pt x="3058531" y="1214142"/>
                </a:cubicBezTo>
                <a:cubicBezTo>
                  <a:pt x="2864042" y="1242996"/>
                  <a:pt x="2510440" y="1212285"/>
                  <a:pt x="2293898" y="1214142"/>
                </a:cubicBezTo>
                <a:cubicBezTo>
                  <a:pt x="2077356" y="1215999"/>
                  <a:pt x="1916967" y="1199226"/>
                  <a:pt x="1793165" y="1214142"/>
                </a:cubicBezTo>
                <a:cubicBezTo>
                  <a:pt x="1669363" y="1229058"/>
                  <a:pt x="1409728" y="1223915"/>
                  <a:pt x="1292432" y="1214142"/>
                </a:cubicBezTo>
                <a:cubicBezTo>
                  <a:pt x="1175136" y="1204369"/>
                  <a:pt x="609138" y="1244558"/>
                  <a:pt x="0" y="1214142"/>
                </a:cubicBezTo>
                <a:cubicBezTo>
                  <a:pt x="210" y="1008838"/>
                  <a:pt x="22053" y="786988"/>
                  <a:pt x="0" y="619212"/>
                </a:cubicBezTo>
                <a:cubicBezTo>
                  <a:pt x="-22053" y="451436"/>
                  <a:pt x="8986" y="239500"/>
                  <a:pt x="0" y="0"/>
                </a:cubicBezTo>
                <a:close/>
              </a:path>
              <a:path w="8796660" h="1214142" stroke="0" extrusionOk="0">
                <a:moveTo>
                  <a:pt x="0" y="0"/>
                </a:moveTo>
                <a:cubicBezTo>
                  <a:pt x="241110" y="-2317"/>
                  <a:pt x="294521" y="-13153"/>
                  <a:pt x="588700" y="0"/>
                </a:cubicBezTo>
                <a:cubicBezTo>
                  <a:pt x="882879" y="13153"/>
                  <a:pt x="1146607" y="16193"/>
                  <a:pt x="1353332" y="0"/>
                </a:cubicBezTo>
                <a:cubicBezTo>
                  <a:pt x="1560057" y="-16193"/>
                  <a:pt x="1808975" y="17571"/>
                  <a:pt x="2205932" y="0"/>
                </a:cubicBezTo>
                <a:cubicBezTo>
                  <a:pt x="2602889" y="-17571"/>
                  <a:pt x="2456042" y="728"/>
                  <a:pt x="2618698" y="0"/>
                </a:cubicBezTo>
                <a:cubicBezTo>
                  <a:pt x="2781354" y="-728"/>
                  <a:pt x="3054526" y="-3076"/>
                  <a:pt x="3295364" y="0"/>
                </a:cubicBezTo>
                <a:cubicBezTo>
                  <a:pt x="3536202" y="3076"/>
                  <a:pt x="3587204" y="-2577"/>
                  <a:pt x="3708131" y="0"/>
                </a:cubicBezTo>
                <a:cubicBezTo>
                  <a:pt x="3829058" y="2577"/>
                  <a:pt x="3931057" y="3889"/>
                  <a:pt x="4120897" y="0"/>
                </a:cubicBezTo>
                <a:cubicBezTo>
                  <a:pt x="4310737" y="-3889"/>
                  <a:pt x="4663694" y="4038"/>
                  <a:pt x="4885530" y="0"/>
                </a:cubicBezTo>
                <a:cubicBezTo>
                  <a:pt x="5107366" y="-4038"/>
                  <a:pt x="5330121" y="-7116"/>
                  <a:pt x="5474229" y="0"/>
                </a:cubicBezTo>
                <a:cubicBezTo>
                  <a:pt x="5618337" y="7116"/>
                  <a:pt x="6148994" y="2954"/>
                  <a:pt x="6326829" y="0"/>
                </a:cubicBezTo>
                <a:cubicBezTo>
                  <a:pt x="6504664" y="-2954"/>
                  <a:pt x="6697997" y="-20369"/>
                  <a:pt x="7003495" y="0"/>
                </a:cubicBezTo>
                <a:cubicBezTo>
                  <a:pt x="7308993" y="20369"/>
                  <a:pt x="7343436" y="23814"/>
                  <a:pt x="7504228" y="0"/>
                </a:cubicBezTo>
                <a:cubicBezTo>
                  <a:pt x="7665020" y="-23814"/>
                  <a:pt x="8444912" y="-49205"/>
                  <a:pt x="8796660" y="0"/>
                </a:cubicBezTo>
                <a:cubicBezTo>
                  <a:pt x="8774972" y="216080"/>
                  <a:pt x="8799584" y="424816"/>
                  <a:pt x="8796660" y="631354"/>
                </a:cubicBezTo>
                <a:cubicBezTo>
                  <a:pt x="8793736" y="837892"/>
                  <a:pt x="8784918" y="924992"/>
                  <a:pt x="8796660" y="1214142"/>
                </a:cubicBezTo>
                <a:cubicBezTo>
                  <a:pt x="8516540" y="1223245"/>
                  <a:pt x="8368039" y="1191513"/>
                  <a:pt x="8119994" y="1214142"/>
                </a:cubicBezTo>
                <a:cubicBezTo>
                  <a:pt x="7871949" y="1236771"/>
                  <a:pt x="7605669" y="1210752"/>
                  <a:pt x="7443328" y="1214142"/>
                </a:cubicBezTo>
                <a:cubicBezTo>
                  <a:pt x="7280987" y="1217532"/>
                  <a:pt x="7025515" y="1210234"/>
                  <a:pt x="6766662" y="1214142"/>
                </a:cubicBezTo>
                <a:cubicBezTo>
                  <a:pt x="6507809" y="1218050"/>
                  <a:pt x="6167902" y="1246885"/>
                  <a:pt x="5914062" y="1214142"/>
                </a:cubicBezTo>
                <a:cubicBezTo>
                  <a:pt x="5660222" y="1181399"/>
                  <a:pt x="5404961" y="1243629"/>
                  <a:pt x="5237396" y="1214142"/>
                </a:cubicBezTo>
                <a:cubicBezTo>
                  <a:pt x="5069831" y="1184655"/>
                  <a:pt x="4655020" y="1196593"/>
                  <a:pt x="4472763" y="1214142"/>
                </a:cubicBezTo>
                <a:cubicBezTo>
                  <a:pt x="4290506" y="1231691"/>
                  <a:pt x="3891580" y="1218477"/>
                  <a:pt x="3708131" y="1214142"/>
                </a:cubicBezTo>
                <a:cubicBezTo>
                  <a:pt x="3524682" y="1209807"/>
                  <a:pt x="3249502" y="1236354"/>
                  <a:pt x="3119431" y="1214142"/>
                </a:cubicBezTo>
                <a:cubicBezTo>
                  <a:pt x="2989360" y="1191930"/>
                  <a:pt x="2775633" y="1222845"/>
                  <a:pt x="2618698" y="1214142"/>
                </a:cubicBezTo>
                <a:cubicBezTo>
                  <a:pt x="2461763" y="1205439"/>
                  <a:pt x="2076650" y="1220830"/>
                  <a:pt x="1766099" y="1214142"/>
                </a:cubicBezTo>
                <a:cubicBezTo>
                  <a:pt x="1455548" y="1207454"/>
                  <a:pt x="1410016" y="1224180"/>
                  <a:pt x="1089433" y="1214142"/>
                </a:cubicBezTo>
                <a:cubicBezTo>
                  <a:pt x="768850" y="1204104"/>
                  <a:pt x="524280" y="1205059"/>
                  <a:pt x="0" y="1214142"/>
                </a:cubicBezTo>
                <a:cubicBezTo>
                  <a:pt x="30719" y="1039732"/>
                  <a:pt x="3106" y="792746"/>
                  <a:pt x="0" y="594930"/>
                </a:cubicBezTo>
                <a:cubicBezTo>
                  <a:pt x="-3106" y="397114"/>
                  <a:pt x="-3077" y="20395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virtual int</a:t>
            </a:r>
            <a:r>
              <a:rPr lang="en-US" altLang="ko-KR" sz="1000"/>
              <a:t> </a:t>
            </a:r>
            <a:r>
              <a:rPr lang="en-US" altLang="ko-KR" sz="1000" b="1"/>
              <a:t>on_message</a:t>
            </a:r>
            <a:r>
              <a:rPr lang="en-US" altLang="ko-KR" sz="1000"/>
              <a:t>(sMESSAGE_NETWORK&amp; _msg) </a:t>
            </a:r>
            <a:r>
              <a:rPr lang="en-US" altLang="ko-KR" sz="1000">
                <a:solidFill>
                  <a:srgbClr val="0000FF"/>
                </a:solidFill>
              </a:rPr>
              <a:t>override</a:t>
            </a:r>
            <a:endParaRPr lang="en-US" altLang="ko-KR" sz="1000"/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 b="1"/>
              <a:t>send</a:t>
            </a:r>
            <a:r>
              <a:rPr lang="en-US" altLang="ko-KR" sz="1000"/>
              <a:t>(_msg.buf_message); 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return</a:t>
            </a:r>
            <a:r>
              <a:rPr lang="en-US" altLang="ko-KR" sz="1000"/>
              <a:t> 1;</a:t>
            </a:r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0A4631-DEEC-4EFD-9D63-F984955846D2}"/>
              </a:ext>
            </a:extLst>
          </p:cNvPr>
          <p:cNvSpPr/>
          <p:nvPr/>
        </p:nvSpPr>
        <p:spPr>
          <a:xfrm>
            <a:off x="1922137" y="4659098"/>
            <a:ext cx="9313129" cy="326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송수신에 대해서는 다음 예제에 좀더 자세히 설명되어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7841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997206" y="-12879"/>
            <a:ext cx="413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tcp_simple.server.source.comment.4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87B1C-F678-4820-9786-DCA3BDE4296C}"/>
              </a:ext>
            </a:extLst>
          </p:cNvPr>
          <p:cNvSpPr txBox="1"/>
          <p:nvPr/>
        </p:nvSpPr>
        <p:spPr>
          <a:xfrm>
            <a:off x="1416049" y="550871"/>
            <a:ext cx="9652543" cy="886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acceptor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의 구현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en-US" altLang="ko-KR" sz="1200" b="1"/>
              <a:t>socket_tcp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’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클래스를 정의한 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객체를 생성한다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간단히 </a:t>
            </a:r>
            <a:r>
              <a:rPr lang="en-US" altLang="ko-KR" sz="1200" b="1"/>
              <a:t>net::acceptor&lt;T&gt;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클레스에 템플릿 파라미터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‘T’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‘</a:t>
            </a:r>
            <a:r>
              <a:rPr lang="en-US" altLang="ko-KR" sz="1200" b="1"/>
              <a:t>socket_tcp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넣어 생성해 주면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BE9116-DA46-48F6-864D-2850ECF973DF}"/>
              </a:ext>
            </a:extLst>
          </p:cNvPr>
          <p:cNvSpPr/>
          <p:nvPr/>
        </p:nvSpPr>
        <p:spPr>
          <a:xfrm>
            <a:off x="1761271" y="1487340"/>
            <a:ext cx="8962098" cy="444701"/>
          </a:xfrm>
          <a:custGeom>
            <a:avLst/>
            <a:gdLst>
              <a:gd name="connsiteX0" fmla="*/ 0 w 8962098"/>
              <a:gd name="connsiteY0" fmla="*/ 0 h 444701"/>
              <a:gd name="connsiteX1" fmla="*/ 420529 w 8962098"/>
              <a:gd name="connsiteY1" fmla="*/ 0 h 444701"/>
              <a:gd name="connsiteX2" fmla="*/ 1109921 w 8962098"/>
              <a:gd name="connsiteY2" fmla="*/ 0 h 444701"/>
              <a:gd name="connsiteX3" fmla="*/ 1799314 w 8962098"/>
              <a:gd name="connsiteY3" fmla="*/ 0 h 444701"/>
              <a:gd name="connsiteX4" fmla="*/ 2578327 w 8962098"/>
              <a:gd name="connsiteY4" fmla="*/ 0 h 444701"/>
              <a:gd name="connsiteX5" fmla="*/ 2998856 w 8962098"/>
              <a:gd name="connsiteY5" fmla="*/ 0 h 444701"/>
              <a:gd name="connsiteX6" fmla="*/ 3419385 w 8962098"/>
              <a:gd name="connsiteY6" fmla="*/ 0 h 444701"/>
              <a:gd name="connsiteX7" fmla="*/ 3929535 w 8962098"/>
              <a:gd name="connsiteY7" fmla="*/ 0 h 444701"/>
              <a:gd name="connsiteX8" fmla="*/ 4529306 w 8962098"/>
              <a:gd name="connsiteY8" fmla="*/ 0 h 444701"/>
              <a:gd name="connsiteX9" fmla="*/ 4949836 w 8962098"/>
              <a:gd name="connsiteY9" fmla="*/ 0 h 444701"/>
              <a:gd name="connsiteX10" fmla="*/ 5549607 w 8962098"/>
              <a:gd name="connsiteY10" fmla="*/ 0 h 444701"/>
              <a:gd name="connsiteX11" fmla="*/ 6149378 w 8962098"/>
              <a:gd name="connsiteY11" fmla="*/ 0 h 444701"/>
              <a:gd name="connsiteX12" fmla="*/ 6928391 w 8962098"/>
              <a:gd name="connsiteY12" fmla="*/ 0 h 444701"/>
              <a:gd name="connsiteX13" fmla="*/ 7348920 w 8962098"/>
              <a:gd name="connsiteY13" fmla="*/ 0 h 444701"/>
              <a:gd name="connsiteX14" fmla="*/ 8038313 w 8962098"/>
              <a:gd name="connsiteY14" fmla="*/ 0 h 444701"/>
              <a:gd name="connsiteX15" fmla="*/ 8962098 w 8962098"/>
              <a:gd name="connsiteY15" fmla="*/ 0 h 444701"/>
              <a:gd name="connsiteX16" fmla="*/ 8962098 w 8962098"/>
              <a:gd name="connsiteY16" fmla="*/ 444701 h 444701"/>
              <a:gd name="connsiteX17" fmla="*/ 8541569 w 8962098"/>
              <a:gd name="connsiteY17" fmla="*/ 444701 h 444701"/>
              <a:gd name="connsiteX18" fmla="*/ 7941798 w 8962098"/>
              <a:gd name="connsiteY18" fmla="*/ 444701 h 444701"/>
              <a:gd name="connsiteX19" fmla="*/ 7431647 w 8962098"/>
              <a:gd name="connsiteY19" fmla="*/ 444701 h 444701"/>
              <a:gd name="connsiteX20" fmla="*/ 6652634 w 8962098"/>
              <a:gd name="connsiteY20" fmla="*/ 444701 h 444701"/>
              <a:gd name="connsiteX21" fmla="*/ 5784000 w 8962098"/>
              <a:gd name="connsiteY21" fmla="*/ 444701 h 444701"/>
              <a:gd name="connsiteX22" fmla="*/ 5363471 w 8962098"/>
              <a:gd name="connsiteY22" fmla="*/ 444701 h 444701"/>
              <a:gd name="connsiteX23" fmla="*/ 4584458 w 8962098"/>
              <a:gd name="connsiteY23" fmla="*/ 444701 h 444701"/>
              <a:gd name="connsiteX24" fmla="*/ 3895066 w 8962098"/>
              <a:gd name="connsiteY24" fmla="*/ 444701 h 444701"/>
              <a:gd name="connsiteX25" fmla="*/ 3205674 w 8962098"/>
              <a:gd name="connsiteY25" fmla="*/ 444701 h 444701"/>
              <a:gd name="connsiteX26" fmla="*/ 2605902 w 8962098"/>
              <a:gd name="connsiteY26" fmla="*/ 444701 h 444701"/>
              <a:gd name="connsiteX27" fmla="*/ 1826889 w 8962098"/>
              <a:gd name="connsiteY27" fmla="*/ 444701 h 444701"/>
              <a:gd name="connsiteX28" fmla="*/ 1227118 w 8962098"/>
              <a:gd name="connsiteY28" fmla="*/ 444701 h 444701"/>
              <a:gd name="connsiteX29" fmla="*/ 0 w 8962098"/>
              <a:gd name="connsiteY29" fmla="*/ 444701 h 444701"/>
              <a:gd name="connsiteX30" fmla="*/ 0 w 8962098"/>
              <a:gd name="connsiteY30" fmla="*/ 0 h 44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444701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52277" y="148207"/>
                  <a:pt x="8945951" y="249627"/>
                  <a:pt x="8962098" y="444701"/>
                </a:cubicBezTo>
                <a:cubicBezTo>
                  <a:pt x="8850386" y="462597"/>
                  <a:pt x="8708589" y="445929"/>
                  <a:pt x="8541569" y="444701"/>
                </a:cubicBezTo>
                <a:cubicBezTo>
                  <a:pt x="8374549" y="443473"/>
                  <a:pt x="8096765" y="437967"/>
                  <a:pt x="7941798" y="444701"/>
                </a:cubicBezTo>
                <a:cubicBezTo>
                  <a:pt x="7786831" y="451435"/>
                  <a:pt x="7566177" y="432969"/>
                  <a:pt x="7431647" y="444701"/>
                </a:cubicBezTo>
                <a:cubicBezTo>
                  <a:pt x="7297117" y="456433"/>
                  <a:pt x="7018011" y="408407"/>
                  <a:pt x="6652634" y="444701"/>
                </a:cubicBezTo>
                <a:cubicBezTo>
                  <a:pt x="6287257" y="480995"/>
                  <a:pt x="6057882" y="474109"/>
                  <a:pt x="5784000" y="444701"/>
                </a:cubicBezTo>
                <a:cubicBezTo>
                  <a:pt x="5510118" y="415293"/>
                  <a:pt x="5539657" y="425568"/>
                  <a:pt x="5363471" y="444701"/>
                </a:cubicBezTo>
                <a:cubicBezTo>
                  <a:pt x="5187285" y="463834"/>
                  <a:pt x="4841659" y="456915"/>
                  <a:pt x="4584458" y="444701"/>
                </a:cubicBezTo>
                <a:cubicBezTo>
                  <a:pt x="4327257" y="432487"/>
                  <a:pt x="4039189" y="411017"/>
                  <a:pt x="3895066" y="444701"/>
                </a:cubicBezTo>
                <a:cubicBezTo>
                  <a:pt x="3750943" y="478385"/>
                  <a:pt x="3401168" y="439667"/>
                  <a:pt x="3205674" y="444701"/>
                </a:cubicBezTo>
                <a:cubicBezTo>
                  <a:pt x="3010180" y="449735"/>
                  <a:pt x="2759549" y="438131"/>
                  <a:pt x="2605902" y="444701"/>
                </a:cubicBezTo>
                <a:cubicBezTo>
                  <a:pt x="2452255" y="451271"/>
                  <a:pt x="2183047" y="460368"/>
                  <a:pt x="1826889" y="444701"/>
                </a:cubicBezTo>
                <a:cubicBezTo>
                  <a:pt x="1470731" y="429034"/>
                  <a:pt x="1380877" y="473566"/>
                  <a:pt x="1227118" y="444701"/>
                </a:cubicBezTo>
                <a:cubicBezTo>
                  <a:pt x="1073359" y="415836"/>
                  <a:pt x="290229" y="483388"/>
                  <a:pt x="0" y="444701"/>
                </a:cubicBezTo>
                <a:cubicBezTo>
                  <a:pt x="-6517" y="249412"/>
                  <a:pt x="-4020" y="102584"/>
                  <a:pt x="0" y="0"/>
                </a:cubicBezTo>
                <a:close/>
              </a:path>
              <a:path w="8962098" h="44470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5917" y="159188"/>
                  <a:pt x="8954933" y="284123"/>
                  <a:pt x="8962098" y="444701"/>
                </a:cubicBezTo>
                <a:cubicBezTo>
                  <a:pt x="8581962" y="432777"/>
                  <a:pt x="8458871" y="420808"/>
                  <a:pt x="8183085" y="444701"/>
                </a:cubicBezTo>
                <a:cubicBezTo>
                  <a:pt x="7907299" y="468594"/>
                  <a:pt x="7572570" y="429407"/>
                  <a:pt x="7314451" y="444701"/>
                </a:cubicBezTo>
                <a:cubicBezTo>
                  <a:pt x="7056332" y="459995"/>
                  <a:pt x="6862630" y="449162"/>
                  <a:pt x="6625059" y="444701"/>
                </a:cubicBezTo>
                <a:cubicBezTo>
                  <a:pt x="6387488" y="440240"/>
                  <a:pt x="6230415" y="435157"/>
                  <a:pt x="5935666" y="444701"/>
                </a:cubicBezTo>
                <a:cubicBezTo>
                  <a:pt x="5640917" y="454245"/>
                  <a:pt x="5387817" y="402440"/>
                  <a:pt x="5067032" y="444701"/>
                </a:cubicBezTo>
                <a:cubicBezTo>
                  <a:pt x="4746247" y="486962"/>
                  <a:pt x="4683648" y="478530"/>
                  <a:pt x="4377640" y="444701"/>
                </a:cubicBezTo>
                <a:cubicBezTo>
                  <a:pt x="4071632" y="410872"/>
                  <a:pt x="3923134" y="456166"/>
                  <a:pt x="3598627" y="444701"/>
                </a:cubicBezTo>
                <a:cubicBezTo>
                  <a:pt x="3274120" y="433236"/>
                  <a:pt x="3192984" y="440360"/>
                  <a:pt x="2819614" y="444701"/>
                </a:cubicBezTo>
                <a:cubicBezTo>
                  <a:pt x="2446244" y="449042"/>
                  <a:pt x="2449472" y="421635"/>
                  <a:pt x="2219843" y="444701"/>
                </a:cubicBezTo>
                <a:cubicBezTo>
                  <a:pt x="1990214" y="467767"/>
                  <a:pt x="1870557" y="429772"/>
                  <a:pt x="1709693" y="444701"/>
                </a:cubicBezTo>
                <a:cubicBezTo>
                  <a:pt x="1548829" y="459631"/>
                  <a:pt x="1236483" y="413351"/>
                  <a:pt x="841058" y="444701"/>
                </a:cubicBezTo>
                <a:cubicBezTo>
                  <a:pt x="445633" y="476051"/>
                  <a:pt x="201602" y="430459"/>
                  <a:pt x="0" y="444701"/>
                </a:cubicBezTo>
                <a:cubicBezTo>
                  <a:pt x="-8091" y="325133"/>
                  <a:pt x="5901" y="13018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pacceptor = make_own&lt;</a:t>
            </a:r>
            <a:r>
              <a:rPr lang="en-US" altLang="ko-KR" sz="1000" b="1"/>
              <a:t>net::acceptor&lt;socket_tcp&gt;</a:t>
            </a:r>
            <a:r>
              <a:rPr lang="en-US" altLang="ko-KR" sz="1000"/>
              <a:t>&gt;();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A017E4C-D164-41CB-B3D4-B5091A61909E}"/>
              </a:ext>
            </a:extLst>
          </p:cNvPr>
          <p:cNvCxnSpPr>
            <a:cxnSpLocks/>
          </p:cNvCxnSpPr>
          <p:nvPr/>
        </p:nvCxnSpPr>
        <p:spPr>
          <a:xfrm flipH="1" flipV="1">
            <a:off x="5071535" y="1852749"/>
            <a:ext cx="728132" cy="230051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97F1F69-EBD7-4CFC-872D-BE1E1395F260}"/>
              </a:ext>
            </a:extLst>
          </p:cNvPr>
          <p:cNvCxnSpPr>
            <a:cxnSpLocks/>
          </p:cNvCxnSpPr>
          <p:nvPr/>
        </p:nvCxnSpPr>
        <p:spPr>
          <a:xfrm>
            <a:off x="4652096" y="1830878"/>
            <a:ext cx="634607" cy="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C6AF89-9F20-4B8C-B2D5-8AB33C28BF59}"/>
              </a:ext>
            </a:extLst>
          </p:cNvPr>
          <p:cNvSpPr/>
          <p:nvPr/>
        </p:nvSpPr>
        <p:spPr>
          <a:xfrm>
            <a:off x="5595014" y="1933190"/>
            <a:ext cx="44261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2"/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접속을 받으면 생성해 접속 처리할 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session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클래스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~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438262-FB5D-4CC2-B544-A5AF37F7969A}"/>
              </a:ext>
            </a:extLst>
          </p:cNvPr>
          <p:cNvSpPr/>
          <p:nvPr/>
        </p:nvSpPr>
        <p:spPr>
          <a:xfrm>
            <a:off x="1761271" y="2995803"/>
            <a:ext cx="8962098" cy="444701"/>
          </a:xfrm>
          <a:custGeom>
            <a:avLst/>
            <a:gdLst>
              <a:gd name="connsiteX0" fmla="*/ 0 w 8962098"/>
              <a:gd name="connsiteY0" fmla="*/ 0 h 444701"/>
              <a:gd name="connsiteX1" fmla="*/ 420529 w 8962098"/>
              <a:gd name="connsiteY1" fmla="*/ 0 h 444701"/>
              <a:gd name="connsiteX2" fmla="*/ 1109921 w 8962098"/>
              <a:gd name="connsiteY2" fmla="*/ 0 h 444701"/>
              <a:gd name="connsiteX3" fmla="*/ 1799314 w 8962098"/>
              <a:gd name="connsiteY3" fmla="*/ 0 h 444701"/>
              <a:gd name="connsiteX4" fmla="*/ 2578327 w 8962098"/>
              <a:gd name="connsiteY4" fmla="*/ 0 h 444701"/>
              <a:gd name="connsiteX5" fmla="*/ 2998856 w 8962098"/>
              <a:gd name="connsiteY5" fmla="*/ 0 h 444701"/>
              <a:gd name="connsiteX6" fmla="*/ 3419385 w 8962098"/>
              <a:gd name="connsiteY6" fmla="*/ 0 h 444701"/>
              <a:gd name="connsiteX7" fmla="*/ 3929535 w 8962098"/>
              <a:gd name="connsiteY7" fmla="*/ 0 h 444701"/>
              <a:gd name="connsiteX8" fmla="*/ 4529306 w 8962098"/>
              <a:gd name="connsiteY8" fmla="*/ 0 h 444701"/>
              <a:gd name="connsiteX9" fmla="*/ 4949836 w 8962098"/>
              <a:gd name="connsiteY9" fmla="*/ 0 h 444701"/>
              <a:gd name="connsiteX10" fmla="*/ 5549607 w 8962098"/>
              <a:gd name="connsiteY10" fmla="*/ 0 h 444701"/>
              <a:gd name="connsiteX11" fmla="*/ 6149378 w 8962098"/>
              <a:gd name="connsiteY11" fmla="*/ 0 h 444701"/>
              <a:gd name="connsiteX12" fmla="*/ 6928391 w 8962098"/>
              <a:gd name="connsiteY12" fmla="*/ 0 h 444701"/>
              <a:gd name="connsiteX13" fmla="*/ 7348920 w 8962098"/>
              <a:gd name="connsiteY13" fmla="*/ 0 h 444701"/>
              <a:gd name="connsiteX14" fmla="*/ 8038313 w 8962098"/>
              <a:gd name="connsiteY14" fmla="*/ 0 h 444701"/>
              <a:gd name="connsiteX15" fmla="*/ 8962098 w 8962098"/>
              <a:gd name="connsiteY15" fmla="*/ 0 h 444701"/>
              <a:gd name="connsiteX16" fmla="*/ 8962098 w 8962098"/>
              <a:gd name="connsiteY16" fmla="*/ 444701 h 444701"/>
              <a:gd name="connsiteX17" fmla="*/ 8541569 w 8962098"/>
              <a:gd name="connsiteY17" fmla="*/ 444701 h 444701"/>
              <a:gd name="connsiteX18" fmla="*/ 7941798 w 8962098"/>
              <a:gd name="connsiteY18" fmla="*/ 444701 h 444701"/>
              <a:gd name="connsiteX19" fmla="*/ 7431647 w 8962098"/>
              <a:gd name="connsiteY19" fmla="*/ 444701 h 444701"/>
              <a:gd name="connsiteX20" fmla="*/ 6652634 w 8962098"/>
              <a:gd name="connsiteY20" fmla="*/ 444701 h 444701"/>
              <a:gd name="connsiteX21" fmla="*/ 5784000 w 8962098"/>
              <a:gd name="connsiteY21" fmla="*/ 444701 h 444701"/>
              <a:gd name="connsiteX22" fmla="*/ 5363471 w 8962098"/>
              <a:gd name="connsiteY22" fmla="*/ 444701 h 444701"/>
              <a:gd name="connsiteX23" fmla="*/ 4584458 w 8962098"/>
              <a:gd name="connsiteY23" fmla="*/ 444701 h 444701"/>
              <a:gd name="connsiteX24" fmla="*/ 3895066 w 8962098"/>
              <a:gd name="connsiteY24" fmla="*/ 444701 h 444701"/>
              <a:gd name="connsiteX25" fmla="*/ 3205674 w 8962098"/>
              <a:gd name="connsiteY25" fmla="*/ 444701 h 444701"/>
              <a:gd name="connsiteX26" fmla="*/ 2605902 w 8962098"/>
              <a:gd name="connsiteY26" fmla="*/ 444701 h 444701"/>
              <a:gd name="connsiteX27" fmla="*/ 1826889 w 8962098"/>
              <a:gd name="connsiteY27" fmla="*/ 444701 h 444701"/>
              <a:gd name="connsiteX28" fmla="*/ 1227118 w 8962098"/>
              <a:gd name="connsiteY28" fmla="*/ 444701 h 444701"/>
              <a:gd name="connsiteX29" fmla="*/ 0 w 8962098"/>
              <a:gd name="connsiteY29" fmla="*/ 444701 h 444701"/>
              <a:gd name="connsiteX30" fmla="*/ 0 w 8962098"/>
              <a:gd name="connsiteY30" fmla="*/ 0 h 44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444701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52277" y="148207"/>
                  <a:pt x="8945951" y="249627"/>
                  <a:pt x="8962098" y="444701"/>
                </a:cubicBezTo>
                <a:cubicBezTo>
                  <a:pt x="8850386" y="462597"/>
                  <a:pt x="8708589" y="445929"/>
                  <a:pt x="8541569" y="444701"/>
                </a:cubicBezTo>
                <a:cubicBezTo>
                  <a:pt x="8374549" y="443473"/>
                  <a:pt x="8096765" y="437967"/>
                  <a:pt x="7941798" y="444701"/>
                </a:cubicBezTo>
                <a:cubicBezTo>
                  <a:pt x="7786831" y="451435"/>
                  <a:pt x="7566177" y="432969"/>
                  <a:pt x="7431647" y="444701"/>
                </a:cubicBezTo>
                <a:cubicBezTo>
                  <a:pt x="7297117" y="456433"/>
                  <a:pt x="7018011" y="408407"/>
                  <a:pt x="6652634" y="444701"/>
                </a:cubicBezTo>
                <a:cubicBezTo>
                  <a:pt x="6287257" y="480995"/>
                  <a:pt x="6057882" y="474109"/>
                  <a:pt x="5784000" y="444701"/>
                </a:cubicBezTo>
                <a:cubicBezTo>
                  <a:pt x="5510118" y="415293"/>
                  <a:pt x="5539657" y="425568"/>
                  <a:pt x="5363471" y="444701"/>
                </a:cubicBezTo>
                <a:cubicBezTo>
                  <a:pt x="5187285" y="463834"/>
                  <a:pt x="4841659" y="456915"/>
                  <a:pt x="4584458" y="444701"/>
                </a:cubicBezTo>
                <a:cubicBezTo>
                  <a:pt x="4327257" y="432487"/>
                  <a:pt x="4039189" y="411017"/>
                  <a:pt x="3895066" y="444701"/>
                </a:cubicBezTo>
                <a:cubicBezTo>
                  <a:pt x="3750943" y="478385"/>
                  <a:pt x="3401168" y="439667"/>
                  <a:pt x="3205674" y="444701"/>
                </a:cubicBezTo>
                <a:cubicBezTo>
                  <a:pt x="3010180" y="449735"/>
                  <a:pt x="2759549" y="438131"/>
                  <a:pt x="2605902" y="444701"/>
                </a:cubicBezTo>
                <a:cubicBezTo>
                  <a:pt x="2452255" y="451271"/>
                  <a:pt x="2183047" y="460368"/>
                  <a:pt x="1826889" y="444701"/>
                </a:cubicBezTo>
                <a:cubicBezTo>
                  <a:pt x="1470731" y="429034"/>
                  <a:pt x="1380877" y="473566"/>
                  <a:pt x="1227118" y="444701"/>
                </a:cubicBezTo>
                <a:cubicBezTo>
                  <a:pt x="1073359" y="415836"/>
                  <a:pt x="290229" y="483388"/>
                  <a:pt x="0" y="444701"/>
                </a:cubicBezTo>
                <a:cubicBezTo>
                  <a:pt x="-6517" y="249412"/>
                  <a:pt x="-4020" y="102584"/>
                  <a:pt x="0" y="0"/>
                </a:cubicBezTo>
                <a:close/>
              </a:path>
              <a:path w="8962098" h="44470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5917" y="159188"/>
                  <a:pt x="8954933" y="284123"/>
                  <a:pt x="8962098" y="444701"/>
                </a:cubicBezTo>
                <a:cubicBezTo>
                  <a:pt x="8581962" y="432777"/>
                  <a:pt x="8458871" y="420808"/>
                  <a:pt x="8183085" y="444701"/>
                </a:cubicBezTo>
                <a:cubicBezTo>
                  <a:pt x="7907299" y="468594"/>
                  <a:pt x="7572570" y="429407"/>
                  <a:pt x="7314451" y="444701"/>
                </a:cubicBezTo>
                <a:cubicBezTo>
                  <a:pt x="7056332" y="459995"/>
                  <a:pt x="6862630" y="449162"/>
                  <a:pt x="6625059" y="444701"/>
                </a:cubicBezTo>
                <a:cubicBezTo>
                  <a:pt x="6387488" y="440240"/>
                  <a:pt x="6230415" y="435157"/>
                  <a:pt x="5935666" y="444701"/>
                </a:cubicBezTo>
                <a:cubicBezTo>
                  <a:pt x="5640917" y="454245"/>
                  <a:pt x="5387817" y="402440"/>
                  <a:pt x="5067032" y="444701"/>
                </a:cubicBezTo>
                <a:cubicBezTo>
                  <a:pt x="4746247" y="486962"/>
                  <a:pt x="4683648" y="478530"/>
                  <a:pt x="4377640" y="444701"/>
                </a:cubicBezTo>
                <a:cubicBezTo>
                  <a:pt x="4071632" y="410872"/>
                  <a:pt x="3923134" y="456166"/>
                  <a:pt x="3598627" y="444701"/>
                </a:cubicBezTo>
                <a:cubicBezTo>
                  <a:pt x="3274120" y="433236"/>
                  <a:pt x="3192984" y="440360"/>
                  <a:pt x="2819614" y="444701"/>
                </a:cubicBezTo>
                <a:cubicBezTo>
                  <a:pt x="2446244" y="449042"/>
                  <a:pt x="2449472" y="421635"/>
                  <a:pt x="2219843" y="444701"/>
                </a:cubicBezTo>
                <a:cubicBezTo>
                  <a:pt x="1990214" y="467767"/>
                  <a:pt x="1870557" y="429772"/>
                  <a:pt x="1709693" y="444701"/>
                </a:cubicBezTo>
                <a:cubicBezTo>
                  <a:pt x="1548829" y="459631"/>
                  <a:pt x="1236483" y="413351"/>
                  <a:pt x="841058" y="444701"/>
                </a:cubicBezTo>
                <a:cubicBezTo>
                  <a:pt x="445633" y="476051"/>
                  <a:pt x="201602" y="430459"/>
                  <a:pt x="0" y="444701"/>
                </a:cubicBezTo>
                <a:cubicBezTo>
                  <a:pt x="-8091" y="325133"/>
                  <a:pt x="5901" y="13018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r>
              <a:rPr lang="en-US" altLang="ko-KR" sz="1000"/>
              <a:t>pacceptor-&gt;</a:t>
            </a:r>
            <a:r>
              <a:rPr lang="en-US" altLang="ko-KR" sz="1000" b="1"/>
              <a:t>start( {net::ip::tcp::v4(), 20000} );</a:t>
            </a:r>
            <a:endParaRPr lang="ko-KR" altLang="en-US" sz="1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DC43B2-9100-4337-9A5F-B4103BCB3D43}"/>
              </a:ext>
            </a:extLst>
          </p:cNvPr>
          <p:cNvSpPr txBox="1"/>
          <p:nvPr/>
        </p:nvSpPr>
        <p:spPr>
          <a:xfrm>
            <a:off x="1416050" y="2095539"/>
            <a:ext cx="7708900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acceptor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를 시작한다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객체인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start()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listen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시작한다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listen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net::ip::tcp::end_point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전달해주어야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C802B1B-2480-46CE-B851-E79FF53D65CE}"/>
              </a:ext>
            </a:extLst>
          </p:cNvPr>
          <p:cNvSpPr/>
          <p:nvPr/>
        </p:nvSpPr>
        <p:spPr>
          <a:xfrm>
            <a:off x="1651305" y="3468474"/>
            <a:ext cx="70839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위와 같이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net::ip::tcp::v4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프로토콜을 인자로 넘기면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ipv4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주소 모두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listen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 접속을 받아들인다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A7E9FDC-68F2-47C6-9DD3-D657F7C51280}"/>
              </a:ext>
            </a:extLst>
          </p:cNvPr>
          <p:cNvSpPr/>
          <p:nvPr/>
        </p:nvSpPr>
        <p:spPr>
          <a:xfrm>
            <a:off x="1651304" y="4460269"/>
            <a:ext cx="84800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net::ip::tcp::v6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프로토콜을  설정해주면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ipv6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뿐만 아니라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ipv4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주소도 모두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listen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 접속을 받아들인다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814F89-F1CA-4D7B-9EB3-A9A8569193E7}"/>
              </a:ext>
            </a:extLst>
          </p:cNvPr>
          <p:cNvSpPr/>
          <p:nvPr/>
        </p:nvSpPr>
        <p:spPr>
          <a:xfrm>
            <a:off x="1651305" y="5931666"/>
            <a:ext cx="9625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물론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bind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할 주소를 직접 입력해 넣을 수도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네트워크 카드를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장 이상 가지며 보안상의 이유로 내부망과 외부망을 분리할 때 특정 주소를 직접 설정해주는 것을 많이 사용된다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B0B91B4-7573-4207-BB23-70A8AD861258}"/>
              </a:ext>
            </a:extLst>
          </p:cNvPr>
          <p:cNvSpPr/>
          <p:nvPr/>
        </p:nvSpPr>
        <p:spPr>
          <a:xfrm>
            <a:off x="1761271" y="4007981"/>
            <a:ext cx="8962098" cy="444701"/>
          </a:xfrm>
          <a:custGeom>
            <a:avLst/>
            <a:gdLst>
              <a:gd name="connsiteX0" fmla="*/ 0 w 8962098"/>
              <a:gd name="connsiteY0" fmla="*/ 0 h 444701"/>
              <a:gd name="connsiteX1" fmla="*/ 420529 w 8962098"/>
              <a:gd name="connsiteY1" fmla="*/ 0 h 444701"/>
              <a:gd name="connsiteX2" fmla="*/ 1109921 w 8962098"/>
              <a:gd name="connsiteY2" fmla="*/ 0 h 444701"/>
              <a:gd name="connsiteX3" fmla="*/ 1799314 w 8962098"/>
              <a:gd name="connsiteY3" fmla="*/ 0 h 444701"/>
              <a:gd name="connsiteX4" fmla="*/ 2578327 w 8962098"/>
              <a:gd name="connsiteY4" fmla="*/ 0 h 444701"/>
              <a:gd name="connsiteX5" fmla="*/ 2998856 w 8962098"/>
              <a:gd name="connsiteY5" fmla="*/ 0 h 444701"/>
              <a:gd name="connsiteX6" fmla="*/ 3419385 w 8962098"/>
              <a:gd name="connsiteY6" fmla="*/ 0 h 444701"/>
              <a:gd name="connsiteX7" fmla="*/ 3929535 w 8962098"/>
              <a:gd name="connsiteY7" fmla="*/ 0 h 444701"/>
              <a:gd name="connsiteX8" fmla="*/ 4529306 w 8962098"/>
              <a:gd name="connsiteY8" fmla="*/ 0 h 444701"/>
              <a:gd name="connsiteX9" fmla="*/ 4949836 w 8962098"/>
              <a:gd name="connsiteY9" fmla="*/ 0 h 444701"/>
              <a:gd name="connsiteX10" fmla="*/ 5549607 w 8962098"/>
              <a:gd name="connsiteY10" fmla="*/ 0 h 444701"/>
              <a:gd name="connsiteX11" fmla="*/ 6149378 w 8962098"/>
              <a:gd name="connsiteY11" fmla="*/ 0 h 444701"/>
              <a:gd name="connsiteX12" fmla="*/ 6928391 w 8962098"/>
              <a:gd name="connsiteY12" fmla="*/ 0 h 444701"/>
              <a:gd name="connsiteX13" fmla="*/ 7348920 w 8962098"/>
              <a:gd name="connsiteY13" fmla="*/ 0 h 444701"/>
              <a:gd name="connsiteX14" fmla="*/ 8038313 w 8962098"/>
              <a:gd name="connsiteY14" fmla="*/ 0 h 444701"/>
              <a:gd name="connsiteX15" fmla="*/ 8962098 w 8962098"/>
              <a:gd name="connsiteY15" fmla="*/ 0 h 444701"/>
              <a:gd name="connsiteX16" fmla="*/ 8962098 w 8962098"/>
              <a:gd name="connsiteY16" fmla="*/ 444701 h 444701"/>
              <a:gd name="connsiteX17" fmla="*/ 8541569 w 8962098"/>
              <a:gd name="connsiteY17" fmla="*/ 444701 h 444701"/>
              <a:gd name="connsiteX18" fmla="*/ 7941798 w 8962098"/>
              <a:gd name="connsiteY18" fmla="*/ 444701 h 444701"/>
              <a:gd name="connsiteX19" fmla="*/ 7431647 w 8962098"/>
              <a:gd name="connsiteY19" fmla="*/ 444701 h 444701"/>
              <a:gd name="connsiteX20" fmla="*/ 6652634 w 8962098"/>
              <a:gd name="connsiteY20" fmla="*/ 444701 h 444701"/>
              <a:gd name="connsiteX21" fmla="*/ 5784000 w 8962098"/>
              <a:gd name="connsiteY21" fmla="*/ 444701 h 444701"/>
              <a:gd name="connsiteX22" fmla="*/ 5363471 w 8962098"/>
              <a:gd name="connsiteY22" fmla="*/ 444701 h 444701"/>
              <a:gd name="connsiteX23" fmla="*/ 4584458 w 8962098"/>
              <a:gd name="connsiteY23" fmla="*/ 444701 h 444701"/>
              <a:gd name="connsiteX24" fmla="*/ 3895066 w 8962098"/>
              <a:gd name="connsiteY24" fmla="*/ 444701 h 444701"/>
              <a:gd name="connsiteX25" fmla="*/ 3205674 w 8962098"/>
              <a:gd name="connsiteY25" fmla="*/ 444701 h 444701"/>
              <a:gd name="connsiteX26" fmla="*/ 2605902 w 8962098"/>
              <a:gd name="connsiteY26" fmla="*/ 444701 h 444701"/>
              <a:gd name="connsiteX27" fmla="*/ 1826889 w 8962098"/>
              <a:gd name="connsiteY27" fmla="*/ 444701 h 444701"/>
              <a:gd name="connsiteX28" fmla="*/ 1227118 w 8962098"/>
              <a:gd name="connsiteY28" fmla="*/ 444701 h 444701"/>
              <a:gd name="connsiteX29" fmla="*/ 0 w 8962098"/>
              <a:gd name="connsiteY29" fmla="*/ 444701 h 444701"/>
              <a:gd name="connsiteX30" fmla="*/ 0 w 8962098"/>
              <a:gd name="connsiteY30" fmla="*/ 0 h 44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444701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52277" y="148207"/>
                  <a:pt x="8945951" y="249627"/>
                  <a:pt x="8962098" y="444701"/>
                </a:cubicBezTo>
                <a:cubicBezTo>
                  <a:pt x="8850386" y="462597"/>
                  <a:pt x="8708589" y="445929"/>
                  <a:pt x="8541569" y="444701"/>
                </a:cubicBezTo>
                <a:cubicBezTo>
                  <a:pt x="8374549" y="443473"/>
                  <a:pt x="8096765" y="437967"/>
                  <a:pt x="7941798" y="444701"/>
                </a:cubicBezTo>
                <a:cubicBezTo>
                  <a:pt x="7786831" y="451435"/>
                  <a:pt x="7566177" y="432969"/>
                  <a:pt x="7431647" y="444701"/>
                </a:cubicBezTo>
                <a:cubicBezTo>
                  <a:pt x="7297117" y="456433"/>
                  <a:pt x="7018011" y="408407"/>
                  <a:pt x="6652634" y="444701"/>
                </a:cubicBezTo>
                <a:cubicBezTo>
                  <a:pt x="6287257" y="480995"/>
                  <a:pt x="6057882" y="474109"/>
                  <a:pt x="5784000" y="444701"/>
                </a:cubicBezTo>
                <a:cubicBezTo>
                  <a:pt x="5510118" y="415293"/>
                  <a:pt x="5539657" y="425568"/>
                  <a:pt x="5363471" y="444701"/>
                </a:cubicBezTo>
                <a:cubicBezTo>
                  <a:pt x="5187285" y="463834"/>
                  <a:pt x="4841659" y="456915"/>
                  <a:pt x="4584458" y="444701"/>
                </a:cubicBezTo>
                <a:cubicBezTo>
                  <a:pt x="4327257" y="432487"/>
                  <a:pt x="4039189" y="411017"/>
                  <a:pt x="3895066" y="444701"/>
                </a:cubicBezTo>
                <a:cubicBezTo>
                  <a:pt x="3750943" y="478385"/>
                  <a:pt x="3401168" y="439667"/>
                  <a:pt x="3205674" y="444701"/>
                </a:cubicBezTo>
                <a:cubicBezTo>
                  <a:pt x="3010180" y="449735"/>
                  <a:pt x="2759549" y="438131"/>
                  <a:pt x="2605902" y="444701"/>
                </a:cubicBezTo>
                <a:cubicBezTo>
                  <a:pt x="2452255" y="451271"/>
                  <a:pt x="2183047" y="460368"/>
                  <a:pt x="1826889" y="444701"/>
                </a:cubicBezTo>
                <a:cubicBezTo>
                  <a:pt x="1470731" y="429034"/>
                  <a:pt x="1380877" y="473566"/>
                  <a:pt x="1227118" y="444701"/>
                </a:cubicBezTo>
                <a:cubicBezTo>
                  <a:pt x="1073359" y="415836"/>
                  <a:pt x="290229" y="483388"/>
                  <a:pt x="0" y="444701"/>
                </a:cubicBezTo>
                <a:cubicBezTo>
                  <a:pt x="-6517" y="249412"/>
                  <a:pt x="-4020" y="102584"/>
                  <a:pt x="0" y="0"/>
                </a:cubicBezTo>
                <a:close/>
              </a:path>
              <a:path w="8962098" h="44470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5917" y="159188"/>
                  <a:pt x="8954933" y="284123"/>
                  <a:pt x="8962098" y="444701"/>
                </a:cubicBezTo>
                <a:cubicBezTo>
                  <a:pt x="8581962" y="432777"/>
                  <a:pt x="8458871" y="420808"/>
                  <a:pt x="8183085" y="444701"/>
                </a:cubicBezTo>
                <a:cubicBezTo>
                  <a:pt x="7907299" y="468594"/>
                  <a:pt x="7572570" y="429407"/>
                  <a:pt x="7314451" y="444701"/>
                </a:cubicBezTo>
                <a:cubicBezTo>
                  <a:pt x="7056332" y="459995"/>
                  <a:pt x="6862630" y="449162"/>
                  <a:pt x="6625059" y="444701"/>
                </a:cubicBezTo>
                <a:cubicBezTo>
                  <a:pt x="6387488" y="440240"/>
                  <a:pt x="6230415" y="435157"/>
                  <a:pt x="5935666" y="444701"/>
                </a:cubicBezTo>
                <a:cubicBezTo>
                  <a:pt x="5640917" y="454245"/>
                  <a:pt x="5387817" y="402440"/>
                  <a:pt x="5067032" y="444701"/>
                </a:cubicBezTo>
                <a:cubicBezTo>
                  <a:pt x="4746247" y="486962"/>
                  <a:pt x="4683648" y="478530"/>
                  <a:pt x="4377640" y="444701"/>
                </a:cubicBezTo>
                <a:cubicBezTo>
                  <a:pt x="4071632" y="410872"/>
                  <a:pt x="3923134" y="456166"/>
                  <a:pt x="3598627" y="444701"/>
                </a:cubicBezTo>
                <a:cubicBezTo>
                  <a:pt x="3274120" y="433236"/>
                  <a:pt x="3192984" y="440360"/>
                  <a:pt x="2819614" y="444701"/>
                </a:cubicBezTo>
                <a:cubicBezTo>
                  <a:pt x="2446244" y="449042"/>
                  <a:pt x="2449472" y="421635"/>
                  <a:pt x="2219843" y="444701"/>
                </a:cubicBezTo>
                <a:cubicBezTo>
                  <a:pt x="1990214" y="467767"/>
                  <a:pt x="1870557" y="429772"/>
                  <a:pt x="1709693" y="444701"/>
                </a:cubicBezTo>
                <a:cubicBezTo>
                  <a:pt x="1548829" y="459631"/>
                  <a:pt x="1236483" y="413351"/>
                  <a:pt x="841058" y="444701"/>
                </a:cubicBezTo>
                <a:cubicBezTo>
                  <a:pt x="445633" y="476051"/>
                  <a:pt x="201602" y="430459"/>
                  <a:pt x="0" y="444701"/>
                </a:cubicBezTo>
                <a:cubicBezTo>
                  <a:pt x="-8091" y="325133"/>
                  <a:pt x="5901" y="13018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r>
              <a:rPr lang="en-US" altLang="ko-KR" sz="1000"/>
              <a:t>pacceptor-&gt;start({</a:t>
            </a:r>
            <a:r>
              <a:rPr lang="en-US" altLang="ko-KR" sz="1000" b="1"/>
              <a:t>net::ip::tcp::v6()</a:t>
            </a:r>
            <a:r>
              <a:rPr lang="en-US" altLang="ko-KR" sz="1000"/>
              <a:t>, 20000});</a:t>
            </a:r>
            <a:endParaRPr lang="ko-KR" altLang="en-US" sz="10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07F9CB4-9076-43F5-854F-C9BD9B6DD379}"/>
              </a:ext>
            </a:extLst>
          </p:cNvPr>
          <p:cNvSpPr/>
          <p:nvPr/>
        </p:nvSpPr>
        <p:spPr>
          <a:xfrm>
            <a:off x="1761271" y="4936185"/>
            <a:ext cx="8962098" cy="444701"/>
          </a:xfrm>
          <a:custGeom>
            <a:avLst/>
            <a:gdLst>
              <a:gd name="connsiteX0" fmla="*/ 0 w 8962098"/>
              <a:gd name="connsiteY0" fmla="*/ 0 h 444701"/>
              <a:gd name="connsiteX1" fmla="*/ 420529 w 8962098"/>
              <a:gd name="connsiteY1" fmla="*/ 0 h 444701"/>
              <a:gd name="connsiteX2" fmla="*/ 1109921 w 8962098"/>
              <a:gd name="connsiteY2" fmla="*/ 0 h 444701"/>
              <a:gd name="connsiteX3" fmla="*/ 1799314 w 8962098"/>
              <a:gd name="connsiteY3" fmla="*/ 0 h 444701"/>
              <a:gd name="connsiteX4" fmla="*/ 2578327 w 8962098"/>
              <a:gd name="connsiteY4" fmla="*/ 0 h 444701"/>
              <a:gd name="connsiteX5" fmla="*/ 2998856 w 8962098"/>
              <a:gd name="connsiteY5" fmla="*/ 0 h 444701"/>
              <a:gd name="connsiteX6" fmla="*/ 3419385 w 8962098"/>
              <a:gd name="connsiteY6" fmla="*/ 0 h 444701"/>
              <a:gd name="connsiteX7" fmla="*/ 3929535 w 8962098"/>
              <a:gd name="connsiteY7" fmla="*/ 0 h 444701"/>
              <a:gd name="connsiteX8" fmla="*/ 4529306 w 8962098"/>
              <a:gd name="connsiteY8" fmla="*/ 0 h 444701"/>
              <a:gd name="connsiteX9" fmla="*/ 4949836 w 8962098"/>
              <a:gd name="connsiteY9" fmla="*/ 0 h 444701"/>
              <a:gd name="connsiteX10" fmla="*/ 5549607 w 8962098"/>
              <a:gd name="connsiteY10" fmla="*/ 0 h 444701"/>
              <a:gd name="connsiteX11" fmla="*/ 6149378 w 8962098"/>
              <a:gd name="connsiteY11" fmla="*/ 0 h 444701"/>
              <a:gd name="connsiteX12" fmla="*/ 6928391 w 8962098"/>
              <a:gd name="connsiteY12" fmla="*/ 0 h 444701"/>
              <a:gd name="connsiteX13" fmla="*/ 7348920 w 8962098"/>
              <a:gd name="connsiteY13" fmla="*/ 0 h 444701"/>
              <a:gd name="connsiteX14" fmla="*/ 8038313 w 8962098"/>
              <a:gd name="connsiteY14" fmla="*/ 0 h 444701"/>
              <a:gd name="connsiteX15" fmla="*/ 8962098 w 8962098"/>
              <a:gd name="connsiteY15" fmla="*/ 0 h 444701"/>
              <a:gd name="connsiteX16" fmla="*/ 8962098 w 8962098"/>
              <a:gd name="connsiteY16" fmla="*/ 444701 h 444701"/>
              <a:gd name="connsiteX17" fmla="*/ 8541569 w 8962098"/>
              <a:gd name="connsiteY17" fmla="*/ 444701 h 444701"/>
              <a:gd name="connsiteX18" fmla="*/ 7941798 w 8962098"/>
              <a:gd name="connsiteY18" fmla="*/ 444701 h 444701"/>
              <a:gd name="connsiteX19" fmla="*/ 7431647 w 8962098"/>
              <a:gd name="connsiteY19" fmla="*/ 444701 h 444701"/>
              <a:gd name="connsiteX20" fmla="*/ 6652634 w 8962098"/>
              <a:gd name="connsiteY20" fmla="*/ 444701 h 444701"/>
              <a:gd name="connsiteX21" fmla="*/ 5784000 w 8962098"/>
              <a:gd name="connsiteY21" fmla="*/ 444701 h 444701"/>
              <a:gd name="connsiteX22" fmla="*/ 5363471 w 8962098"/>
              <a:gd name="connsiteY22" fmla="*/ 444701 h 444701"/>
              <a:gd name="connsiteX23" fmla="*/ 4584458 w 8962098"/>
              <a:gd name="connsiteY23" fmla="*/ 444701 h 444701"/>
              <a:gd name="connsiteX24" fmla="*/ 3895066 w 8962098"/>
              <a:gd name="connsiteY24" fmla="*/ 444701 h 444701"/>
              <a:gd name="connsiteX25" fmla="*/ 3205674 w 8962098"/>
              <a:gd name="connsiteY25" fmla="*/ 444701 h 444701"/>
              <a:gd name="connsiteX26" fmla="*/ 2605902 w 8962098"/>
              <a:gd name="connsiteY26" fmla="*/ 444701 h 444701"/>
              <a:gd name="connsiteX27" fmla="*/ 1826889 w 8962098"/>
              <a:gd name="connsiteY27" fmla="*/ 444701 h 444701"/>
              <a:gd name="connsiteX28" fmla="*/ 1227118 w 8962098"/>
              <a:gd name="connsiteY28" fmla="*/ 444701 h 444701"/>
              <a:gd name="connsiteX29" fmla="*/ 0 w 8962098"/>
              <a:gd name="connsiteY29" fmla="*/ 444701 h 444701"/>
              <a:gd name="connsiteX30" fmla="*/ 0 w 8962098"/>
              <a:gd name="connsiteY30" fmla="*/ 0 h 44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444701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52277" y="148207"/>
                  <a:pt x="8945951" y="249627"/>
                  <a:pt x="8962098" y="444701"/>
                </a:cubicBezTo>
                <a:cubicBezTo>
                  <a:pt x="8850386" y="462597"/>
                  <a:pt x="8708589" y="445929"/>
                  <a:pt x="8541569" y="444701"/>
                </a:cubicBezTo>
                <a:cubicBezTo>
                  <a:pt x="8374549" y="443473"/>
                  <a:pt x="8096765" y="437967"/>
                  <a:pt x="7941798" y="444701"/>
                </a:cubicBezTo>
                <a:cubicBezTo>
                  <a:pt x="7786831" y="451435"/>
                  <a:pt x="7566177" y="432969"/>
                  <a:pt x="7431647" y="444701"/>
                </a:cubicBezTo>
                <a:cubicBezTo>
                  <a:pt x="7297117" y="456433"/>
                  <a:pt x="7018011" y="408407"/>
                  <a:pt x="6652634" y="444701"/>
                </a:cubicBezTo>
                <a:cubicBezTo>
                  <a:pt x="6287257" y="480995"/>
                  <a:pt x="6057882" y="474109"/>
                  <a:pt x="5784000" y="444701"/>
                </a:cubicBezTo>
                <a:cubicBezTo>
                  <a:pt x="5510118" y="415293"/>
                  <a:pt x="5539657" y="425568"/>
                  <a:pt x="5363471" y="444701"/>
                </a:cubicBezTo>
                <a:cubicBezTo>
                  <a:pt x="5187285" y="463834"/>
                  <a:pt x="4841659" y="456915"/>
                  <a:pt x="4584458" y="444701"/>
                </a:cubicBezTo>
                <a:cubicBezTo>
                  <a:pt x="4327257" y="432487"/>
                  <a:pt x="4039189" y="411017"/>
                  <a:pt x="3895066" y="444701"/>
                </a:cubicBezTo>
                <a:cubicBezTo>
                  <a:pt x="3750943" y="478385"/>
                  <a:pt x="3401168" y="439667"/>
                  <a:pt x="3205674" y="444701"/>
                </a:cubicBezTo>
                <a:cubicBezTo>
                  <a:pt x="3010180" y="449735"/>
                  <a:pt x="2759549" y="438131"/>
                  <a:pt x="2605902" y="444701"/>
                </a:cubicBezTo>
                <a:cubicBezTo>
                  <a:pt x="2452255" y="451271"/>
                  <a:pt x="2183047" y="460368"/>
                  <a:pt x="1826889" y="444701"/>
                </a:cubicBezTo>
                <a:cubicBezTo>
                  <a:pt x="1470731" y="429034"/>
                  <a:pt x="1380877" y="473566"/>
                  <a:pt x="1227118" y="444701"/>
                </a:cubicBezTo>
                <a:cubicBezTo>
                  <a:pt x="1073359" y="415836"/>
                  <a:pt x="290229" y="483388"/>
                  <a:pt x="0" y="444701"/>
                </a:cubicBezTo>
                <a:cubicBezTo>
                  <a:pt x="-6517" y="249412"/>
                  <a:pt x="-4020" y="102584"/>
                  <a:pt x="0" y="0"/>
                </a:cubicBezTo>
                <a:close/>
              </a:path>
              <a:path w="8962098" h="44470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5917" y="159188"/>
                  <a:pt x="8954933" y="284123"/>
                  <a:pt x="8962098" y="444701"/>
                </a:cubicBezTo>
                <a:cubicBezTo>
                  <a:pt x="8581962" y="432777"/>
                  <a:pt x="8458871" y="420808"/>
                  <a:pt x="8183085" y="444701"/>
                </a:cubicBezTo>
                <a:cubicBezTo>
                  <a:pt x="7907299" y="468594"/>
                  <a:pt x="7572570" y="429407"/>
                  <a:pt x="7314451" y="444701"/>
                </a:cubicBezTo>
                <a:cubicBezTo>
                  <a:pt x="7056332" y="459995"/>
                  <a:pt x="6862630" y="449162"/>
                  <a:pt x="6625059" y="444701"/>
                </a:cubicBezTo>
                <a:cubicBezTo>
                  <a:pt x="6387488" y="440240"/>
                  <a:pt x="6230415" y="435157"/>
                  <a:pt x="5935666" y="444701"/>
                </a:cubicBezTo>
                <a:cubicBezTo>
                  <a:pt x="5640917" y="454245"/>
                  <a:pt x="5387817" y="402440"/>
                  <a:pt x="5067032" y="444701"/>
                </a:cubicBezTo>
                <a:cubicBezTo>
                  <a:pt x="4746247" y="486962"/>
                  <a:pt x="4683648" y="478530"/>
                  <a:pt x="4377640" y="444701"/>
                </a:cubicBezTo>
                <a:cubicBezTo>
                  <a:pt x="4071632" y="410872"/>
                  <a:pt x="3923134" y="456166"/>
                  <a:pt x="3598627" y="444701"/>
                </a:cubicBezTo>
                <a:cubicBezTo>
                  <a:pt x="3274120" y="433236"/>
                  <a:pt x="3192984" y="440360"/>
                  <a:pt x="2819614" y="444701"/>
                </a:cubicBezTo>
                <a:cubicBezTo>
                  <a:pt x="2446244" y="449042"/>
                  <a:pt x="2449472" y="421635"/>
                  <a:pt x="2219843" y="444701"/>
                </a:cubicBezTo>
                <a:cubicBezTo>
                  <a:pt x="1990214" y="467767"/>
                  <a:pt x="1870557" y="429772"/>
                  <a:pt x="1709693" y="444701"/>
                </a:cubicBezTo>
                <a:cubicBezTo>
                  <a:pt x="1548829" y="459631"/>
                  <a:pt x="1236483" y="413351"/>
                  <a:pt x="841058" y="444701"/>
                </a:cubicBezTo>
                <a:cubicBezTo>
                  <a:pt x="445633" y="476051"/>
                  <a:pt x="201602" y="430459"/>
                  <a:pt x="0" y="444701"/>
                </a:cubicBezTo>
                <a:cubicBezTo>
                  <a:pt x="-8091" y="325133"/>
                  <a:pt x="5901" y="13018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r>
              <a:rPr lang="en-US" altLang="ko-KR" sz="1000"/>
              <a:t>pacceptor-&gt;start({</a:t>
            </a:r>
            <a:r>
              <a:rPr lang="en-US" altLang="ko-KR" sz="1000" b="1"/>
              <a:t>net::ip::address_v4({192, 168, 0, 100}</a:t>
            </a:r>
            <a:r>
              <a:rPr lang="en-US" altLang="ko-KR" sz="1000"/>
              <a:t>, 20000});</a:t>
            </a:r>
            <a:r>
              <a:rPr lang="en-US" altLang="ko-KR" sz="1000">
                <a:solidFill>
                  <a:srgbClr val="00B050"/>
                </a:solidFill>
              </a:rPr>
              <a:t> // </a:t>
            </a:r>
            <a:r>
              <a:rPr lang="ko-KR" altLang="en-US" sz="1000">
                <a:solidFill>
                  <a:srgbClr val="00B050"/>
                </a:solidFill>
              </a:rPr>
              <a:t>주소를 직접 입력</a:t>
            </a:r>
            <a:endParaRPr lang="en-US" altLang="ko-KR" sz="1000">
              <a:solidFill>
                <a:srgbClr val="00B05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ECA5931-E692-4FF0-A787-259DBCF8FED1}"/>
              </a:ext>
            </a:extLst>
          </p:cNvPr>
          <p:cNvSpPr/>
          <p:nvPr/>
        </p:nvSpPr>
        <p:spPr>
          <a:xfrm>
            <a:off x="1761271" y="5438897"/>
            <a:ext cx="8962098" cy="444701"/>
          </a:xfrm>
          <a:custGeom>
            <a:avLst/>
            <a:gdLst>
              <a:gd name="connsiteX0" fmla="*/ 0 w 8962098"/>
              <a:gd name="connsiteY0" fmla="*/ 0 h 444701"/>
              <a:gd name="connsiteX1" fmla="*/ 420529 w 8962098"/>
              <a:gd name="connsiteY1" fmla="*/ 0 h 444701"/>
              <a:gd name="connsiteX2" fmla="*/ 1109921 w 8962098"/>
              <a:gd name="connsiteY2" fmla="*/ 0 h 444701"/>
              <a:gd name="connsiteX3" fmla="*/ 1799314 w 8962098"/>
              <a:gd name="connsiteY3" fmla="*/ 0 h 444701"/>
              <a:gd name="connsiteX4" fmla="*/ 2578327 w 8962098"/>
              <a:gd name="connsiteY4" fmla="*/ 0 h 444701"/>
              <a:gd name="connsiteX5" fmla="*/ 2998856 w 8962098"/>
              <a:gd name="connsiteY5" fmla="*/ 0 h 444701"/>
              <a:gd name="connsiteX6" fmla="*/ 3419385 w 8962098"/>
              <a:gd name="connsiteY6" fmla="*/ 0 h 444701"/>
              <a:gd name="connsiteX7" fmla="*/ 3929535 w 8962098"/>
              <a:gd name="connsiteY7" fmla="*/ 0 h 444701"/>
              <a:gd name="connsiteX8" fmla="*/ 4529306 w 8962098"/>
              <a:gd name="connsiteY8" fmla="*/ 0 h 444701"/>
              <a:gd name="connsiteX9" fmla="*/ 4949836 w 8962098"/>
              <a:gd name="connsiteY9" fmla="*/ 0 h 444701"/>
              <a:gd name="connsiteX10" fmla="*/ 5549607 w 8962098"/>
              <a:gd name="connsiteY10" fmla="*/ 0 h 444701"/>
              <a:gd name="connsiteX11" fmla="*/ 6149378 w 8962098"/>
              <a:gd name="connsiteY11" fmla="*/ 0 h 444701"/>
              <a:gd name="connsiteX12" fmla="*/ 6928391 w 8962098"/>
              <a:gd name="connsiteY12" fmla="*/ 0 h 444701"/>
              <a:gd name="connsiteX13" fmla="*/ 7348920 w 8962098"/>
              <a:gd name="connsiteY13" fmla="*/ 0 h 444701"/>
              <a:gd name="connsiteX14" fmla="*/ 8038313 w 8962098"/>
              <a:gd name="connsiteY14" fmla="*/ 0 h 444701"/>
              <a:gd name="connsiteX15" fmla="*/ 8962098 w 8962098"/>
              <a:gd name="connsiteY15" fmla="*/ 0 h 444701"/>
              <a:gd name="connsiteX16" fmla="*/ 8962098 w 8962098"/>
              <a:gd name="connsiteY16" fmla="*/ 444701 h 444701"/>
              <a:gd name="connsiteX17" fmla="*/ 8541569 w 8962098"/>
              <a:gd name="connsiteY17" fmla="*/ 444701 h 444701"/>
              <a:gd name="connsiteX18" fmla="*/ 7941798 w 8962098"/>
              <a:gd name="connsiteY18" fmla="*/ 444701 h 444701"/>
              <a:gd name="connsiteX19" fmla="*/ 7431647 w 8962098"/>
              <a:gd name="connsiteY19" fmla="*/ 444701 h 444701"/>
              <a:gd name="connsiteX20" fmla="*/ 6652634 w 8962098"/>
              <a:gd name="connsiteY20" fmla="*/ 444701 h 444701"/>
              <a:gd name="connsiteX21" fmla="*/ 5784000 w 8962098"/>
              <a:gd name="connsiteY21" fmla="*/ 444701 h 444701"/>
              <a:gd name="connsiteX22" fmla="*/ 5363471 w 8962098"/>
              <a:gd name="connsiteY22" fmla="*/ 444701 h 444701"/>
              <a:gd name="connsiteX23" fmla="*/ 4584458 w 8962098"/>
              <a:gd name="connsiteY23" fmla="*/ 444701 h 444701"/>
              <a:gd name="connsiteX24" fmla="*/ 3895066 w 8962098"/>
              <a:gd name="connsiteY24" fmla="*/ 444701 h 444701"/>
              <a:gd name="connsiteX25" fmla="*/ 3205674 w 8962098"/>
              <a:gd name="connsiteY25" fmla="*/ 444701 h 444701"/>
              <a:gd name="connsiteX26" fmla="*/ 2605902 w 8962098"/>
              <a:gd name="connsiteY26" fmla="*/ 444701 h 444701"/>
              <a:gd name="connsiteX27" fmla="*/ 1826889 w 8962098"/>
              <a:gd name="connsiteY27" fmla="*/ 444701 h 444701"/>
              <a:gd name="connsiteX28" fmla="*/ 1227118 w 8962098"/>
              <a:gd name="connsiteY28" fmla="*/ 444701 h 444701"/>
              <a:gd name="connsiteX29" fmla="*/ 0 w 8962098"/>
              <a:gd name="connsiteY29" fmla="*/ 444701 h 444701"/>
              <a:gd name="connsiteX30" fmla="*/ 0 w 8962098"/>
              <a:gd name="connsiteY30" fmla="*/ 0 h 44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444701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52277" y="148207"/>
                  <a:pt x="8945951" y="249627"/>
                  <a:pt x="8962098" y="444701"/>
                </a:cubicBezTo>
                <a:cubicBezTo>
                  <a:pt x="8850386" y="462597"/>
                  <a:pt x="8708589" y="445929"/>
                  <a:pt x="8541569" y="444701"/>
                </a:cubicBezTo>
                <a:cubicBezTo>
                  <a:pt x="8374549" y="443473"/>
                  <a:pt x="8096765" y="437967"/>
                  <a:pt x="7941798" y="444701"/>
                </a:cubicBezTo>
                <a:cubicBezTo>
                  <a:pt x="7786831" y="451435"/>
                  <a:pt x="7566177" y="432969"/>
                  <a:pt x="7431647" y="444701"/>
                </a:cubicBezTo>
                <a:cubicBezTo>
                  <a:pt x="7297117" y="456433"/>
                  <a:pt x="7018011" y="408407"/>
                  <a:pt x="6652634" y="444701"/>
                </a:cubicBezTo>
                <a:cubicBezTo>
                  <a:pt x="6287257" y="480995"/>
                  <a:pt x="6057882" y="474109"/>
                  <a:pt x="5784000" y="444701"/>
                </a:cubicBezTo>
                <a:cubicBezTo>
                  <a:pt x="5510118" y="415293"/>
                  <a:pt x="5539657" y="425568"/>
                  <a:pt x="5363471" y="444701"/>
                </a:cubicBezTo>
                <a:cubicBezTo>
                  <a:pt x="5187285" y="463834"/>
                  <a:pt x="4841659" y="456915"/>
                  <a:pt x="4584458" y="444701"/>
                </a:cubicBezTo>
                <a:cubicBezTo>
                  <a:pt x="4327257" y="432487"/>
                  <a:pt x="4039189" y="411017"/>
                  <a:pt x="3895066" y="444701"/>
                </a:cubicBezTo>
                <a:cubicBezTo>
                  <a:pt x="3750943" y="478385"/>
                  <a:pt x="3401168" y="439667"/>
                  <a:pt x="3205674" y="444701"/>
                </a:cubicBezTo>
                <a:cubicBezTo>
                  <a:pt x="3010180" y="449735"/>
                  <a:pt x="2759549" y="438131"/>
                  <a:pt x="2605902" y="444701"/>
                </a:cubicBezTo>
                <a:cubicBezTo>
                  <a:pt x="2452255" y="451271"/>
                  <a:pt x="2183047" y="460368"/>
                  <a:pt x="1826889" y="444701"/>
                </a:cubicBezTo>
                <a:cubicBezTo>
                  <a:pt x="1470731" y="429034"/>
                  <a:pt x="1380877" y="473566"/>
                  <a:pt x="1227118" y="444701"/>
                </a:cubicBezTo>
                <a:cubicBezTo>
                  <a:pt x="1073359" y="415836"/>
                  <a:pt x="290229" y="483388"/>
                  <a:pt x="0" y="444701"/>
                </a:cubicBezTo>
                <a:cubicBezTo>
                  <a:pt x="-6517" y="249412"/>
                  <a:pt x="-4020" y="102584"/>
                  <a:pt x="0" y="0"/>
                </a:cubicBezTo>
                <a:close/>
              </a:path>
              <a:path w="8962098" h="44470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5917" y="159188"/>
                  <a:pt x="8954933" y="284123"/>
                  <a:pt x="8962098" y="444701"/>
                </a:cubicBezTo>
                <a:cubicBezTo>
                  <a:pt x="8581962" y="432777"/>
                  <a:pt x="8458871" y="420808"/>
                  <a:pt x="8183085" y="444701"/>
                </a:cubicBezTo>
                <a:cubicBezTo>
                  <a:pt x="7907299" y="468594"/>
                  <a:pt x="7572570" y="429407"/>
                  <a:pt x="7314451" y="444701"/>
                </a:cubicBezTo>
                <a:cubicBezTo>
                  <a:pt x="7056332" y="459995"/>
                  <a:pt x="6862630" y="449162"/>
                  <a:pt x="6625059" y="444701"/>
                </a:cubicBezTo>
                <a:cubicBezTo>
                  <a:pt x="6387488" y="440240"/>
                  <a:pt x="6230415" y="435157"/>
                  <a:pt x="5935666" y="444701"/>
                </a:cubicBezTo>
                <a:cubicBezTo>
                  <a:pt x="5640917" y="454245"/>
                  <a:pt x="5387817" y="402440"/>
                  <a:pt x="5067032" y="444701"/>
                </a:cubicBezTo>
                <a:cubicBezTo>
                  <a:pt x="4746247" y="486962"/>
                  <a:pt x="4683648" y="478530"/>
                  <a:pt x="4377640" y="444701"/>
                </a:cubicBezTo>
                <a:cubicBezTo>
                  <a:pt x="4071632" y="410872"/>
                  <a:pt x="3923134" y="456166"/>
                  <a:pt x="3598627" y="444701"/>
                </a:cubicBezTo>
                <a:cubicBezTo>
                  <a:pt x="3274120" y="433236"/>
                  <a:pt x="3192984" y="440360"/>
                  <a:pt x="2819614" y="444701"/>
                </a:cubicBezTo>
                <a:cubicBezTo>
                  <a:pt x="2446244" y="449042"/>
                  <a:pt x="2449472" y="421635"/>
                  <a:pt x="2219843" y="444701"/>
                </a:cubicBezTo>
                <a:cubicBezTo>
                  <a:pt x="1990214" y="467767"/>
                  <a:pt x="1870557" y="429772"/>
                  <a:pt x="1709693" y="444701"/>
                </a:cubicBezTo>
                <a:cubicBezTo>
                  <a:pt x="1548829" y="459631"/>
                  <a:pt x="1236483" y="413351"/>
                  <a:pt x="841058" y="444701"/>
                </a:cubicBezTo>
                <a:cubicBezTo>
                  <a:pt x="445633" y="476051"/>
                  <a:pt x="201602" y="430459"/>
                  <a:pt x="0" y="444701"/>
                </a:cubicBezTo>
                <a:cubicBezTo>
                  <a:pt x="-8091" y="325133"/>
                  <a:pt x="5901" y="13018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r>
              <a:rPr lang="en-US" altLang="ko-KR" sz="1000"/>
              <a:t>pacceptor-&gt;start({</a:t>
            </a:r>
            <a:r>
              <a:rPr lang="en-US" altLang="ko-KR" sz="1000" b="1"/>
              <a:t>net::ip::make_address_v4(“192.168.0.100”)</a:t>
            </a:r>
            <a:r>
              <a:rPr lang="en-US" altLang="ko-KR" sz="1000"/>
              <a:t>, 20000});</a:t>
            </a:r>
            <a:r>
              <a:rPr lang="en-US" altLang="ko-KR" sz="1000">
                <a:solidFill>
                  <a:srgbClr val="00B050"/>
                </a:solidFill>
              </a:rPr>
              <a:t> // </a:t>
            </a:r>
            <a:r>
              <a:rPr lang="ko-KR" altLang="en-US" sz="1000">
                <a:solidFill>
                  <a:srgbClr val="00B050"/>
                </a:solidFill>
              </a:rPr>
              <a:t>문자열로 주소 직접 경우</a:t>
            </a:r>
          </a:p>
        </p:txBody>
      </p:sp>
    </p:spTree>
    <p:extLst>
      <p:ext uri="{BB962C8B-B14F-4D97-AF65-F5344CB8AC3E}">
        <p14:creationId xmlns:p14="http://schemas.microsoft.com/office/powerpoint/2010/main" val="1835520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993281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DAE95-D71D-43B4-9709-B2085C72181D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4AF62C-F345-4C41-BE99-294498BC04D7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1595</Words>
  <Application>Microsoft Office PowerPoint</Application>
  <PresentationFormat>와이드스크린</PresentationFormat>
  <Paragraphs>155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HY견명조</vt:lpstr>
      <vt:lpstr>HY신명조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343</cp:revision>
  <dcterms:created xsi:type="dcterms:W3CDTF">2019-08-08T18:29:33Z</dcterms:created>
  <dcterms:modified xsi:type="dcterms:W3CDTF">2020-01-21T22:06:16Z</dcterms:modified>
</cp:coreProperties>
</file>