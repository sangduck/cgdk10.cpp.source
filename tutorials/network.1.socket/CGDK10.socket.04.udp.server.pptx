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60" r:id="rId4"/>
    <p:sldId id="269" r:id="rId5"/>
    <p:sldId id="26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750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E436E3-1104-4089-AEA2-DA3D273196FB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5556828"/>
            <a:ext cx="44800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/>
              <a:t>CGD::</a:t>
            </a:r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</a:t>
            </a:r>
            <a:endParaRPr lang="en-US" altLang="ko-KR" sz="14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/>
              <a:t>CGD::</a:t>
            </a:r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Idestroyable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</a:t>
            </a:r>
            <a:endParaRPr lang="en-US" altLang="ko-KR" sz="14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ko-KR" altLang="en-US" sz="1400" dirty="0"/>
              <a:t>객체 풀</a:t>
            </a:r>
            <a:r>
              <a:rPr lang="en-US" altLang="ko-KR" sz="1400" dirty="0"/>
              <a:t>(object</a:t>
            </a:r>
            <a:r>
              <a:rPr lang="ko-KR" altLang="en-US" sz="1400" dirty="0"/>
              <a:t> </a:t>
            </a:r>
            <a:r>
              <a:rPr lang="en-US" altLang="ko-KR" sz="1400" dirty="0"/>
              <a:t>pool)</a:t>
            </a:r>
            <a:endParaRPr lang="ko-KR" altLang="en-US" sz="14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8917368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SOCKET.UDP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0675CB-829D-435B-89AA-4D91CDF5E526}"/>
              </a:ext>
            </a:extLst>
          </p:cNvPr>
          <p:cNvSpPr txBox="1"/>
          <p:nvPr/>
        </p:nvSpPr>
        <p:spPr>
          <a:xfrm>
            <a:off x="1416049" y="578901"/>
            <a:ext cx="9783173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UDP (User Datagram Protocol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접속도 접속 종료의 과정도 필요 없으므로 매우 간단하다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한마디로 소켓 생성 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bind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하고 바로 송신을 할 수 있을 정도다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한 후에 바로 송수신할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ECF4D-CAA9-471A-839D-D80FF0AB7C15}"/>
              </a:ext>
            </a:extLst>
          </p:cNvPr>
          <p:cNvSpPr txBox="1"/>
          <p:nvPr/>
        </p:nvSpPr>
        <p:spPr>
          <a:xfrm>
            <a:off x="1452071" y="1861833"/>
            <a:ext cx="978317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UDP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는 무엇이 다른가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?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197109-925D-4014-B468-7001BFA27C1D}"/>
              </a:ext>
            </a:extLst>
          </p:cNvPr>
          <p:cNvSpPr/>
          <p:nvPr/>
        </p:nvSpPr>
        <p:spPr>
          <a:xfrm>
            <a:off x="1678200" y="2280242"/>
            <a:ext cx="100178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3" indent="-93663">
              <a:buFont typeface="Arial" panose="020B0604020202020204" pitchFamily="34" charset="0"/>
              <a:buChar char="•"/>
            </a:pPr>
            <a:r>
              <a:rPr lang="ko-KR" altLang="en-US" sz="1200" b="1"/>
              <a:t>접속이 필요 없다</a:t>
            </a:r>
            <a:r>
              <a:rPr lang="en-US" altLang="ko-KR" sz="1200" b="1"/>
              <a:t>.</a:t>
            </a:r>
            <a:br>
              <a:rPr lang="en-US" altLang="ko-KR" sz="1200" b="1"/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접속을 하지 않는다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 접속에 관련된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connect,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disconnec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과정이 필요 없으며 이와 연관된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on_connect(), on_disconnect()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같은 훅 함수는 필요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BFD37B-2159-4B11-BD9F-C2AD98F31FD1}"/>
              </a:ext>
            </a:extLst>
          </p:cNvPr>
          <p:cNvSpPr/>
          <p:nvPr/>
        </p:nvSpPr>
        <p:spPr>
          <a:xfrm>
            <a:off x="1678200" y="3039470"/>
            <a:ext cx="8993488" cy="1157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/>
              <a:t>메시지 헤더도 필요 없다</a:t>
            </a:r>
            <a:r>
              <a:rPr lang="en-US" altLang="ko-KR" sz="1200" b="1"/>
              <a:t>.</a:t>
            </a:r>
            <a:br>
              <a:rPr lang="en-US" altLang="ko-KR" sz="1200" b="1"/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같은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stream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서비스가 아니기 때문에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send_to()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회 전송하면 수신쪽의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on_message()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역시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회 호출된다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 메시지를 분리하기 위한 처리가 필요 없으며 이 때문에 메시지 헤더도 필요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DCBB9C-35F0-454B-B329-3F1BDFCA01A2}"/>
              </a:ext>
            </a:extLst>
          </p:cNvPr>
          <p:cNvSpPr/>
          <p:nvPr/>
        </p:nvSpPr>
        <p:spPr>
          <a:xfrm>
            <a:off x="1678200" y="4006516"/>
            <a:ext cx="5524589" cy="880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3663" indent="-93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/>
              <a:t>전송과 전송 순서를 보장하지 않는다</a:t>
            </a:r>
            <a:r>
              <a:rPr lang="en-US" altLang="ko-KR" sz="1200" b="1"/>
              <a:t>.</a:t>
            </a:r>
            <a:br>
              <a:rPr lang="en-US" altLang="ko-KR" sz="1200" b="1"/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전송을 했다고 해서 반드시 수신 쪽에서 전달받는다는 아무런 보장은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전달되더라도 그 순서는 보장되지 않는다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A44F21-C416-4A7C-AFAA-F510A7185CD8}"/>
              </a:ext>
            </a:extLst>
          </p:cNvPr>
          <p:cNvSpPr/>
          <p:nvPr/>
        </p:nvSpPr>
        <p:spPr>
          <a:xfrm>
            <a:off x="1678200" y="4973562"/>
            <a:ext cx="9998410" cy="1434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3" indent="-936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/>
              <a:t>간단하지만 어렵다</a:t>
            </a:r>
            <a:r>
              <a:rPr lang="en-US" altLang="ko-KR" sz="1200" b="1"/>
              <a:t>.</a:t>
            </a:r>
            <a:br>
              <a:rPr lang="en-US" altLang="ko-KR" sz="1200" b="1"/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접속과 접속해제와 같은 처리가 없어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소켓 프로그래밍 자체만 보면 매우 간단다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접속과 접속해제 그리고 전달과 전달 순서를 보장해주지 않기 때문에 이것 때문에 발생하는 여러 문제는 직접 처리를 해야하기 때문에 더 어려울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NAT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holepunching,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reliable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UDP, channeling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등등 다양한 지원 기능을 직접 구현해야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부분은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p2p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모듈에서 지원해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233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ECF4D-CAA9-471A-839D-D80FF0AB7C15}"/>
              </a:ext>
            </a:extLst>
          </p:cNvPr>
          <p:cNvSpPr txBox="1"/>
          <p:nvPr/>
        </p:nvSpPr>
        <p:spPr>
          <a:xfrm>
            <a:off x="1418819" y="581672"/>
            <a:ext cx="9783173" cy="1434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UDP socket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의 정의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일단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net::socket::udp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상속받는다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접속과 접속 종료 처리가 없기 때문에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on_connect()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on_disconnect()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등 접속과  관련된 정의가 필요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오직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! on_message()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함수만 정의를 하면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송신은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send_to()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이때 전송할 버퍼와 전송할 주소를 같이 넘겨야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B06F36-A434-46A0-89BE-27AC8B13F22B}"/>
              </a:ext>
            </a:extLst>
          </p:cNvPr>
          <p:cNvSpPr/>
          <p:nvPr/>
        </p:nvSpPr>
        <p:spPr>
          <a:xfrm>
            <a:off x="1788226" y="2137648"/>
            <a:ext cx="8962098" cy="2761507"/>
          </a:xfrm>
          <a:custGeom>
            <a:avLst/>
            <a:gdLst>
              <a:gd name="connsiteX0" fmla="*/ 0 w 8962098"/>
              <a:gd name="connsiteY0" fmla="*/ 0 h 2761507"/>
              <a:gd name="connsiteX1" fmla="*/ 868634 w 8962098"/>
              <a:gd name="connsiteY1" fmla="*/ 0 h 2761507"/>
              <a:gd name="connsiteX2" fmla="*/ 1468405 w 8962098"/>
              <a:gd name="connsiteY2" fmla="*/ 0 h 2761507"/>
              <a:gd name="connsiteX3" fmla="*/ 1888935 w 8962098"/>
              <a:gd name="connsiteY3" fmla="*/ 0 h 2761507"/>
              <a:gd name="connsiteX4" fmla="*/ 2488706 w 8962098"/>
              <a:gd name="connsiteY4" fmla="*/ 0 h 2761507"/>
              <a:gd name="connsiteX5" fmla="*/ 3088477 w 8962098"/>
              <a:gd name="connsiteY5" fmla="*/ 0 h 2761507"/>
              <a:gd name="connsiteX6" fmla="*/ 3867490 w 8962098"/>
              <a:gd name="connsiteY6" fmla="*/ 0 h 2761507"/>
              <a:gd name="connsiteX7" fmla="*/ 4288019 w 8962098"/>
              <a:gd name="connsiteY7" fmla="*/ 0 h 2761507"/>
              <a:gd name="connsiteX8" fmla="*/ 4977411 w 8962098"/>
              <a:gd name="connsiteY8" fmla="*/ 0 h 2761507"/>
              <a:gd name="connsiteX9" fmla="*/ 5487562 w 8962098"/>
              <a:gd name="connsiteY9" fmla="*/ 0 h 2761507"/>
              <a:gd name="connsiteX10" fmla="*/ 5908091 w 8962098"/>
              <a:gd name="connsiteY10" fmla="*/ 0 h 2761507"/>
              <a:gd name="connsiteX11" fmla="*/ 6776725 w 8962098"/>
              <a:gd name="connsiteY11" fmla="*/ 0 h 2761507"/>
              <a:gd name="connsiteX12" fmla="*/ 7376496 w 8962098"/>
              <a:gd name="connsiteY12" fmla="*/ 0 h 2761507"/>
              <a:gd name="connsiteX13" fmla="*/ 8155509 w 8962098"/>
              <a:gd name="connsiteY13" fmla="*/ 0 h 2761507"/>
              <a:gd name="connsiteX14" fmla="*/ 8962098 w 8962098"/>
              <a:gd name="connsiteY14" fmla="*/ 0 h 2761507"/>
              <a:gd name="connsiteX15" fmla="*/ 8962098 w 8962098"/>
              <a:gd name="connsiteY15" fmla="*/ 635147 h 2761507"/>
              <a:gd name="connsiteX16" fmla="*/ 8962098 w 8962098"/>
              <a:gd name="connsiteY16" fmla="*/ 1297908 h 2761507"/>
              <a:gd name="connsiteX17" fmla="*/ 8962098 w 8962098"/>
              <a:gd name="connsiteY17" fmla="*/ 1933055 h 2761507"/>
              <a:gd name="connsiteX18" fmla="*/ 8962098 w 8962098"/>
              <a:gd name="connsiteY18" fmla="*/ 2761507 h 2761507"/>
              <a:gd name="connsiteX19" fmla="*/ 8362327 w 8962098"/>
              <a:gd name="connsiteY19" fmla="*/ 2761507 h 2761507"/>
              <a:gd name="connsiteX20" fmla="*/ 7762556 w 8962098"/>
              <a:gd name="connsiteY20" fmla="*/ 2761507 h 2761507"/>
              <a:gd name="connsiteX21" fmla="*/ 6983543 w 8962098"/>
              <a:gd name="connsiteY21" fmla="*/ 2761507 h 2761507"/>
              <a:gd name="connsiteX22" fmla="*/ 6383771 w 8962098"/>
              <a:gd name="connsiteY22" fmla="*/ 2761507 h 2761507"/>
              <a:gd name="connsiteX23" fmla="*/ 5604758 w 8962098"/>
              <a:gd name="connsiteY23" fmla="*/ 2761507 h 2761507"/>
              <a:gd name="connsiteX24" fmla="*/ 5094608 w 8962098"/>
              <a:gd name="connsiteY24" fmla="*/ 2761507 h 2761507"/>
              <a:gd name="connsiteX25" fmla="*/ 4584458 w 8962098"/>
              <a:gd name="connsiteY25" fmla="*/ 2761507 h 2761507"/>
              <a:gd name="connsiteX26" fmla="*/ 3805445 w 8962098"/>
              <a:gd name="connsiteY26" fmla="*/ 2761507 h 2761507"/>
              <a:gd name="connsiteX27" fmla="*/ 3205674 w 8962098"/>
              <a:gd name="connsiteY27" fmla="*/ 2761507 h 2761507"/>
              <a:gd name="connsiteX28" fmla="*/ 2516281 w 8962098"/>
              <a:gd name="connsiteY28" fmla="*/ 2761507 h 2761507"/>
              <a:gd name="connsiteX29" fmla="*/ 1916510 w 8962098"/>
              <a:gd name="connsiteY29" fmla="*/ 2761507 h 2761507"/>
              <a:gd name="connsiteX30" fmla="*/ 1495981 w 8962098"/>
              <a:gd name="connsiteY30" fmla="*/ 2761507 h 2761507"/>
              <a:gd name="connsiteX31" fmla="*/ 627347 w 8962098"/>
              <a:gd name="connsiteY31" fmla="*/ 2761507 h 2761507"/>
              <a:gd name="connsiteX32" fmla="*/ 0 w 8962098"/>
              <a:gd name="connsiteY32" fmla="*/ 2761507 h 2761507"/>
              <a:gd name="connsiteX33" fmla="*/ 0 w 8962098"/>
              <a:gd name="connsiteY33" fmla="*/ 2015900 h 2761507"/>
              <a:gd name="connsiteX34" fmla="*/ 0 w 8962098"/>
              <a:gd name="connsiteY34" fmla="*/ 1270293 h 2761507"/>
              <a:gd name="connsiteX35" fmla="*/ 0 w 8962098"/>
              <a:gd name="connsiteY35" fmla="*/ 0 h 27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761507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69739" y="153974"/>
                  <a:pt x="8987660" y="409772"/>
                  <a:pt x="8962098" y="635147"/>
                </a:cubicBezTo>
                <a:cubicBezTo>
                  <a:pt x="8936536" y="860522"/>
                  <a:pt x="8929674" y="1134633"/>
                  <a:pt x="8962098" y="1297908"/>
                </a:cubicBezTo>
                <a:cubicBezTo>
                  <a:pt x="8994522" y="1461183"/>
                  <a:pt x="8957949" y="1738829"/>
                  <a:pt x="8962098" y="1933055"/>
                </a:cubicBezTo>
                <a:cubicBezTo>
                  <a:pt x="8966247" y="2127281"/>
                  <a:pt x="8931949" y="2367250"/>
                  <a:pt x="8962098" y="2761507"/>
                </a:cubicBezTo>
                <a:cubicBezTo>
                  <a:pt x="8687274" y="2774716"/>
                  <a:pt x="8494791" y="2760074"/>
                  <a:pt x="8362327" y="2761507"/>
                </a:cubicBezTo>
                <a:cubicBezTo>
                  <a:pt x="8229863" y="2762940"/>
                  <a:pt x="7913777" y="2752889"/>
                  <a:pt x="7762556" y="2761507"/>
                </a:cubicBezTo>
                <a:cubicBezTo>
                  <a:pt x="7611335" y="2770125"/>
                  <a:pt x="7339701" y="2777174"/>
                  <a:pt x="6983543" y="2761507"/>
                </a:cubicBezTo>
                <a:cubicBezTo>
                  <a:pt x="6627385" y="2745840"/>
                  <a:pt x="6543892" y="2731809"/>
                  <a:pt x="6383771" y="2761507"/>
                </a:cubicBezTo>
                <a:cubicBezTo>
                  <a:pt x="6223650" y="2791205"/>
                  <a:pt x="5764514" y="2742218"/>
                  <a:pt x="5604758" y="2761507"/>
                </a:cubicBezTo>
                <a:cubicBezTo>
                  <a:pt x="5445002" y="2780796"/>
                  <a:pt x="5345731" y="2785512"/>
                  <a:pt x="5094608" y="2761507"/>
                </a:cubicBezTo>
                <a:cubicBezTo>
                  <a:pt x="4843485" y="2737503"/>
                  <a:pt x="4833978" y="2772020"/>
                  <a:pt x="4584458" y="2761507"/>
                </a:cubicBezTo>
                <a:cubicBezTo>
                  <a:pt x="4334938" y="2750995"/>
                  <a:pt x="3996796" y="2729051"/>
                  <a:pt x="3805445" y="2761507"/>
                </a:cubicBezTo>
                <a:cubicBezTo>
                  <a:pt x="3614094" y="2793963"/>
                  <a:pt x="3362298" y="2754621"/>
                  <a:pt x="3205674" y="2761507"/>
                </a:cubicBezTo>
                <a:cubicBezTo>
                  <a:pt x="3049050" y="2768393"/>
                  <a:pt x="2714112" y="2744663"/>
                  <a:pt x="2516281" y="2761507"/>
                </a:cubicBezTo>
                <a:cubicBezTo>
                  <a:pt x="2318450" y="2778351"/>
                  <a:pt x="2190500" y="2759234"/>
                  <a:pt x="1916510" y="2761507"/>
                </a:cubicBezTo>
                <a:cubicBezTo>
                  <a:pt x="1642520" y="2763780"/>
                  <a:pt x="1631050" y="2751984"/>
                  <a:pt x="1495981" y="2761507"/>
                </a:cubicBezTo>
                <a:cubicBezTo>
                  <a:pt x="1360912" y="2771030"/>
                  <a:pt x="904943" y="2754183"/>
                  <a:pt x="627347" y="2761507"/>
                </a:cubicBezTo>
                <a:cubicBezTo>
                  <a:pt x="349751" y="2768831"/>
                  <a:pt x="215136" y="2760278"/>
                  <a:pt x="0" y="2761507"/>
                </a:cubicBezTo>
                <a:cubicBezTo>
                  <a:pt x="-1432" y="2463150"/>
                  <a:pt x="-34336" y="2377894"/>
                  <a:pt x="0" y="2015900"/>
                </a:cubicBezTo>
                <a:cubicBezTo>
                  <a:pt x="34336" y="1653906"/>
                  <a:pt x="31983" y="1547377"/>
                  <a:pt x="0" y="1270293"/>
                </a:cubicBezTo>
                <a:cubicBezTo>
                  <a:pt x="-31983" y="993209"/>
                  <a:pt x="-51300" y="428792"/>
                  <a:pt x="0" y="0"/>
                </a:cubicBezTo>
                <a:close/>
              </a:path>
              <a:path w="8962098" h="276150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5724" y="182425"/>
                  <a:pt x="8926163" y="465695"/>
                  <a:pt x="8962098" y="745607"/>
                </a:cubicBezTo>
                <a:cubicBezTo>
                  <a:pt x="8998033" y="1025519"/>
                  <a:pt x="8926634" y="1249517"/>
                  <a:pt x="8962098" y="1463599"/>
                </a:cubicBezTo>
                <a:cubicBezTo>
                  <a:pt x="8997562" y="1677681"/>
                  <a:pt x="8972909" y="1890937"/>
                  <a:pt x="8962098" y="2153975"/>
                </a:cubicBezTo>
                <a:cubicBezTo>
                  <a:pt x="8951287" y="2417013"/>
                  <a:pt x="8960637" y="2603886"/>
                  <a:pt x="8962098" y="2761507"/>
                </a:cubicBezTo>
                <a:cubicBezTo>
                  <a:pt x="8798611" y="2770143"/>
                  <a:pt x="8595103" y="2757751"/>
                  <a:pt x="8451948" y="2761507"/>
                </a:cubicBezTo>
                <a:cubicBezTo>
                  <a:pt x="8308793" y="2765264"/>
                  <a:pt x="7904099" y="2719246"/>
                  <a:pt x="7583314" y="2761507"/>
                </a:cubicBezTo>
                <a:cubicBezTo>
                  <a:pt x="7262529" y="2803768"/>
                  <a:pt x="7199930" y="2795336"/>
                  <a:pt x="6893922" y="2761507"/>
                </a:cubicBezTo>
                <a:cubicBezTo>
                  <a:pt x="6587914" y="2727678"/>
                  <a:pt x="6441786" y="2777861"/>
                  <a:pt x="6114908" y="2761507"/>
                </a:cubicBezTo>
                <a:cubicBezTo>
                  <a:pt x="5788030" y="2745153"/>
                  <a:pt x="5709265" y="2757166"/>
                  <a:pt x="5335895" y="2761507"/>
                </a:cubicBezTo>
                <a:cubicBezTo>
                  <a:pt x="4962525" y="2765848"/>
                  <a:pt x="4965753" y="2738441"/>
                  <a:pt x="4736124" y="2761507"/>
                </a:cubicBezTo>
                <a:cubicBezTo>
                  <a:pt x="4506495" y="2784573"/>
                  <a:pt x="4386838" y="2746578"/>
                  <a:pt x="4225974" y="2761507"/>
                </a:cubicBezTo>
                <a:cubicBezTo>
                  <a:pt x="4065110" y="2776437"/>
                  <a:pt x="3752473" y="2726033"/>
                  <a:pt x="3357340" y="2761507"/>
                </a:cubicBezTo>
                <a:cubicBezTo>
                  <a:pt x="2962207" y="2796981"/>
                  <a:pt x="3011953" y="2747054"/>
                  <a:pt x="2667948" y="2761507"/>
                </a:cubicBezTo>
                <a:cubicBezTo>
                  <a:pt x="2323943" y="2775960"/>
                  <a:pt x="2047871" y="2748320"/>
                  <a:pt x="1799314" y="2761507"/>
                </a:cubicBezTo>
                <a:cubicBezTo>
                  <a:pt x="1550757" y="2774694"/>
                  <a:pt x="1180727" y="2752782"/>
                  <a:pt x="1020300" y="2761507"/>
                </a:cubicBezTo>
                <a:cubicBezTo>
                  <a:pt x="859873" y="2770232"/>
                  <a:pt x="498026" y="2811553"/>
                  <a:pt x="0" y="2761507"/>
                </a:cubicBezTo>
                <a:cubicBezTo>
                  <a:pt x="-3173" y="2583154"/>
                  <a:pt x="-24651" y="2405930"/>
                  <a:pt x="0" y="2071130"/>
                </a:cubicBezTo>
                <a:cubicBezTo>
                  <a:pt x="24651" y="1736330"/>
                  <a:pt x="13259" y="1748939"/>
                  <a:pt x="0" y="1463599"/>
                </a:cubicBezTo>
                <a:cubicBezTo>
                  <a:pt x="-13259" y="1178259"/>
                  <a:pt x="-7546" y="1141297"/>
                  <a:pt x="0" y="828452"/>
                </a:cubicBezTo>
                <a:cubicBezTo>
                  <a:pt x="7546" y="515607"/>
                  <a:pt x="27553" y="38487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class</a:t>
            </a:r>
            <a:r>
              <a:rPr lang="en-US" altLang="ko-KR" sz="1000"/>
              <a:t> socket_udp : </a:t>
            </a:r>
            <a:r>
              <a:rPr lang="en-US" altLang="ko-KR" sz="1000">
                <a:solidFill>
                  <a:srgbClr val="0000FF"/>
                </a:solidFill>
              </a:rPr>
              <a:t>public</a:t>
            </a:r>
            <a:r>
              <a:rPr lang="en-US" altLang="ko-KR" sz="1000"/>
              <a:t> </a:t>
            </a:r>
            <a:r>
              <a:rPr lang="en-US" altLang="ko-KR" sz="1000" b="1"/>
              <a:t>net::socket::udp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(v) </a:t>
            </a:r>
            <a:r>
              <a:rPr lang="ko-KR" altLang="en-US" sz="1000">
                <a:solidFill>
                  <a:srgbClr val="00B050"/>
                </a:solidFill>
              </a:rPr>
              <a:t>메시지를 수신했을 때 호출 되는 함수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virtual int</a:t>
            </a:r>
            <a:r>
              <a:rPr lang="en-US" altLang="ko-KR" sz="1000"/>
              <a:t> on_message(sMESSAGE_NETWORK&amp; _msg) </a:t>
            </a:r>
            <a:r>
              <a:rPr lang="en-US" altLang="ko-KR" sz="1000">
                <a:solidFill>
                  <a:srgbClr val="0000FF"/>
                </a:solidFill>
              </a:rPr>
              <a:t>override</a:t>
            </a:r>
          </a:p>
          <a:p>
            <a:pPr defTabSz="360000"/>
            <a:r>
              <a:rPr lang="en-US" altLang="ko-KR" sz="1000"/>
              <a:t>	{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	auto</a:t>
            </a:r>
            <a:r>
              <a:rPr lang="en-US" altLang="ko-KR" sz="1000"/>
              <a:t> str_recv = _msg.buf_message.front&lt;std::string_view&gt;();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	// - </a:t>
            </a:r>
            <a:r>
              <a:rPr lang="ko-KR" altLang="en-US" sz="1000">
                <a:solidFill>
                  <a:srgbClr val="00B050"/>
                </a:solidFill>
              </a:rPr>
              <a:t>화면에 문자열 출력</a:t>
            </a:r>
          </a:p>
          <a:p>
            <a:pPr defTabSz="360000"/>
            <a:r>
              <a:rPr lang="en-US" altLang="ko-KR" sz="1000"/>
              <a:t>		std::cout &lt;&lt; ' ' &lt;&lt; str_recv &lt;&lt; '\n’;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	// - echo </a:t>
            </a:r>
            <a:r>
              <a:rPr lang="ko-KR" altLang="en-US" sz="1000">
                <a:solidFill>
                  <a:srgbClr val="00B050"/>
                </a:solidFill>
              </a:rPr>
              <a:t>전송</a:t>
            </a:r>
          </a:p>
          <a:p>
            <a:pPr defTabSz="360000"/>
            <a:r>
              <a:rPr lang="en-US" altLang="ko-KR" sz="1000"/>
              <a:t>		</a:t>
            </a:r>
            <a:r>
              <a:rPr lang="en-US" altLang="ko-KR" sz="1000" b="1"/>
              <a:t>send_to</a:t>
            </a:r>
            <a:r>
              <a:rPr lang="en-US" altLang="ko-KR" sz="1000"/>
              <a:t>(_msg.buf_message, </a:t>
            </a:r>
            <a:r>
              <a:rPr lang="en-US" altLang="ko-KR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_msg.address</a:t>
            </a:r>
            <a:r>
              <a:rPr lang="en-US" altLang="ko-KR" sz="1000"/>
              <a:t>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	// return) 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	return</a:t>
            </a:r>
            <a:r>
              <a:rPr lang="en-US" altLang="ko-KR" sz="1000"/>
              <a:t> 1;</a:t>
            </a:r>
          </a:p>
          <a:p>
            <a:pPr defTabSz="360000"/>
            <a:r>
              <a:rPr lang="en-US" altLang="ko-KR" sz="1000"/>
              <a:t>	}</a:t>
            </a:r>
          </a:p>
          <a:p>
            <a:pPr defTabSz="360000"/>
            <a:r>
              <a:rPr lang="en-US" altLang="ko-KR" sz="1000"/>
              <a:t>};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E05A62-1065-4B44-AC6F-4D730E368873}"/>
              </a:ext>
            </a:extLst>
          </p:cNvPr>
          <p:cNvSpPr/>
          <p:nvPr/>
        </p:nvSpPr>
        <p:spPr>
          <a:xfrm>
            <a:off x="6386295" y="2171282"/>
            <a:ext cx="4127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net::socket::udp</a:t>
            </a:r>
            <a:r>
              <a:rPr lang="ko-KR" altLang="en-US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를 상속받는다</a:t>
            </a:r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4A98DE9-1E24-4152-BB0A-B371264BC4EE}"/>
              </a:ext>
            </a:extLst>
          </p:cNvPr>
          <p:cNvSpPr/>
          <p:nvPr/>
        </p:nvSpPr>
        <p:spPr>
          <a:xfrm>
            <a:off x="6396805" y="2210114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E0EF89F-8748-46C8-9A1F-AD0E59333731}"/>
              </a:ext>
            </a:extLst>
          </p:cNvPr>
          <p:cNvCxnSpPr>
            <a:cxnSpLocks/>
            <a:stCxn id="19" idx="2"/>
          </p:cNvCxnSpPr>
          <p:nvPr/>
        </p:nvCxnSpPr>
        <p:spPr>
          <a:xfrm flipH="1" flipV="1">
            <a:off x="4538749" y="2298240"/>
            <a:ext cx="1858056" cy="1874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A452D2-7170-40EA-ADF9-CF0D34BEDED2}"/>
              </a:ext>
            </a:extLst>
          </p:cNvPr>
          <p:cNvSpPr/>
          <p:nvPr/>
        </p:nvSpPr>
        <p:spPr>
          <a:xfrm>
            <a:off x="6576805" y="2562687"/>
            <a:ext cx="368708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on_message </a:t>
            </a:r>
            <a:r>
              <a:rPr lang="ko-KR" altLang="en-US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함수를 재정의 한다</a:t>
            </a:r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E3660FC-C7E2-4C20-A8E9-4B6AFC4353E7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6118167" y="2692610"/>
            <a:ext cx="488500" cy="33965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AA8A919A-771C-46D2-99B3-342BAB095FEC}"/>
              </a:ext>
            </a:extLst>
          </p:cNvPr>
          <p:cNvSpPr/>
          <p:nvPr/>
        </p:nvSpPr>
        <p:spPr>
          <a:xfrm>
            <a:off x="6606667" y="2602610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2BB3798-E562-4DD7-9341-2522402AC022}"/>
              </a:ext>
            </a:extLst>
          </p:cNvPr>
          <p:cNvSpPr/>
          <p:nvPr/>
        </p:nvSpPr>
        <p:spPr>
          <a:xfrm>
            <a:off x="5864681" y="3788338"/>
            <a:ext cx="368708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60000"/>
            <a:r>
              <a:rPr lang="ko-KR" altLang="en-US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echo </a:t>
            </a:r>
            <a:r>
              <a:rPr lang="ko-KR" altLang="en-US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전송한다</a:t>
            </a:r>
            <a:r>
              <a:rPr lang="en-US" altLang="ko-KR" sz="10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전송할 버퍼와 전송할 주소를 넣어 주어야 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5041694-BBAB-4461-AC7B-CE111C26E3F7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5406043" y="3918261"/>
            <a:ext cx="488500" cy="33965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FE2FC8ED-D4A3-4465-8740-35F04C752591}"/>
              </a:ext>
            </a:extLst>
          </p:cNvPr>
          <p:cNvSpPr/>
          <p:nvPr/>
        </p:nvSpPr>
        <p:spPr>
          <a:xfrm>
            <a:off x="5894543" y="3828261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06307E-A24E-4C80-B1E3-3C88A62C1B07}"/>
              </a:ext>
            </a:extLst>
          </p:cNvPr>
          <p:cNvSpPr/>
          <p:nvPr/>
        </p:nvSpPr>
        <p:spPr>
          <a:xfrm>
            <a:off x="1788226" y="5197059"/>
            <a:ext cx="8962098" cy="326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on_message()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수신시 송신 쪽의 주소가 같이 전달되어 온다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0675CB-829D-435B-89AA-4D91CDF5E526}"/>
              </a:ext>
            </a:extLst>
          </p:cNvPr>
          <p:cNvSpPr txBox="1"/>
          <p:nvPr/>
        </p:nvSpPr>
        <p:spPr>
          <a:xfrm>
            <a:off x="1416049" y="578901"/>
            <a:ext cx="9783173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UDP socket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의 시작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접속과  접속 종료가 없으므로 따로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connecet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필요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할 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bind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할 주소와 포트를 설정할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45B420-4770-4423-9C41-2A0F0B485523}"/>
              </a:ext>
            </a:extLst>
          </p:cNvPr>
          <p:cNvSpPr/>
          <p:nvPr/>
        </p:nvSpPr>
        <p:spPr>
          <a:xfrm>
            <a:off x="1761271" y="1501239"/>
            <a:ext cx="8962098" cy="914848"/>
          </a:xfrm>
          <a:custGeom>
            <a:avLst/>
            <a:gdLst>
              <a:gd name="connsiteX0" fmla="*/ 0 w 8962098"/>
              <a:gd name="connsiteY0" fmla="*/ 0 h 914848"/>
              <a:gd name="connsiteX1" fmla="*/ 420529 w 8962098"/>
              <a:gd name="connsiteY1" fmla="*/ 0 h 914848"/>
              <a:gd name="connsiteX2" fmla="*/ 1199542 w 8962098"/>
              <a:gd name="connsiteY2" fmla="*/ 0 h 914848"/>
              <a:gd name="connsiteX3" fmla="*/ 1620072 w 8962098"/>
              <a:gd name="connsiteY3" fmla="*/ 0 h 914848"/>
              <a:gd name="connsiteX4" fmla="*/ 2040601 w 8962098"/>
              <a:gd name="connsiteY4" fmla="*/ 0 h 914848"/>
              <a:gd name="connsiteX5" fmla="*/ 2550751 w 8962098"/>
              <a:gd name="connsiteY5" fmla="*/ 0 h 914848"/>
              <a:gd name="connsiteX6" fmla="*/ 3150522 w 8962098"/>
              <a:gd name="connsiteY6" fmla="*/ 0 h 914848"/>
              <a:gd name="connsiteX7" fmla="*/ 3571051 w 8962098"/>
              <a:gd name="connsiteY7" fmla="*/ 0 h 914848"/>
              <a:gd name="connsiteX8" fmla="*/ 4170823 w 8962098"/>
              <a:gd name="connsiteY8" fmla="*/ 0 h 914848"/>
              <a:gd name="connsiteX9" fmla="*/ 4770594 w 8962098"/>
              <a:gd name="connsiteY9" fmla="*/ 0 h 914848"/>
              <a:gd name="connsiteX10" fmla="*/ 5549607 w 8962098"/>
              <a:gd name="connsiteY10" fmla="*/ 0 h 914848"/>
              <a:gd name="connsiteX11" fmla="*/ 5970136 w 8962098"/>
              <a:gd name="connsiteY11" fmla="*/ 0 h 914848"/>
              <a:gd name="connsiteX12" fmla="*/ 6659528 w 8962098"/>
              <a:gd name="connsiteY12" fmla="*/ 0 h 914848"/>
              <a:gd name="connsiteX13" fmla="*/ 7169678 w 8962098"/>
              <a:gd name="connsiteY13" fmla="*/ 0 h 914848"/>
              <a:gd name="connsiteX14" fmla="*/ 7590208 w 8962098"/>
              <a:gd name="connsiteY14" fmla="*/ 0 h 914848"/>
              <a:gd name="connsiteX15" fmla="*/ 8962098 w 8962098"/>
              <a:gd name="connsiteY15" fmla="*/ 0 h 914848"/>
              <a:gd name="connsiteX16" fmla="*/ 8962098 w 8962098"/>
              <a:gd name="connsiteY16" fmla="*/ 448276 h 914848"/>
              <a:gd name="connsiteX17" fmla="*/ 8962098 w 8962098"/>
              <a:gd name="connsiteY17" fmla="*/ 914848 h 914848"/>
              <a:gd name="connsiteX18" fmla="*/ 8541569 w 8962098"/>
              <a:gd name="connsiteY18" fmla="*/ 914848 h 914848"/>
              <a:gd name="connsiteX19" fmla="*/ 7672935 w 8962098"/>
              <a:gd name="connsiteY19" fmla="*/ 914848 h 914848"/>
              <a:gd name="connsiteX20" fmla="*/ 7252405 w 8962098"/>
              <a:gd name="connsiteY20" fmla="*/ 914848 h 914848"/>
              <a:gd name="connsiteX21" fmla="*/ 6473392 w 8962098"/>
              <a:gd name="connsiteY21" fmla="*/ 914848 h 914848"/>
              <a:gd name="connsiteX22" fmla="*/ 5784000 w 8962098"/>
              <a:gd name="connsiteY22" fmla="*/ 914848 h 914848"/>
              <a:gd name="connsiteX23" fmla="*/ 5094608 w 8962098"/>
              <a:gd name="connsiteY23" fmla="*/ 914848 h 914848"/>
              <a:gd name="connsiteX24" fmla="*/ 4494837 w 8962098"/>
              <a:gd name="connsiteY24" fmla="*/ 914848 h 914848"/>
              <a:gd name="connsiteX25" fmla="*/ 3715824 w 8962098"/>
              <a:gd name="connsiteY25" fmla="*/ 914848 h 914848"/>
              <a:gd name="connsiteX26" fmla="*/ 3116053 w 8962098"/>
              <a:gd name="connsiteY26" fmla="*/ 914848 h 914848"/>
              <a:gd name="connsiteX27" fmla="*/ 2337039 w 8962098"/>
              <a:gd name="connsiteY27" fmla="*/ 914848 h 914848"/>
              <a:gd name="connsiteX28" fmla="*/ 1826889 w 8962098"/>
              <a:gd name="connsiteY28" fmla="*/ 914848 h 914848"/>
              <a:gd name="connsiteX29" fmla="*/ 1316739 w 8962098"/>
              <a:gd name="connsiteY29" fmla="*/ 914848 h 914848"/>
              <a:gd name="connsiteX30" fmla="*/ 0 w 8962098"/>
              <a:gd name="connsiteY30" fmla="*/ 914848 h 914848"/>
              <a:gd name="connsiteX31" fmla="*/ 0 w 8962098"/>
              <a:gd name="connsiteY31" fmla="*/ 466572 h 914848"/>
              <a:gd name="connsiteX32" fmla="*/ 0 w 8962098"/>
              <a:gd name="connsiteY32" fmla="*/ 0 h 91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914848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56909" y="109552"/>
                  <a:pt x="8945128" y="332873"/>
                  <a:pt x="8962098" y="448276"/>
                </a:cubicBezTo>
                <a:cubicBezTo>
                  <a:pt x="8979068" y="563679"/>
                  <a:pt x="8969283" y="744220"/>
                  <a:pt x="8962098" y="914848"/>
                </a:cubicBezTo>
                <a:cubicBezTo>
                  <a:pt x="8773150" y="900515"/>
                  <a:pt x="8713881" y="894534"/>
                  <a:pt x="8541569" y="914848"/>
                </a:cubicBezTo>
                <a:cubicBezTo>
                  <a:pt x="8369257" y="935162"/>
                  <a:pt x="7946817" y="944256"/>
                  <a:pt x="7672935" y="914848"/>
                </a:cubicBezTo>
                <a:cubicBezTo>
                  <a:pt x="7399053" y="885440"/>
                  <a:pt x="7433511" y="904376"/>
                  <a:pt x="7252405" y="914848"/>
                </a:cubicBezTo>
                <a:cubicBezTo>
                  <a:pt x="7071299" y="925321"/>
                  <a:pt x="6730593" y="927062"/>
                  <a:pt x="6473392" y="914848"/>
                </a:cubicBezTo>
                <a:cubicBezTo>
                  <a:pt x="6216191" y="902634"/>
                  <a:pt x="5928123" y="881164"/>
                  <a:pt x="5784000" y="914848"/>
                </a:cubicBezTo>
                <a:cubicBezTo>
                  <a:pt x="5639877" y="948532"/>
                  <a:pt x="5290102" y="909814"/>
                  <a:pt x="5094608" y="914848"/>
                </a:cubicBezTo>
                <a:cubicBezTo>
                  <a:pt x="4899114" y="919882"/>
                  <a:pt x="4646058" y="906230"/>
                  <a:pt x="4494837" y="914848"/>
                </a:cubicBezTo>
                <a:cubicBezTo>
                  <a:pt x="4343616" y="923466"/>
                  <a:pt x="4071982" y="930515"/>
                  <a:pt x="3715824" y="914848"/>
                </a:cubicBezTo>
                <a:cubicBezTo>
                  <a:pt x="3359666" y="899181"/>
                  <a:pt x="3269812" y="943713"/>
                  <a:pt x="3116053" y="914848"/>
                </a:cubicBezTo>
                <a:cubicBezTo>
                  <a:pt x="2962294" y="885983"/>
                  <a:pt x="2501003" y="899227"/>
                  <a:pt x="2337039" y="914848"/>
                </a:cubicBezTo>
                <a:cubicBezTo>
                  <a:pt x="2173075" y="930469"/>
                  <a:pt x="2078012" y="938853"/>
                  <a:pt x="1826889" y="914848"/>
                </a:cubicBezTo>
                <a:cubicBezTo>
                  <a:pt x="1575766" y="890844"/>
                  <a:pt x="1566259" y="925361"/>
                  <a:pt x="1316739" y="914848"/>
                </a:cubicBezTo>
                <a:cubicBezTo>
                  <a:pt x="1067219" y="904336"/>
                  <a:pt x="586745" y="943680"/>
                  <a:pt x="0" y="914848"/>
                </a:cubicBezTo>
                <a:cubicBezTo>
                  <a:pt x="5175" y="800676"/>
                  <a:pt x="-20151" y="562901"/>
                  <a:pt x="0" y="466572"/>
                </a:cubicBezTo>
                <a:cubicBezTo>
                  <a:pt x="20151" y="370243"/>
                  <a:pt x="11470" y="122345"/>
                  <a:pt x="0" y="0"/>
                </a:cubicBezTo>
                <a:close/>
              </a:path>
              <a:path w="8962098" h="91484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273" y="228072"/>
                  <a:pt x="8966174" y="238647"/>
                  <a:pt x="8962098" y="475721"/>
                </a:cubicBezTo>
                <a:cubicBezTo>
                  <a:pt x="8958022" y="712795"/>
                  <a:pt x="8967130" y="721905"/>
                  <a:pt x="8962098" y="914848"/>
                </a:cubicBezTo>
                <a:cubicBezTo>
                  <a:pt x="8742154" y="890194"/>
                  <a:pt x="8448095" y="893252"/>
                  <a:pt x="8272706" y="914848"/>
                </a:cubicBezTo>
                <a:cubicBezTo>
                  <a:pt x="8097317" y="936444"/>
                  <a:pt x="7820885" y="919309"/>
                  <a:pt x="7583314" y="914848"/>
                </a:cubicBezTo>
                <a:cubicBezTo>
                  <a:pt x="7345743" y="910387"/>
                  <a:pt x="7187503" y="899951"/>
                  <a:pt x="6893922" y="914848"/>
                </a:cubicBezTo>
                <a:cubicBezTo>
                  <a:pt x="6600341" y="929745"/>
                  <a:pt x="6348884" y="874693"/>
                  <a:pt x="6025287" y="914848"/>
                </a:cubicBezTo>
                <a:cubicBezTo>
                  <a:pt x="5701690" y="955003"/>
                  <a:pt x="5641903" y="948677"/>
                  <a:pt x="5335895" y="914848"/>
                </a:cubicBezTo>
                <a:cubicBezTo>
                  <a:pt x="5029887" y="881019"/>
                  <a:pt x="4881389" y="926313"/>
                  <a:pt x="4556882" y="914848"/>
                </a:cubicBezTo>
                <a:cubicBezTo>
                  <a:pt x="4232375" y="903383"/>
                  <a:pt x="4151239" y="910507"/>
                  <a:pt x="3777869" y="914848"/>
                </a:cubicBezTo>
                <a:cubicBezTo>
                  <a:pt x="3404499" y="919189"/>
                  <a:pt x="3407727" y="891782"/>
                  <a:pt x="3178098" y="914848"/>
                </a:cubicBezTo>
                <a:cubicBezTo>
                  <a:pt x="2948469" y="937914"/>
                  <a:pt x="2828812" y="899919"/>
                  <a:pt x="2667948" y="914848"/>
                </a:cubicBezTo>
                <a:cubicBezTo>
                  <a:pt x="2507084" y="929778"/>
                  <a:pt x="2194447" y="879374"/>
                  <a:pt x="1799314" y="914848"/>
                </a:cubicBezTo>
                <a:cubicBezTo>
                  <a:pt x="1404181" y="950322"/>
                  <a:pt x="1251049" y="902829"/>
                  <a:pt x="1109921" y="914848"/>
                </a:cubicBezTo>
                <a:cubicBezTo>
                  <a:pt x="968793" y="926867"/>
                  <a:pt x="382880" y="903452"/>
                  <a:pt x="0" y="914848"/>
                </a:cubicBezTo>
                <a:cubicBezTo>
                  <a:pt x="19907" y="809025"/>
                  <a:pt x="22154" y="636140"/>
                  <a:pt x="0" y="448276"/>
                </a:cubicBezTo>
                <a:cubicBezTo>
                  <a:pt x="-22154" y="260412"/>
                  <a:pt x="5315" y="12215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2) udp socket</a:t>
            </a:r>
            <a:r>
              <a:rPr lang="ko-KR" altLang="en-US" sz="1000">
                <a:solidFill>
                  <a:srgbClr val="00B050"/>
                </a:solidFill>
              </a:rPr>
              <a:t>을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psocket = make_own&lt;socket_udp&gt;();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3) 22500</a:t>
            </a:r>
            <a:r>
              <a:rPr lang="ko-KR" altLang="en-US" sz="1000">
                <a:solidFill>
                  <a:srgbClr val="00B050"/>
                </a:solidFill>
              </a:rPr>
              <a:t>번 포트에 </a:t>
            </a:r>
            <a:r>
              <a:rPr lang="en-US" altLang="ko-KR" sz="1000">
                <a:solidFill>
                  <a:srgbClr val="00B050"/>
                </a:solidFill>
              </a:rPr>
              <a:t>bind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psocket-&gt;start( { net::ip::address_v4::any(), 22500 } );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E5C8EA-10B4-4DF2-8E2B-BB012323366D}"/>
              </a:ext>
            </a:extLst>
          </p:cNvPr>
          <p:cNvSpPr/>
          <p:nvPr/>
        </p:nvSpPr>
        <p:spPr>
          <a:xfrm>
            <a:off x="1761271" y="2838515"/>
            <a:ext cx="8962098" cy="2145954"/>
          </a:xfrm>
          <a:custGeom>
            <a:avLst/>
            <a:gdLst>
              <a:gd name="connsiteX0" fmla="*/ 0 w 8962098"/>
              <a:gd name="connsiteY0" fmla="*/ 0 h 2145954"/>
              <a:gd name="connsiteX1" fmla="*/ 868634 w 8962098"/>
              <a:gd name="connsiteY1" fmla="*/ 0 h 2145954"/>
              <a:gd name="connsiteX2" fmla="*/ 1468405 w 8962098"/>
              <a:gd name="connsiteY2" fmla="*/ 0 h 2145954"/>
              <a:gd name="connsiteX3" fmla="*/ 1888935 w 8962098"/>
              <a:gd name="connsiteY3" fmla="*/ 0 h 2145954"/>
              <a:gd name="connsiteX4" fmla="*/ 2488706 w 8962098"/>
              <a:gd name="connsiteY4" fmla="*/ 0 h 2145954"/>
              <a:gd name="connsiteX5" fmla="*/ 3088477 w 8962098"/>
              <a:gd name="connsiteY5" fmla="*/ 0 h 2145954"/>
              <a:gd name="connsiteX6" fmla="*/ 3867490 w 8962098"/>
              <a:gd name="connsiteY6" fmla="*/ 0 h 2145954"/>
              <a:gd name="connsiteX7" fmla="*/ 4288019 w 8962098"/>
              <a:gd name="connsiteY7" fmla="*/ 0 h 2145954"/>
              <a:gd name="connsiteX8" fmla="*/ 4977411 w 8962098"/>
              <a:gd name="connsiteY8" fmla="*/ 0 h 2145954"/>
              <a:gd name="connsiteX9" fmla="*/ 5487562 w 8962098"/>
              <a:gd name="connsiteY9" fmla="*/ 0 h 2145954"/>
              <a:gd name="connsiteX10" fmla="*/ 5908091 w 8962098"/>
              <a:gd name="connsiteY10" fmla="*/ 0 h 2145954"/>
              <a:gd name="connsiteX11" fmla="*/ 6776725 w 8962098"/>
              <a:gd name="connsiteY11" fmla="*/ 0 h 2145954"/>
              <a:gd name="connsiteX12" fmla="*/ 7376496 w 8962098"/>
              <a:gd name="connsiteY12" fmla="*/ 0 h 2145954"/>
              <a:gd name="connsiteX13" fmla="*/ 8155509 w 8962098"/>
              <a:gd name="connsiteY13" fmla="*/ 0 h 2145954"/>
              <a:gd name="connsiteX14" fmla="*/ 8962098 w 8962098"/>
              <a:gd name="connsiteY14" fmla="*/ 0 h 2145954"/>
              <a:gd name="connsiteX15" fmla="*/ 8962098 w 8962098"/>
              <a:gd name="connsiteY15" fmla="*/ 493569 h 2145954"/>
              <a:gd name="connsiteX16" fmla="*/ 8962098 w 8962098"/>
              <a:gd name="connsiteY16" fmla="*/ 1008598 h 2145954"/>
              <a:gd name="connsiteX17" fmla="*/ 8962098 w 8962098"/>
              <a:gd name="connsiteY17" fmla="*/ 1502168 h 2145954"/>
              <a:gd name="connsiteX18" fmla="*/ 8962098 w 8962098"/>
              <a:gd name="connsiteY18" fmla="*/ 2145954 h 2145954"/>
              <a:gd name="connsiteX19" fmla="*/ 8362327 w 8962098"/>
              <a:gd name="connsiteY19" fmla="*/ 2145954 h 2145954"/>
              <a:gd name="connsiteX20" fmla="*/ 7762556 w 8962098"/>
              <a:gd name="connsiteY20" fmla="*/ 2145954 h 2145954"/>
              <a:gd name="connsiteX21" fmla="*/ 6983543 w 8962098"/>
              <a:gd name="connsiteY21" fmla="*/ 2145954 h 2145954"/>
              <a:gd name="connsiteX22" fmla="*/ 6383771 w 8962098"/>
              <a:gd name="connsiteY22" fmla="*/ 2145954 h 2145954"/>
              <a:gd name="connsiteX23" fmla="*/ 5604758 w 8962098"/>
              <a:gd name="connsiteY23" fmla="*/ 2145954 h 2145954"/>
              <a:gd name="connsiteX24" fmla="*/ 5094608 w 8962098"/>
              <a:gd name="connsiteY24" fmla="*/ 2145954 h 2145954"/>
              <a:gd name="connsiteX25" fmla="*/ 4584458 w 8962098"/>
              <a:gd name="connsiteY25" fmla="*/ 2145954 h 2145954"/>
              <a:gd name="connsiteX26" fmla="*/ 3805445 w 8962098"/>
              <a:gd name="connsiteY26" fmla="*/ 2145954 h 2145954"/>
              <a:gd name="connsiteX27" fmla="*/ 3205674 w 8962098"/>
              <a:gd name="connsiteY27" fmla="*/ 2145954 h 2145954"/>
              <a:gd name="connsiteX28" fmla="*/ 2516281 w 8962098"/>
              <a:gd name="connsiteY28" fmla="*/ 2145954 h 2145954"/>
              <a:gd name="connsiteX29" fmla="*/ 1916510 w 8962098"/>
              <a:gd name="connsiteY29" fmla="*/ 2145954 h 2145954"/>
              <a:gd name="connsiteX30" fmla="*/ 1495981 w 8962098"/>
              <a:gd name="connsiteY30" fmla="*/ 2145954 h 2145954"/>
              <a:gd name="connsiteX31" fmla="*/ 627347 w 8962098"/>
              <a:gd name="connsiteY31" fmla="*/ 2145954 h 2145954"/>
              <a:gd name="connsiteX32" fmla="*/ 0 w 8962098"/>
              <a:gd name="connsiteY32" fmla="*/ 2145954 h 2145954"/>
              <a:gd name="connsiteX33" fmla="*/ 0 w 8962098"/>
              <a:gd name="connsiteY33" fmla="*/ 1566546 h 2145954"/>
              <a:gd name="connsiteX34" fmla="*/ 0 w 8962098"/>
              <a:gd name="connsiteY34" fmla="*/ 987139 h 2145954"/>
              <a:gd name="connsiteX35" fmla="*/ 0 w 8962098"/>
              <a:gd name="connsiteY35" fmla="*/ 0 h 2145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145954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49684" y="106137"/>
                  <a:pt x="8954947" y="249194"/>
                  <a:pt x="8962098" y="493569"/>
                </a:cubicBezTo>
                <a:cubicBezTo>
                  <a:pt x="8969249" y="737944"/>
                  <a:pt x="8941949" y="796550"/>
                  <a:pt x="8962098" y="1008598"/>
                </a:cubicBezTo>
                <a:cubicBezTo>
                  <a:pt x="8982247" y="1220646"/>
                  <a:pt x="8969096" y="1393914"/>
                  <a:pt x="8962098" y="1502168"/>
                </a:cubicBezTo>
                <a:cubicBezTo>
                  <a:pt x="8955101" y="1610422"/>
                  <a:pt x="8993966" y="1995517"/>
                  <a:pt x="8962098" y="2145954"/>
                </a:cubicBezTo>
                <a:cubicBezTo>
                  <a:pt x="8687274" y="2159163"/>
                  <a:pt x="8494791" y="2144521"/>
                  <a:pt x="8362327" y="2145954"/>
                </a:cubicBezTo>
                <a:cubicBezTo>
                  <a:pt x="8229863" y="2147387"/>
                  <a:pt x="7913777" y="2137336"/>
                  <a:pt x="7762556" y="2145954"/>
                </a:cubicBezTo>
                <a:cubicBezTo>
                  <a:pt x="7611335" y="2154572"/>
                  <a:pt x="7339701" y="2161621"/>
                  <a:pt x="6983543" y="2145954"/>
                </a:cubicBezTo>
                <a:cubicBezTo>
                  <a:pt x="6627385" y="2130287"/>
                  <a:pt x="6543892" y="2116256"/>
                  <a:pt x="6383771" y="2145954"/>
                </a:cubicBezTo>
                <a:cubicBezTo>
                  <a:pt x="6223650" y="2175652"/>
                  <a:pt x="5764514" y="2126665"/>
                  <a:pt x="5604758" y="2145954"/>
                </a:cubicBezTo>
                <a:cubicBezTo>
                  <a:pt x="5445002" y="2165243"/>
                  <a:pt x="5345731" y="2169959"/>
                  <a:pt x="5094608" y="2145954"/>
                </a:cubicBezTo>
                <a:cubicBezTo>
                  <a:pt x="4843485" y="2121950"/>
                  <a:pt x="4833978" y="2156467"/>
                  <a:pt x="4584458" y="2145954"/>
                </a:cubicBezTo>
                <a:cubicBezTo>
                  <a:pt x="4334938" y="2135442"/>
                  <a:pt x="3996796" y="2113498"/>
                  <a:pt x="3805445" y="2145954"/>
                </a:cubicBezTo>
                <a:cubicBezTo>
                  <a:pt x="3614094" y="2178410"/>
                  <a:pt x="3362298" y="2139068"/>
                  <a:pt x="3205674" y="2145954"/>
                </a:cubicBezTo>
                <a:cubicBezTo>
                  <a:pt x="3049050" y="2152840"/>
                  <a:pt x="2714112" y="2129110"/>
                  <a:pt x="2516281" y="2145954"/>
                </a:cubicBezTo>
                <a:cubicBezTo>
                  <a:pt x="2318450" y="2162798"/>
                  <a:pt x="2190500" y="2143681"/>
                  <a:pt x="1916510" y="2145954"/>
                </a:cubicBezTo>
                <a:cubicBezTo>
                  <a:pt x="1642520" y="2148227"/>
                  <a:pt x="1631050" y="2136431"/>
                  <a:pt x="1495981" y="2145954"/>
                </a:cubicBezTo>
                <a:cubicBezTo>
                  <a:pt x="1360912" y="2155477"/>
                  <a:pt x="904943" y="2138630"/>
                  <a:pt x="627347" y="2145954"/>
                </a:cubicBezTo>
                <a:cubicBezTo>
                  <a:pt x="349751" y="2153278"/>
                  <a:pt x="215136" y="2144725"/>
                  <a:pt x="0" y="2145954"/>
                </a:cubicBezTo>
                <a:cubicBezTo>
                  <a:pt x="-2178" y="1858579"/>
                  <a:pt x="-10996" y="1843021"/>
                  <a:pt x="0" y="1566546"/>
                </a:cubicBezTo>
                <a:cubicBezTo>
                  <a:pt x="10996" y="1290071"/>
                  <a:pt x="28791" y="1187738"/>
                  <a:pt x="0" y="987139"/>
                </a:cubicBezTo>
                <a:cubicBezTo>
                  <a:pt x="-28791" y="786540"/>
                  <a:pt x="16996" y="369030"/>
                  <a:pt x="0" y="0"/>
                </a:cubicBezTo>
                <a:close/>
              </a:path>
              <a:path w="8962098" h="2145954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852" y="182233"/>
                  <a:pt x="8968743" y="337701"/>
                  <a:pt x="8962098" y="579408"/>
                </a:cubicBezTo>
                <a:cubicBezTo>
                  <a:pt x="8955453" y="821115"/>
                  <a:pt x="8978853" y="968108"/>
                  <a:pt x="8962098" y="1137356"/>
                </a:cubicBezTo>
                <a:cubicBezTo>
                  <a:pt x="8945343" y="1306604"/>
                  <a:pt x="8954629" y="1533256"/>
                  <a:pt x="8962098" y="1673844"/>
                </a:cubicBezTo>
                <a:cubicBezTo>
                  <a:pt x="8969567" y="1814432"/>
                  <a:pt x="8971649" y="1932331"/>
                  <a:pt x="8962098" y="2145954"/>
                </a:cubicBezTo>
                <a:cubicBezTo>
                  <a:pt x="8798611" y="2154590"/>
                  <a:pt x="8595103" y="2142198"/>
                  <a:pt x="8451948" y="2145954"/>
                </a:cubicBezTo>
                <a:cubicBezTo>
                  <a:pt x="8308793" y="2149711"/>
                  <a:pt x="7904099" y="2103693"/>
                  <a:pt x="7583314" y="2145954"/>
                </a:cubicBezTo>
                <a:cubicBezTo>
                  <a:pt x="7262529" y="2188215"/>
                  <a:pt x="7199930" y="2179783"/>
                  <a:pt x="6893922" y="2145954"/>
                </a:cubicBezTo>
                <a:cubicBezTo>
                  <a:pt x="6587914" y="2112125"/>
                  <a:pt x="6441786" y="2162308"/>
                  <a:pt x="6114908" y="2145954"/>
                </a:cubicBezTo>
                <a:cubicBezTo>
                  <a:pt x="5788030" y="2129600"/>
                  <a:pt x="5709265" y="2141613"/>
                  <a:pt x="5335895" y="2145954"/>
                </a:cubicBezTo>
                <a:cubicBezTo>
                  <a:pt x="4962525" y="2150295"/>
                  <a:pt x="4965753" y="2122888"/>
                  <a:pt x="4736124" y="2145954"/>
                </a:cubicBezTo>
                <a:cubicBezTo>
                  <a:pt x="4506495" y="2169020"/>
                  <a:pt x="4386838" y="2131025"/>
                  <a:pt x="4225974" y="2145954"/>
                </a:cubicBezTo>
                <a:cubicBezTo>
                  <a:pt x="4065110" y="2160884"/>
                  <a:pt x="3752473" y="2110480"/>
                  <a:pt x="3357340" y="2145954"/>
                </a:cubicBezTo>
                <a:cubicBezTo>
                  <a:pt x="2962207" y="2181428"/>
                  <a:pt x="3011953" y="2131501"/>
                  <a:pt x="2667948" y="2145954"/>
                </a:cubicBezTo>
                <a:cubicBezTo>
                  <a:pt x="2323943" y="2160407"/>
                  <a:pt x="2047871" y="2132767"/>
                  <a:pt x="1799314" y="2145954"/>
                </a:cubicBezTo>
                <a:cubicBezTo>
                  <a:pt x="1550757" y="2159141"/>
                  <a:pt x="1180727" y="2137229"/>
                  <a:pt x="1020300" y="2145954"/>
                </a:cubicBezTo>
                <a:cubicBezTo>
                  <a:pt x="859873" y="2154679"/>
                  <a:pt x="498026" y="2196000"/>
                  <a:pt x="0" y="2145954"/>
                </a:cubicBezTo>
                <a:cubicBezTo>
                  <a:pt x="-10727" y="2033207"/>
                  <a:pt x="4202" y="1799610"/>
                  <a:pt x="0" y="1609466"/>
                </a:cubicBezTo>
                <a:cubicBezTo>
                  <a:pt x="-4202" y="1419322"/>
                  <a:pt x="14697" y="1364046"/>
                  <a:pt x="0" y="1137356"/>
                </a:cubicBezTo>
                <a:cubicBezTo>
                  <a:pt x="-14697" y="910666"/>
                  <a:pt x="-2616" y="855629"/>
                  <a:pt x="0" y="643786"/>
                </a:cubicBezTo>
                <a:cubicBezTo>
                  <a:pt x="2616" y="431943"/>
                  <a:pt x="-23168" y="25883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2) udp socket</a:t>
            </a:r>
            <a:r>
              <a:rPr lang="ko-KR" altLang="en-US" sz="1000">
                <a:solidFill>
                  <a:srgbClr val="00B050"/>
                </a:solidFill>
              </a:rPr>
              <a:t>을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psocket = make_own&lt;socket_udp&gt;();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3) </a:t>
            </a:r>
            <a:r>
              <a:rPr lang="ko-KR" altLang="en-US" sz="1000">
                <a:solidFill>
                  <a:srgbClr val="00B050"/>
                </a:solidFill>
              </a:rPr>
              <a:t>임의 포트에 </a:t>
            </a:r>
            <a:r>
              <a:rPr lang="en-US" altLang="ko-KR" sz="1000">
                <a:solidFill>
                  <a:srgbClr val="00B050"/>
                </a:solidFill>
              </a:rPr>
              <a:t>bind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psocket-&gt;start(net::ip::udp::v4() );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4) send udp message</a:t>
            </a:r>
          </a:p>
          <a:p>
            <a:r>
              <a:rPr lang="en-US" altLang="ko-KR" sz="1000"/>
              <a:t>psocket-&gt;</a:t>
            </a:r>
            <a:r>
              <a:rPr lang="en-US" altLang="ko-KR" sz="1000" b="1"/>
              <a:t>send_to</a:t>
            </a:r>
            <a:r>
              <a:rPr lang="en-US" altLang="ko-KR" sz="1000"/>
              <a:t>(make_shared_buffer(std::string_view("test udp string")), { net::ip::make_address_v4({127,0,0,1}), 22500 });</a:t>
            </a:r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CA5ACB-013E-406F-B212-2DB21BE17195}"/>
              </a:ext>
            </a:extLst>
          </p:cNvPr>
          <p:cNvSpPr/>
          <p:nvPr/>
        </p:nvSpPr>
        <p:spPr>
          <a:xfrm>
            <a:off x="1614252" y="2510933"/>
            <a:ext cx="6276077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시작시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bind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주소를 전달해 주지 않으면 임의의 주소와 포트로 할당해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bind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C0727EB-E55B-406C-9C5F-CFD48F3A3D01}"/>
              </a:ext>
            </a:extLst>
          </p:cNvPr>
          <p:cNvCxnSpPr/>
          <p:nvPr/>
        </p:nvCxnSpPr>
        <p:spPr>
          <a:xfrm>
            <a:off x="6434051" y="4164588"/>
            <a:ext cx="2518756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1DE052-52D7-4871-ADF8-503DADAA39D9}"/>
              </a:ext>
            </a:extLst>
          </p:cNvPr>
          <p:cNvSpPr/>
          <p:nvPr/>
        </p:nvSpPr>
        <p:spPr>
          <a:xfrm>
            <a:off x="6553441" y="4193665"/>
            <a:ext cx="35049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전송할 주소</a:t>
            </a:r>
            <a:b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는 전송때 마다 전송할 주소를 전달해 주어야 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60EAF2D-8501-4439-8BB1-18B662BA2A01}"/>
              </a:ext>
            </a:extLst>
          </p:cNvPr>
          <p:cNvCxnSpPr/>
          <p:nvPr/>
        </p:nvCxnSpPr>
        <p:spPr>
          <a:xfrm>
            <a:off x="3788879" y="4165214"/>
            <a:ext cx="2518756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48B442-66CE-42A6-9E9B-1463DE8801F6}"/>
              </a:ext>
            </a:extLst>
          </p:cNvPr>
          <p:cNvSpPr/>
          <p:nvPr/>
        </p:nvSpPr>
        <p:spPr>
          <a:xfrm>
            <a:off x="4641067" y="4491217"/>
            <a:ext cx="39682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전송할 버퍼</a:t>
            </a:r>
            <a:b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UDP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는 데이터그램 서비스라 전송한 버퍼 그대로 전달된다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71A69B8-ECD1-4EC1-963B-5C086F40C46E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4183097" y="4248690"/>
            <a:ext cx="542073" cy="373867"/>
          </a:xfrm>
          <a:prstGeom prst="bentConnector2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30DC6D-4AFE-4549-8B03-445DE2845881}"/>
              </a:ext>
            </a:extLst>
          </p:cNvPr>
          <p:cNvSpPr/>
          <p:nvPr/>
        </p:nvSpPr>
        <p:spPr>
          <a:xfrm>
            <a:off x="1619168" y="5072242"/>
            <a:ext cx="9992729" cy="603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UDP server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는 반드시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bind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할 주소와 포트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최소한 포트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를 설정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그래야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전송할 주소를 명시할 수 있기 때문이다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UDP client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는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bind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할 주소와 포트를 반드시 줄지 않고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해도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6610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834</Words>
  <Application>Microsoft Office PowerPoint</Application>
  <PresentationFormat>와이드스크린</PresentationFormat>
  <Paragraphs>75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192</cp:revision>
  <dcterms:created xsi:type="dcterms:W3CDTF">2019-08-08T18:29:33Z</dcterms:created>
  <dcterms:modified xsi:type="dcterms:W3CDTF">2020-01-24T10:11:38Z</dcterms:modified>
</cp:coreProperties>
</file>