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70" r:id="rId4"/>
    <p:sldId id="269" r:id="rId5"/>
    <p:sldId id="271" r:id="rId6"/>
    <p:sldId id="266" r:id="rId7"/>
    <p:sldId id="272" r:id="rId8"/>
    <p:sldId id="261" r:id="rId9"/>
    <p:sldId id="262" r:id="rId10"/>
    <p:sldId id="267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750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100C2E4-ECAB-4A25-97DE-F1822C12C67F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5671126"/>
            <a:ext cx="44800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/>
              <a:t>CGD::</a:t>
            </a:r>
            <a:r>
              <a:rPr lang="en-US" altLang="ko-KR" sz="1400" dirty="0" err="1"/>
              <a:t>object_ptr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Ireferenceable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</a:t>
            </a:r>
            <a:endParaRPr lang="en-US" altLang="ko-KR" sz="1400" dirty="0"/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/>
              <a:t>CGD::</a:t>
            </a:r>
            <a:r>
              <a:rPr lang="en-US" altLang="ko-KR" sz="1400" dirty="0" err="1"/>
              <a:t>own_ptr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Idestroyable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ko-KR" altLang="en-US" sz="1400" dirty="0"/>
              <a:t>객체 풀</a:t>
            </a:r>
            <a:r>
              <a:rPr lang="en-US" altLang="ko-KR" sz="1400" dirty="0"/>
              <a:t>(object</a:t>
            </a:r>
            <a:r>
              <a:rPr lang="ko-KR" altLang="en-US" sz="1400" dirty="0"/>
              <a:t> </a:t>
            </a:r>
            <a:r>
              <a:rPr lang="en-US" altLang="ko-KR" sz="1400" dirty="0"/>
              <a:t>pool)</a:t>
            </a:r>
            <a:endParaRPr lang="ko-KR" altLang="en-US" sz="14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0" y="347663"/>
            <a:ext cx="8260545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 err="1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 err="1"/>
              <a:t>SOCKET.TCP..configure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BE7EAE-F6DA-40E5-9936-7D7473E75902}"/>
              </a:ext>
            </a:extLst>
          </p:cNvPr>
          <p:cNvSpPr txBox="1"/>
          <p:nvPr/>
        </p:nvSpPr>
        <p:spPr>
          <a:xfrm>
            <a:off x="1416049" y="578901"/>
            <a:ext cx="9783173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객체의 시작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listen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하거나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client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접속을 시도할 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사용하고 이때 필요한 정보는 인자로 넘기게 된다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A9CD86-941F-446D-AB7E-1C268759AB96}"/>
              </a:ext>
            </a:extLst>
          </p:cNvPr>
          <p:cNvSpPr/>
          <p:nvPr/>
        </p:nvSpPr>
        <p:spPr>
          <a:xfrm>
            <a:off x="1761271" y="1265769"/>
            <a:ext cx="8962098" cy="759748"/>
          </a:xfrm>
          <a:custGeom>
            <a:avLst/>
            <a:gdLst>
              <a:gd name="connsiteX0" fmla="*/ 0 w 8962098"/>
              <a:gd name="connsiteY0" fmla="*/ 0 h 759748"/>
              <a:gd name="connsiteX1" fmla="*/ 420529 w 8962098"/>
              <a:gd name="connsiteY1" fmla="*/ 0 h 759748"/>
              <a:gd name="connsiteX2" fmla="*/ 1199542 w 8962098"/>
              <a:gd name="connsiteY2" fmla="*/ 0 h 759748"/>
              <a:gd name="connsiteX3" fmla="*/ 1620072 w 8962098"/>
              <a:gd name="connsiteY3" fmla="*/ 0 h 759748"/>
              <a:gd name="connsiteX4" fmla="*/ 2040601 w 8962098"/>
              <a:gd name="connsiteY4" fmla="*/ 0 h 759748"/>
              <a:gd name="connsiteX5" fmla="*/ 2550751 w 8962098"/>
              <a:gd name="connsiteY5" fmla="*/ 0 h 759748"/>
              <a:gd name="connsiteX6" fmla="*/ 3150522 w 8962098"/>
              <a:gd name="connsiteY6" fmla="*/ 0 h 759748"/>
              <a:gd name="connsiteX7" fmla="*/ 3571051 w 8962098"/>
              <a:gd name="connsiteY7" fmla="*/ 0 h 759748"/>
              <a:gd name="connsiteX8" fmla="*/ 4170823 w 8962098"/>
              <a:gd name="connsiteY8" fmla="*/ 0 h 759748"/>
              <a:gd name="connsiteX9" fmla="*/ 4770594 w 8962098"/>
              <a:gd name="connsiteY9" fmla="*/ 0 h 759748"/>
              <a:gd name="connsiteX10" fmla="*/ 5549607 w 8962098"/>
              <a:gd name="connsiteY10" fmla="*/ 0 h 759748"/>
              <a:gd name="connsiteX11" fmla="*/ 5970136 w 8962098"/>
              <a:gd name="connsiteY11" fmla="*/ 0 h 759748"/>
              <a:gd name="connsiteX12" fmla="*/ 6659528 w 8962098"/>
              <a:gd name="connsiteY12" fmla="*/ 0 h 759748"/>
              <a:gd name="connsiteX13" fmla="*/ 7169678 w 8962098"/>
              <a:gd name="connsiteY13" fmla="*/ 0 h 759748"/>
              <a:gd name="connsiteX14" fmla="*/ 7590208 w 8962098"/>
              <a:gd name="connsiteY14" fmla="*/ 0 h 759748"/>
              <a:gd name="connsiteX15" fmla="*/ 8962098 w 8962098"/>
              <a:gd name="connsiteY15" fmla="*/ 0 h 759748"/>
              <a:gd name="connsiteX16" fmla="*/ 8962098 w 8962098"/>
              <a:gd name="connsiteY16" fmla="*/ 372277 h 759748"/>
              <a:gd name="connsiteX17" fmla="*/ 8962098 w 8962098"/>
              <a:gd name="connsiteY17" fmla="*/ 759748 h 759748"/>
              <a:gd name="connsiteX18" fmla="*/ 8541569 w 8962098"/>
              <a:gd name="connsiteY18" fmla="*/ 759748 h 759748"/>
              <a:gd name="connsiteX19" fmla="*/ 7672935 w 8962098"/>
              <a:gd name="connsiteY19" fmla="*/ 759748 h 759748"/>
              <a:gd name="connsiteX20" fmla="*/ 7252405 w 8962098"/>
              <a:gd name="connsiteY20" fmla="*/ 759748 h 759748"/>
              <a:gd name="connsiteX21" fmla="*/ 6473392 w 8962098"/>
              <a:gd name="connsiteY21" fmla="*/ 759748 h 759748"/>
              <a:gd name="connsiteX22" fmla="*/ 5784000 w 8962098"/>
              <a:gd name="connsiteY22" fmla="*/ 759748 h 759748"/>
              <a:gd name="connsiteX23" fmla="*/ 5094608 w 8962098"/>
              <a:gd name="connsiteY23" fmla="*/ 759748 h 759748"/>
              <a:gd name="connsiteX24" fmla="*/ 4494837 w 8962098"/>
              <a:gd name="connsiteY24" fmla="*/ 759748 h 759748"/>
              <a:gd name="connsiteX25" fmla="*/ 3715824 w 8962098"/>
              <a:gd name="connsiteY25" fmla="*/ 759748 h 759748"/>
              <a:gd name="connsiteX26" fmla="*/ 3116053 w 8962098"/>
              <a:gd name="connsiteY26" fmla="*/ 759748 h 759748"/>
              <a:gd name="connsiteX27" fmla="*/ 2337039 w 8962098"/>
              <a:gd name="connsiteY27" fmla="*/ 759748 h 759748"/>
              <a:gd name="connsiteX28" fmla="*/ 1826889 w 8962098"/>
              <a:gd name="connsiteY28" fmla="*/ 759748 h 759748"/>
              <a:gd name="connsiteX29" fmla="*/ 1316739 w 8962098"/>
              <a:gd name="connsiteY29" fmla="*/ 759748 h 759748"/>
              <a:gd name="connsiteX30" fmla="*/ 0 w 8962098"/>
              <a:gd name="connsiteY30" fmla="*/ 759748 h 759748"/>
              <a:gd name="connsiteX31" fmla="*/ 0 w 8962098"/>
              <a:gd name="connsiteY31" fmla="*/ 387471 h 759748"/>
              <a:gd name="connsiteX32" fmla="*/ 0 w 8962098"/>
              <a:gd name="connsiteY32" fmla="*/ 0 h 75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759748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4481" y="92309"/>
                  <a:pt x="8963721" y="266202"/>
                  <a:pt x="8962098" y="372277"/>
                </a:cubicBezTo>
                <a:cubicBezTo>
                  <a:pt x="8960475" y="478352"/>
                  <a:pt x="8946078" y="628987"/>
                  <a:pt x="8962098" y="759748"/>
                </a:cubicBezTo>
                <a:cubicBezTo>
                  <a:pt x="8773150" y="745415"/>
                  <a:pt x="8713881" y="739434"/>
                  <a:pt x="8541569" y="759748"/>
                </a:cubicBezTo>
                <a:cubicBezTo>
                  <a:pt x="8369257" y="780062"/>
                  <a:pt x="7946817" y="789156"/>
                  <a:pt x="7672935" y="759748"/>
                </a:cubicBezTo>
                <a:cubicBezTo>
                  <a:pt x="7399053" y="730340"/>
                  <a:pt x="7433511" y="749276"/>
                  <a:pt x="7252405" y="759748"/>
                </a:cubicBezTo>
                <a:cubicBezTo>
                  <a:pt x="7071299" y="770221"/>
                  <a:pt x="6730593" y="771962"/>
                  <a:pt x="6473392" y="759748"/>
                </a:cubicBezTo>
                <a:cubicBezTo>
                  <a:pt x="6216191" y="747534"/>
                  <a:pt x="5928123" y="726064"/>
                  <a:pt x="5784000" y="759748"/>
                </a:cubicBezTo>
                <a:cubicBezTo>
                  <a:pt x="5639877" y="793432"/>
                  <a:pt x="5290102" y="754714"/>
                  <a:pt x="5094608" y="759748"/>
                </a:cubicBezTo>
                <a:cubicBezTo>
                  <a:pt x="4899114" y="764782"/>
                  <a:pt x="4646058" y="751130"/>
                  <a:pt x="4494837" y="759748"/>
                </a:cubicBezTo>
                <a:cubicBezTo>
                  <a:pt x="4343616" y="768366"/>
                  <a:pt x="4071982" y="775415"/>
                  <a:pt x="3715824" y="759748"/>
                </a:cubicBezTo>
                <a:cubicBezTo>
                  <a:pt x="3359666" y="744081"/>
                  <a:pt x="3269812" y="788613"/>
                  <a:pt x="3116053" y="759748"/>
                </a:cubicBezTo>
                <a:cubicBezTo>
                  <a:pt x="2962294" y="730883"/>
                  <a:pt x="2501003" y="744127"/>
                  <a:pt x="2337039" y="759748"/>
                </a:cubicBezTo>
                <a:cubicBezTo>
                  <a:pt x="2173075" y="775369"/>
                  <a:pt x="2078012" y="783753"/>
                  <a:pt x="1826889" y="759748"/>
                </a:cubicBezTo>
                <a:cubicBezTo>
                  <a:pt x="1575766" y="735744"/>
                  <a:pt x="1566259" y="770261"/>
                  <a:pt x="1316739" y="759748"/>
                </a:cubicBezTo>
                <a:cubicBezTo>
                  <a:pt x="1067219" y="749236"/>
                  <a:pt x="586745" y="788580"/>
                  <a:pt x="0" y="759748"/>
                </a:cubicBezTo>
                <a:cubicBezTo>
                  <a:pt x="8364" y="614389"/>
                  <a:pt x="-14054" y="529576"/>
                  <a:pt x="0" y="387471"/>
                </a:cubicBezTo>
                <a:cubicBezTo>
                  <a:pt x="14054" y="245366"/>
                  <a:pt x="2569" y="142050"/>
                  <a:pt x="0" y="0"/>
                </a:cubicBezTo>
                <a:close/>
              </a:path>
              <a:path w="8962098" h="75974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56263" y="193270"/>
                  <a:pt x="8966967" y="237645"/>
                  <a:pt x="8962098" y="395069"/>
                </a:cubicBezTo>
                <a:cubicBezTo>
                  <a:pt x="8957229" y="552493"/>
                  <a:pt x="8953517" y="606619"/>
                  <a:pt x="8962098" y="759748"/>
                </a:cubicBezTo>
                <a:cubicBezTo>
                  <a:pt x="8742154" y="735094"/>
                  <a:pt x="8448095" y="738152"/>
                  <a:pt x="8272706" y="759748"/>
                </a:cubicBezTo>
                <a:cubicBezTo>
                  <a:pt x="8097317" y="781344"/>
                  <a:pt x="7820885" y="764209"/>
                  <a:pt x="7583314" y="759748"/>
                </a:cubicBezTo>
                <a:cubicBezTo>
                  <a:pt x="7345743" y="755287"/>
                  <a:pt x="7187503" y="744851"/>
                  <a:pt x="6893922" y="759748"/>
                </a:cubicBezTo>
                <a:cubicBezTo>
                  <a:pt x="6600341" y="774645"/>
                  <a:pt x="6348884" y="719593"/>
                  <a:pt x="6025287" y="759748"/>
                </a:cubicBezTo>
                <a:cubicBezTo>
                  <a:pt x="5701690" y="799903"/>
                  <a:pt x="5641903" y="793577"/>
                  <a:pt x="5335895" y="759748"/>
                </a:cubicBezTo>
                <a:cubicBezTo>
                  <a:pt x="5029887" y="725919"/>
                  <a:pt x="4881389" y="771213"/>
                  <a:pt x="4556882" y="759748"/>
                </a:cubicBezTo>
                <a:cubicBezTo>
                  <a:pt x="4232375" y="748283"/>
                  <a:pt x="4151239" y="755407"/>
                  <a:pt x="3777869" y="759748"/>
                </a:cubicBezTo>
                <a:cubicBezTo>
                  <a:pt x="3404499" y="764089"/>
                  <a:pt x="3407727" y="736682"/>
                  <a:pt x="3178098" y="759748"/>
                </a:cubicBezTo>
                <a:cubicBezTo>
                  <a:pt x="2948469" y="782814"/>
                  <a:pt x="2828812" y="744819"/>
                  <a:pt x="2667948" y="759748"/>
                </a:cubicBezTo>
                <a:cubicBezTo>
                  <a:pt x="2507084" y="774678"/>
                  <a:pt x="2194447" y="724274"/>
                  <a:pt x="1799314" y="759748"/>
                </a:cubicBezTo>
                <a:cubicBezTo>
                  <a:pt x="1404181" y="795222"/>
                  <a:pt x="1251049" y="747729"/>
                  <a:pt x="1109921" y="759748"/>
                </a:cubicBezTo>
                <a:cubicBezTo>
                  <a:pt x="968793" y="771767"/>
                  <a:pt x="382880" y="748352"/>
                  <a:pt x="0" y="759748"/>
                </a:cubicBezTo>
                <a:cubicBezTo>
                  <a:pt x="6762" y="591799"/>
                  <a:pt x="5355" y="554017"/>
                  <a:pt x="0" y="372277"/>
                </a:cubicBezTo>
                <a:cubicBezTo>
                  <a:pt x="-5355" y="190537"/>
                  <a:pt x="-8473" y="14773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pacceptor = make_own&lt;</a:t>
            </a:r>
            <a:r>
              <a:rPr lang="en-US" altLang="ko-KR" sz="1000" b="1"/>
              <a:t>net::acceptor&lt;socket_tcp&gt;</a:t>
            </a:r>
            <a:r>
              <a:rPr lang="en-US" altLang="ko-KR" sz="1000"/>
              <a:t>&gt;();</a:t>
            </a:r>
          </a:p>
          <a:p>
            <a:br>
              <a:rPr lang="en-US" altLang="ko-KR" sz="1000"/>
            </a:br>
            <a:r>
              <a:rPr lang="en-US" altLang="ko-KR" sz="1000"/>
              <a:t>pacceptor-&gt;start</a:t>
            </a:r>
            <a:r>
              <a:rPr lang="en-US" altLang="ko-KR" sz="1000" b="1"/>
              <a:t>( {net::ip::tcp::v4(), 20000} );</a:t>
            </a:r>
            <a:r>
              <a:rPr lang="en-US" altLang="ko-KR" sz="1000">
                <a:solidFill>
                  <a:srgbClr val="00B050"/>
                </a:solidFill>
              </a:rPr>
              <a:t>	// acceptor</a:t>
            </a:r>
            <a:r>
              <a:rPr lang="ko-KR" altLang="en-US" sz="1000">
                <a:solidFill>
                  <a:srgbClr val="00B050"/>
                </a:solidFill>
              </a:rPr>
              <a:t>를 시작할때 이런 식으로</a:t>
            </a:r>
            <a:r>
              <a:rPr lang="en-US" altLang="ko-KR" sz="1000">
                <a:solidFill>
                  <a:srgbClr val="00B050"/>
                </a:solidFill>
              </a:rPr>
              <a:t> start </a:t>
            </a:r>
            <a:r>
              <a:rPr lang="ko-KR" altLang="en-US" sz="1000">
                <a:solidFill>
                  <a:srgbClr val="00B050"/>
                </a:solidFill>
              </a:rPr>
              <a:t>할때 인자로 넘긴다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6F72C3-1DAA-4450-9E95-53E2738156D7}"/>
              </a:ext>
            </a:extLst>
          </p:cNvPr>
          <p:cNvSpPr/>
          <p:nvPr/>
        </p:nvSpPr>
        <p:spPr>
          <a:xfrm>
            <a:off x="1761271" y="2074101"/>
            <a:ext cx="8962098" cy="1222624"/>
          </a:xfrm>
          <a:custGeom>
            <a:avLst/>
            <a:gdLst>
              <a:gd name="connsiteX0" fmla="*/ 0 w 8962098"/>
              <a:gd name="connsiteY0" fmla="*/ 0 h 1222624"/>
              <a:gd name="connsiteX1" fmla="*/ 420529 w 8962098"/>
              <a:gd name="connsiteY1" fmla="*/ 0 h 1222624"/>
              <a:gd name="connsiteX2" fmla="*/ 1199542 w 8962098"/>
              <a:gd name="connsiteY2" fmla="*/ 0 h 1222624"/>
              <a:gd name="connsiteX3" fmla="*/ 1620072 w 8962098"/>
              <a:gd name="connsiteY3" fmla="*/ 0 h 1222624"/>
              <a:gd name="connsiteX4" fmla="*/ 2040601 w 8962098"/>
              <a:gd name="connsiteY4" fmla="*/ 0 h 1222624"/>
              <a:gd name="connsiteX5" fmla="*/ 2550751 w 8962098"/>
              <a:gd name="connsiteY5" fmla="*/ 0 h 1222624"/>
              <a:gd name="connsiteX6" fmla="*/ 3150522 w 8962098"/>
              <a:gd name="connsiteY6" fmla="*/ 0 h 1222624"/>
              <a:gd name="connsiteX7" fmla="*/ 3571051 w 8962098"/>
              <a:gd name="connsiteY7" fmla="*/ 0 h 1222624"/>
              <a:gd name="connsiteX8" fmla="*/ 4170823 w 8962098"/>
              <a:gd name="connsiteY8" fmla="*/ 0 h 1222624"/>
              <a:gd name="connsiteX9" fmla="*/ 4770594 w 8962098"/>
              <a:gd name="connsiteY9" fmla="*/ 0 h 1222624"/>
              <a:gd name="connsiteX10" fmla="*/ 5549607 w 8962098"/>
              <a:gd name="connsiteY10" fmla="*/ 0 h 1222624"/>
              <a:gd name="connsiteX11" fmla="*/ 5970136 w 8962098"/>
              <a:gd name="connsiteY11" fmla="*/ 0 h 1222624"/>
              <a:gd name="connsiteX12" fmla="*/ 6659528 w 8962098"/>
              <a:gd name="connsiteY12" fmla="*/ 0 h 1222624"/>
              <a:gd name="connsiteX13" fmla="*/ 7169678 w 8962098"/>
              <a:gd name="connsiteY13" fmla="*/ 0 h 1222624"/>
              <a:gd name="connsiteX14" fmla="*/ 7590208 w 8962098"/>
              <a:gd name="connsiteY14" fmla="*/ 0 h 1222624"/>
              <a:gd name="connsiteX15" fmla="*/ 8962098 w 8962098"/>
              <a:gd name="connsiteY15" fmla="*/ 0 h 1222624"/>
              <a:gd name="connsiteX16" fmla="*/ 8962098 w 8962098"/>
              <a:gd name="connsiteY16" fmla="*/ 599086 h 1222624"/>
              <a:gd name="connsiteX17" fmla="*/ 8962098 w 8962098"/>
              <a:gd name="connsiteY17" fmla="*/ 1222624 h 1222624"/>
              <a:gd name="connsiteX18" fmla="*/ 8541569 w 8962098"/>
              <a:gd name="connsiteY18" fmla="*/ 1222624 h 1222624"/>
              <a:gd name="connsiteX19" fmla="*/ 7672935 w 8962098"/>
              <a:gd name="connsiteY19" fmla="*/ 1222624 h 1222624"/>
              <a:gd name="connsiteX20" fmla="*/ 7252405 w 8962098"/>
              <a:gd name="connsiteY20" fmla="*/ 1222624 h 1222624"/>
              <a:gd name="connsiteX21" fmla="*/ 6473392 w 8962098"/>
              <a:gd name="connsiteY21" fmla="*/ 1222624 h 1222624"/>
              <a:gd name="connsiteX22" fmla="*/ 5784000 w 8962098"/>
              <a:gd name="connsiteY22" fmla="*/ 1222624 h 1222624"/>
              <a:gd name="connsiteX23" fmla="*/ 5094608 w 8962098"/>
              <a:gd name="connsiteY23" fmla="*/ 1222624 h 1222624"/>
              <a:gd name="connsiteX24" fmla="*/ 4494837 w 8962098"/>
              <a:gd name="connsiteY24" fmla="*/ 1222624 h 1222624"/>
              <a:gd name="connsiteX25" fmla="*/ 3715824 w 8962098"/>
              <a:gd name="connsiteY25" fmla="*/ 1222624 h 1222624"/>
              <a:gd name="connsiteX26" fmla="*/ 3116053 w 8962098"/>
              <a:gd name="connsiteY26" fmla="*/ 1222624 h 1222624"/>
              <a:gd name="connsiteX27" fmla="*/ 2337039 w 8962098"/>
              <a:gd name="connsiteY27" fmla="*/ 1222624 h 1222624"/>
              <a:gd name="connsiteX28" fmla="*/ 1826889 w 8962098"/>
              <a:gd name="connsiteY28" fmla="*/ 1222624 h 1222624"/>
              <a:gd name="connsiteX29" fmla="*/ 1316739 w 8962098"/>
              <a:gd name="connsiteY29" fmla="*/ 1222624 h 1222624"/>
              <a:gd name="connsiteX30" fmla="*/ 0 w 8962098"/>
              <a:gd name="connsiteY30" fmla="*/ 1222624 h 1222624"/>
              <a:gd name="connsiteX31" fmla="*/ 0 w 8962098"/>
              <a:gd name="connsiteY31" fmla="*/ 623538 h 1222624"/>
              <a:gd name="connsiteX32" fmla="*/ 0 w 8962098"/>
              <a:gd name="connsiteY32" fmla="*/ 0 h 1222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222624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41368" y="202051"/>
                  <a:pt x="8972231" y="411191"/>
                  <a:pt x="8962098" y="599086"/>
                </a:cubicBezTo>
                <a:cubicBezTo>
                  <a:pt x="8951965" y="786981"/>
                  <a:pt x="8932679" y="913922"/>
                  <a:pt x="8962098" y="1222624"/>
                </a:cubicBezTo>
                <a:cubicBezTo>
                  <a:pt x="8773150" y="1208291"/>
                  <a:pt x="8713881" y="1202310"/>
                  <a:pt x="8541569" y="1222624"/>
                </a:cubicBezTo>
                <a:cubicBezTo>
                  <a:pt x="8369257" y="1242938"/>
                  <a:pt x="7946817" y="1252032"/>
                  <a:pt x="7672935" y="1222624"/>
                </a:cubicBezTo>
                <a:cubicBezTo>
                  <a:pt x="7399053" y="1193216"/>
                  <a:pt x="7433511" y="1212152"/>
                  <a:pt x="7252405" y="1222624"/>
                </a:cubicBezTo>
                <a:cubicBezTo>
                  <a:pt x="7071299" y="1233097"/>
                  <a:pt x="6730593" y="1234838"/>
                  <a:pt x="6473392" y="1222624"/>
                </a:cubicBezTo>
                <a:cubicBezTo>
                  <a:pt x="6216191" y="1210410"/>
                  <a:pt x="5928123" y="1188940"/>
                  <a:pt x="5784000" y="1222624"/>
                </a:cubicBezTo>
                <a:cubicBezTo>
                  <a:pt x="5639877" y="1256308"/>
                  <a:pt x="5290102" y="1217590"/>
                  <a:pt x="5094608" y="1222624"/>
                </a:cubicBezTo>
                <a:cubicBezTo>
                  <a:pt x="4899114" y="1227658"/>
                  <a:pt x="4646058" y="1214006"/>
                  <a:pt x="4494837" y="1222624"/>
                </a:cubicBezTo>
                <a:cubicBezTo>
                  <a:pt x="4343616" y="1231242"/>
                  <a:pt x="4071982" y="1238291"/>
                  <a:pt x="3715824" y="1222624"/>
                </a:cubicBezTo>
                <a:cubicBezTo>
                  <a:pt x="3359666" y="1206957"/>
                  <a:pt x="3269812" y="1251489"/>
                  <a:pt x="3116053" y="1222624"/>
                </a:cubicBezTo>
                <a:cubicBezTo>
                  <a:pt x="2962294" y="1193759"/>
                  <a:pt x="2501003" y="1207003"/>
                  <a:pt x="2337039" y="1222624"/>
                </a:cubicBezTo>
                <a:cubicBezTo>
                  <a:pt x="2173075" y="1238245"/>
                  <a:pt x="2078012" y="1246629"/>
                  <a:pt x="1826889" y="1222624"/>
                </a:cubicBezTo>
                <a:cubicBezTo>
                  <a:pt x="1575766" y="1198620"/>
                  <a:pt x="1566259" y="1233137"/>
                  <a:pt x="1316739" y="1222624"/>
                </a:cubicBezTo>
                <a:cubicBezTo>
                  <a:pt x="1067219" y="1212112"/>
                  <a:pt x="586745" y="1251456"/>
                  <a:pt x="0" y="1222624"/>
                </a:cubicBezTo>
                <a:cubicBezTo>
                  <a:pt x="1036" y="1075738"/>
                  <a:pt x="3002" y="781507"/>
                  <a:pt x="0" y="623538"/>
                </a:cubicBezTo>
                <a:cubicBezTo>
                  <a:pt x="-3002" y="465569"/>
                  <a:pt x="-7295" y="151827"/>
                  <a:pt x="0" y="0"/>
                </a:cubicBezTo>
                <a:close/>
              </a:path>
              <a:path w="8962098" h="1222624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7162" y="245505"/>
                  <a:pt x="8983614" y="351130"/>
                  <a:pt x="8962098" y="635764"/>
                </a:cubicBezTo>
                <a:cubicBezTo>
                  <a:pt x="8940582" y="920398"/>
                  <a:pt x="8940367" y="1066789"/>
                  <a:pt x="8962098" y="1222624"/>
                </a:cubicBezTo>
                <a:cubicBezTo>
                  <a:pt x="8742154" y="1197970"/>
                  <a:pt x="8448095" y="1201028"/>
                  <a:pt x="8272706" y="1222624"/>
                </a:cubicBezTo>
                <a:cubicBezTo>
                  <a:pt x="8097317" y="1244220"/>
                  <a:pt x="7820885" y="1227085"/>
                  <a:pt x="7583314" y="1222624"/>
                </a:cubicBezTo>
                <a:cubicBezTo>
                  <a:pt x="7345743" y="1218163"/>
                  <a:pt x="7187503" y="1207727"/>
                  <a:pt x="6893922" y="1222624"/>
                </a:cubicBezTo>
                <a:cubicBezTo>
                  <a:pt x="6600341" y="1237521"/>
                  <a:pt x="6348884" y="1182469"/>
                  <a:pt x="6025287" y="1222624"/>
                </a:cubicBezTo>
                <a:cubicBezTo>
                  <a:pt x="5701690" y="1262779"/>
                  <a:pt x="5641903" y="1256453"/>
                  <a:pt x="5335895" y="1222624"/>
                </a:cubicBezTo>
                <a:cubicBezTo>
                  <a:pt x="5029887" y="1188795"/>
                  <a:pt x="4881389" y="1234089"/>
                  <a:pt x="4556882" y="1222624"/>
                </a:cubicBezTo>
                <a:cubicBezTo>
                  <a:pt x="4232375" y="1211159"/>
                  <a:pt x="4151239" y="1218283"/>
                  <a:pt x="3777869" y="1222624"/>
                </a:cubicBezTo>
                <a:cubicBezTo>
                  <a:pt x="3404499" y="1226965"/>
                  <a:pt x="3407727" y="1199558"/>
                  <a:pt x="3178098" y="1222624"/>
                </a:cubicBezTo>
                <a:cubicBezTo>
                  <a:pt x="2948469" y="1245690"/>
                  <a:pt x="2828812" y="1207695"/>
                  <a:pt x="2667948" y="1222624"/>
                </a:cubicBezTo>
                <a:cubicBezTo>
                  <a:pt x="2507084" y="1237554"/>
                  <a:pt x="2194447" y="1187150"/>
                  <a:pt x="1799314" y="1222624"/>
                </a:cubicBezTo>
                <a:cubicBezTo>
                  <a:pt x="1404181" y="1258098"/>
                  <a:pt x="1251049" y="1210605"/>
                  <a:pt x="1109921" y="1222624"/>
                </a:cubicBezTo>
                <a:cubicBezTo>
                  <a:pt x="968793" y="1234643"/>
                  <a:pt x="382880" y="1211228"/>
                  <a:pt x="0" y="1222624"/>
                </a:cubicBezTo>
                <a:cubicBezTo>
                  <a:pt x="-28060" y="1077063"/>
                  <a:pt x="20477" y="733207"/>
                  <a:pt x="0" y="599086"/>
                </a:cubicBezTo>
                <a:cubicBezTo>
                  <a:pt x="-20477" y="464965"/>
                  <a:pt x="-25780" y="13648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전달할 인자를 </a:t>
            </a:r>
            <a:r>
              <a:rPr lang="en-US" altLang="ko-KR" sz="1000">
                <a:solidFill>
                  <a:srgbClr val="00B050"/>
                </a:solidFill>
              </a:rPr>
              <a:t>context</a:t>
            </a:r>
            <a:r>
              <a:rPr lang="ko-KR" altLang="en-US" sz="1000">
                <a:solidFill>
                  <a:srgbClr val="00B050"/>
                </a:solidFill>
              </a:rPr>
              <a:t>를 사용해 설정한다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context</a:t>
            </a:r>
            <a:r>
              <a:rPr lang="en-US" altLang="ko-KR" sz="1000"/>
              <a:t> constext_setting;</a:t>
            </a:r>
          </a:p>
          <a:p>
            <a:r>
              <a:rPr lang="en-US" altLang="ko-KR" sz="1000"/>
              <a:t>context_setting[“local_end_point”][“port”] =20000;</a:t>
            </a:r>
          </a:p>
          <a:p>
            <a:endParaRPr lang="en-US" altLang="ko-KR" sz="1000">
              <a:solidFill>
                <a:srgbClr val="0000FF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pacceptor = make_own&lt;</a:t>
            </a:r>
            <a:r>
              <a:rPr lang="en-US" altLang="ko-KR" sz="1000" b="1"/>
              <a:t>net::acceptor&lt;socket_tcp&gt;</a:t>
            </a:r>
            <a:r>
              <a:rPr lang="en-US" altLang="ko-KR" sz="1000"/>
              <a:t>&gt;();</a:t>
            </a:r>
          </a:p>
          <a:p>
            <a:br>
              <a:rPr lang="en-US" altLang="ko-KR" sz="1000"/>
            </a:br>
            <a:r>
              <a:rPr lang="en-US" altLang="ko-KR" sz="1000"/>
              <a:t>pacceptor-&gt;start( context_setting ); </a:t>
            </a:r>
            <a:r>
              <a:rPr lang="en-US" altLang="ko-KR" sz="1000">
                <a:solidFill>
                  <a:srgbClr val="00B050"/>
                </a:solidFill>
              </a:rPr>
              <a:t>// context</a:t>
            </a:r>
            <a:r>
              <a:rPr lang="ko-KR" altLang="en-US" sz="1000">
                <a:solidFill>
                  <a:srgbClr val="00B050"/>
                </a:solidFill>
              </a:rPr>
              <a:t>를 넘겨서 시작한다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847EE74-6A48-44EE-ABD5-D154D551248E}"/>
              </a:ext>
            </a:extLst>
          </p:cNvPr>
          <p:cNvSpPr/>
          <p:nvPr/>
        </p:nvSpPr>
        <p:spPr>
          <a:xfrm>
            <a:off x="1661652" y="6153119"/>
            <a:ext cx="3544560" cy="326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근데 도대체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context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사용하면 무엇이 좋은가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224F2C-32E0-4C6A-85A7-A580266E8915}"/>
              </a:ext>
            </a:extLst>
          </p:cNvPr>
          <p:cNvSpPr/>
          <p:nvPr/>
        </p:nvSpPr>
        <p:spPr>
          <a:xfrm>
            <a:off x="1761271" y="4597013"/>
            <a:ext cx="8962098" cy="1376513"/>
          </a:xfrm>
          <a:custGeom>
            <a:avLst/>
            <a:gdLst>
              <a:gd name="connsiteX0" fmla="*/ 0 w 8962098"/>
              <a:gd name="connsiteY0" fmla="*/ 0 h 1376513"/>
              <a:gd name="connsiteX1" fmla="*/ 420529 w 8962098"/>
              <a:gd name="connsiteY1" fmla="*/ 0 h 1376513"/>
              <a:gd name="connsiteX2" fmla="*/ 1199542 w 8962098"/>
              <a:gd name="connsiteY2" fmla="*/ 0 h 1376513"/>
              <a:gd name="connsiteX3" fmla="*/ 1620072 w 8962098"/>
              <a:gd name="connsiteY3" fmla="*/ 0 h 1376513"/>
              <a:gd name="connsiteX4" fmla="*/ 2040601 w 8962098"/>
              <a:gd name="connsiteY4" fmla="*/ 0 h 1376513"/>
              <a:gd name="connsiteX5" fmla="*/ 2550751 w 8962098"/>
              <a:gd name="connsiteY5" fmla="*/ 0 h 1376513"/>
              <a:gd name="connsiteX6" fmla="*/ 3150522 w 8962098"/>
              <a:gd name="connsiteY6" fmla="*/ 0 h 1376513"/>
              <a:gd name="connsiteX7" fmla="*/ 3571051 w 8962098"/>
              <a:gd name="connsiteY7" fmla="*/ 0 h 1376513"/>
              <a:gd name="connsiteX8" fmla="*/ 4170823 w 8962098"/>
              <a:gd name="connsiteY8" fmla="*/ 0 h 1376513"/>
              <a:gd name="connsiteX9" fmla="*/ 4770594 w 8962098"/>
              <a:gd name="connsiteY9" fmla="*/ 0 h 1376513"/>
              <a:gd name="connsiteX10" fmla="*/ 5549607 w 8962098"/>
              <a:gd name="connsiteY10" fmla="*/ 0 h 1376513"/>
              <a:gd name="connsiteX11" fmla="*/ 5970136 w 8962098"/>
              <a:gd name="connsiteY11" fmla="*/ 0 h 1376513"/>
              <a:gd name="connsiteX12" fmla="*/ 6659528 w 8962098"/>
              <a:gd name="connsiteY12" fmla="*/ 0 h 1376513"/>
              <a:gd name="connsiteX13" fmla="*/ 7169678 w 8962098"/>
              <a:gd name="connsiteY13" fmla="*/ 0 h 1376513"/>
              <a:gd name="connsiteX14" fmla="*/ 7590208 w 8962098"/>
              <a:gd name="connsiteY14" fmla="*/ 0 h 1376513"/>
              <a:gd name="connsiteX15" fmla="*/ 8962098 w 8962098"/>
              <a:gd name="connsiteY15" fmla="*/ 0 h 1376513"/>
              <a:gd name="connsiteX16" fmla="*/ 8962098 w 8962098"/>
              <a:gd name="connsiteY16" fmla="*/ 674491 h 1376513"/>
              <a:gd name="connsiteX17" fmla="*/ 8962098 w 8962098"/>
              <a:gd name="connsiteY17" fmla="*/ 1376513 h 1376513"/>
              <a:gd name="connsiteX18" fmla="*/ 8541569 w 8962098"/>
              <a:gd name="connsiteY18" fmla="*/ 1376513 h 1376513"/>
              <a:gd name="connsiteX19" fmla="*/ 7672935 w 8962098"/>
              <a:gd name="connsiteY19" fmla="*/ 1376513 h 1376513"/>
              <a:gd name="connsiteX20" fmla="*/ 7252405 w 8962098"/>
              <a:gd name="connsiteY20" fmla="*/ 1376513 h 1376513"/>
              <a:gd name="connsiteX21" fmla="*/ 6473392 w 8962098"/>
              <a:gd name="connsiteY21" fmla="*/ 1376513 h 1376513"/>
              <a:gd name="connsiteX22" fmla="*/ 5784000 w 8962098"/>
              <a:gd name="connsiteY22" fmla="*/ 1376513 h 1376513"/>
              <a:gd name="connsiteX23" fmla="*/ 5094608 w 8962098"/>
              <a:gd name="connsiteY23" fmla="*/ 1376513 h 1376513"/>
              <a:gd name="connsiteX24" fmla="*/ 4494837 w 8962098"/>
              <a:gd name="connsiteY24" fmla="*/ 1376513 h 1376513"/>
              <a:gd name="connsiteX25" fmla="*/ 3715824 w 8962098"/>
              <a:gd name="connsiteY25" fmla="*/ 1376513 h 1376513"/>
              <a:gd name="connsiteX26" fmla="*/ 3116053 w 8962098"/>
              <a:gd name="connsiteY26" fmla="*/ 1376513 h 1376513"/>
              <a:gd name="connsiteX27" fmla="*/ 2337039 w 8962098"/>
              <a:gd name="connsiteY27" fmla="*/ 1376513 h 1376513"/>
              <a:gd name="connsiteX28" fmla="*/ 1826889 w 8962098"/>
              <a:gd name="connsiteY28" fmla="*/ 1376513 h 1376513"/>
              <a:gd name="connsiteX29" fmla="*/ 1316739 w 8962098"/>
              <a:gd name="connsiteY29" fmla="*/ 1376513 h 1376513"/>
              <a:gd name="connsiteX30" fmla="*/ 0 w 8962098"/>
              <a:gd name="connsiteY30" fmla="*/ 1376513 h 1376513"/>
              <a:gd name="connsiteX31" fmla="*/ 0 w 8962098"/>
              <a:gd name="connsiteY31" fmla="*/ 702022 h 1376513"/>
              <a:gd name="connsiteX32" fmla="*/ 0 w 8962098"/>
              <a:gd name="connsiteY32" fmla="*/ 0 h 137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376513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0343" y="220271"/>
                  <a:pt x="8977101" y="457820"/>
                  <a:pt x="8962098" y="674491"/>
                </a:cubicBezTo>
                <a:cubicBezTo>
                  <a:pt x="8947095" y="891162"/>
                  <a:pt x="8980432" y="1119357"/>
                  <a:pt x="8962098" y="1376513"/>
                </a:cubicBezTo>
                <a:cubicBezTo>
                  <a:pt x="8773150" y="1362180"/>
                  <a:pt x="8713881" y="1356199"/>
                  <a:pt x="8541569" y="1376513"/>
                </a:cubicBezTo>
                <a:cubicBezTo>
                  <a:pt x="8369257" y="1396827"/>
                  <a:pt x="7946817" y="1405921"/>
                  <a:pt x="7672935" y="1376513"/>
                </a:cubicBezTo>
                <a:cubicBezTo>
                  <a:pt x="7399053" y="1347105"/>
                  <a:pt x="7433511" y="1366041"/>
                  <a:pt x="7252405" y="1376513"/>
                </a:cubicBezTo>
                <a:cubicBezTo>
                  <a:pt x="7071299" y="1386986"/>
                  <a:pt x="6730593" y="1388727"/>
                  <a:pt x="6473392" y="1376513"/>
                </a:cubicBezTo>
                <a:cubicBezTo>
                  <a:pt x="6216191" y="1364299"/>
                  <a:pt x="5928123" y="1342829"/>
                  <a:pt x="5784000" y="1376513"/>
                </a:cubicBezTo>
                <a:cubicBezTo>
                  <a:pt x="5639877" y="1410197"/>
                  <a:pt x="5290102" y="1371479"/>
                  <a:pt x="5094608" y="1376513"/>
                </a:cubicBezTo>
                <a:cubicBezTo>
                  <a:pt x="4899114" y="1381547"/>
                  <a:pt x="4646058" y="1367895"/>
                  <a:pt x="4494837" y="1376513"/>
                </a:cubicBezTo>
                <a:cubicBezTo>
                  <a:pt x="4343616" y="1385131"/>
                  <a:pt x="4071982" y="1392180"/>
                  <a:pt x="3715824" y="1376513"/>
                </a:cubicBezTo>
                <a:cubicBezTo>
                  <a:pt x="3359666" y="1360846"/>
                  <a:pt x="3269812" y="1405378"/>
                  <a:pt x="3116053" y="1376513"/>
                </a:cubicBezTo>
                <a:cubicBezTo>
                  <a:pt x="2962294" y="1347648"/>
                  <a:pt x="2501003" y="1360892"/>
                  <a:pt x="2337039" y="1376513"/>
                </a:cubicBezTo>
                <a:cubicBezTo>
                  <a:pt x="2173075" y="1392134"/>
                  <a:pt x="2078012" y="1400518"/>
                  <a:pt x="1826889" y="1376513"/>
                </a:cubicBezTo>
                <a:cubicBezTo>
                  <a:pt x="1575766" y="1352509"/>
                  <a:pt x="1566259" y="1387026"/>
                  <a:pt x="1316739" y="1376513"/>
                </a:cubicBezTo>
                <a:cubicBezTo>
                  <a:pt x="1067219" y="1366001"/>
                  <a:pt x="586745" y="1405345"/>
                  <a:pt x="0" y="1376513"/>
                </a:cubicBezTo>
                <a:cubicBezTo>
                  <a:pt x="9008" y="1119888"/>
                  <a:pt x="-80" y="933782"/>
                  <a:pt x="0" y="702022"/>
                </a:cubicBezTo>
                <a:cubicBezTo>
                  <a:pt x="80" y="470262"/>
                  <a:pt x="-30040" y="296869"/>
                  <a:pt x="0" y="0"/>
                </a:cubicBezTo>
                <a:close/>
              </a:path>
              <a:path w="8962098" h="137651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5534" y="178243"/>
                  <a:pt x="8992739" y="386956"/>
                  <a:pt x="8962098" y="715787"/>
                </a:cubicBezTo>
                <a:cubicBezTo>
                  <a:pt x="8931457" y="1044618"/>
                  <a:pt x="8960788" y="1061095"/>
                  <a:pt x="8962098" y="1376513"/>
                </a:cubicBezTo>
                <a:cubicBezTo>
                  <a:pt x="8742154" y="1351859"/>
                  <a:pt x="8448095" y="1354917"/>
                  <a:pt x="8272706" y="1376513"/>
                </a:cubicBezTo>
                <a:cubicBezTo>
                  <a:pt x="8097317" y="1398109"/>
                  <a:pt x="7820885" y="1380974"/>
                  <a:pt x="7583314" y="1376513"/>
                </a:cubicBezTo>
                <a:cubicBezTo>
                  <a:pt x="7345743" y="1372052"/>
                  <a:pt x="7187503" y="1361616"/>
                  <a:pt x="6893922" y="1376513"/>
                </a:cubicBezTo>
                <a:cubicBezTo>
                  <a:pt x="6600341" y="1391410"/>
                  <a:pt x="6348884" y="1336358"/>
                  <a:pt x="6025287" y="1376513"/>
                </a:cubicBezTo>
                <a:cubicBezTo>
                  <a:pt x="5701690" y="1416668"/>
                  <a:pt x="5641903" y="1410342"/>
                  <a:pt x="5335895" y="1376513"/>
                </a:cubicBezTo>
                <a:cubicBezTo>
                  <a:pt x="5029887" y="1342684"/>
                  <a:pt x="4881389" y="1387978"/>
                  <a:pt x="4556882" y="1376513"/>
                </a:cubicBezTo>
                <a:cubicBezTo>
                  <a:pt x="4232375" y="1365048"/>
                  <a:pt x="4151239" y="1372172"/>
                  <a:pt x="3777869" y="1376513"/>
                </a:cubicBezTo>
                <a:cubicBezTo>
                  <a:pt x="3404499" y="1380854"/>
                  <a:pt x="3407727" y="1353447"/>
                  <a:pt x="3178098" y="1376513"/>
                </a:cubicBezTo>
                <a:cubicBezTo>
                  <a:pt x="2948469" y="1399579"/>
                  <a:pt x="2828812" y="1361584"/>
                  <a:pt x="2667948" y="1376513"/>
                </a:cubicBezTo>
                <a:cubicBezTo>
                  <a:pt x="2507084" y="1391443"/>
                  <a:pt x="2194447" y="1341039"/>
                  <a:pt x="1799314" y="1376513"/>
                </a:cubicBezTo>
                <a:cubicBezTo>
                  <a:pt x="1404181" y="1411987"/>
                  <a:pt x="1251049" y="1364494"/>
                  <a:pt x="1109921" y="1376513"/>
                </a:cubicBezTo>
                <a:cubicBezTo>
                  <a:pt x="968793" y="1388532"/>
                  <a:pt x="382880" y="1365117"/>
                  <a:pt x="0" y="1376513"/>
                </a:cubicBezTo>
                <a:cubicBezTo>
                  <a:pt x="-24411" y="1126453"/>
                  <a:pt x="27826" y="987205"/>
                  <a:pt x="0" y="674491"/>
                </a:cubicBezTo>
                <a:cubicBezTo>
                  <a:pt x="-27826" y="361777"/>
                  <a:pt x="12805" y="1722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전달할 인자를 </a:t>
            </a:r>
            <a:r>
              <a:rPr lang="en-US" altLang="ko-KR" sz="1000">
                <a:solidFill>
                  <a:srgbClr val="00B050"/>
                </a:solidFill>
              </a:rPr>
              <a:t>context</a:t>
            </a:r>
            <a:r>
              <a:rPr lang="ko-KR" altLang="en-US" sz="1000">
                <a:solidFill>
                  <a:srgbClr val="00B050"/>
                </a:solidFill>
              </a:rPr>
              <a:t>를 사용해 설정한다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context</a:t>
            </a:r>
            <a:r>
              <a:rPr lang="en-US" altLang="ko-KR" sz="1000"/>
              <a:t> constext_setting;</a:t>
            </a:r>
          </a:p>
          <a:p>
            <a:r>
              <a:rPr lang="en-US" altLang="ko-KR" sz="1000"/>
              <a:t>context_setting[“remote_end_point”][“address”] = </a:t>
            </a:r>
            <a:r>
              <a:rPr lang="en-US" altLang="ko-KR" sz="1000" b="1"/>
              <a:t>“www.cgcii.co.kr”</a:t>
            </a:r>
            <a:r>
              <a:rPr lang="en-US" altLang="ko-KR" sz="1000"/>
              <a:t>;</a:t>
            </a:r>
            <a:endParaRPr lang="en-US" altLang="ko-KR" sz="1000">
              <a:solidFill>
                <a:srgbClr val="0000FF"/>
              </a:solidFill>
            </a:endParaRPr>
          </a:p>
          <a:p>
            <a:r>
              <a:rPr lang="en-US" altLang="ko-KR" sz="1000"/>
              <a:t>context_setting[“remote_end_point”][“port”] =</a:t>
            </a:r>
            <a:r>
              <a:rPr lang="en-US" altLang="ko-KR" sz="1000" b="1"/>
              <a:t>20000</a:t>
            </a:r>
            <a:r>
              <a:rPr lang="en-US" altLang="ko-KR" sz="1000"/>
              <a:t>;</a:t>
            </a:r>
          </a:p>
          <a:p>
            <a:endParaRPr lang="en-US" altLang="ko-KR" sz="1000">
              <a:solidFill>
                <a:srgbClr val="0000FF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psocket = make_own&lt;socket_tcp_client&gt;();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/>
              <a:t>psocket-&gt;start( context_setting ); </a:t>
            </a:r>
            <a:r>
              <a:rPr lang="en-US" altLang="ko-KR" sz="1000">
                <a:solidFill>
                  <a:srgbClr val="00B050"/>
                </a:solidFill>
              </a:rPr>
              <a:t>// client</a:t>
            </a:r>
            <a:r>
              <a:rPr lang="ko-KR" altLang="en-US" sz="1000">
                <a:solidFill>
                  <a:srgbClr val="00B050"/>
                </a:solidFill>
              </a:rPr>
              <a:t> </a:t>
            </a:r>
            <a:r>
              <a:rPr lang="en-US" altLang="ko-KR" sz="1000">
                <a:solidFill>
                  <a:srgbClr val="00B050"/>
                </a:solidFill>
              </a:rPr>
              <a:t>socket</a:t>
            </a:r>
            <a:r>
              <a:rPr lang="ko-KR" altLang="en-US" sz="1000">
                <a:solidFill>
                  <a:srgbClr val="00B050"/>
                </a:solidFill>
              </a:rPr>
              <a:t>도 </a:t>
            </a:r>
            <a:r>
              <a:rPr lang="en-US" altLang="ko-KR" sz="1000">
                <a:solidFill>
                  <a:srgbClr val="00B050"/>
                </a:solidFill>
              </a:rPr>
              <a:t>context</a:t>
            </a:r>
            <a:r>
              <a:rPr lang="ko-KR" altLang="en-US" sz="1000">
                <a:solidFill>
                  <a:srgbClr val="00B050"/>
                </a:solidFill>
              </a:rPr>
              <a:t>를 인자를 전달해서 시작한다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BE7EAE-F6DA-40E5-9936-7D7473E75902}"/>
              </a:ext>
            </a:extLst>
          </p:cNvPr>
          <p:cNvSpPr txBox="1"/>
          <p:nvPr/>
        </p:nvSpPr>
        <p:spPr>
          <a:xfrm>
            <a:off x="1416049" y="578901"/>
            <a:ext cx="9783173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객체의 시작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listen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하거나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client 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접속을 시도할 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사용하고 이때 필요한 정보는 인자로 넘기게 된다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A9CD86-941F-446D-AB7E-1C268759AB96}"/>
              </a:ext>
            </a:extLst>
          </p:cNvPr>
          <p:cNvSpPr/>
          <p:nvPr/>
        </p:nvSpPr>
        <p:spPr>
          <a:xfrm>
            <a:off x="1761271" y="1265769"/>
            <a:ext cx="8962098" cy="759748"/>
          </a:xfrm>
          <a:custGeom>
            <a:avLst/>
            <a:gdLst>
              <a:gd name="connsiteX0" fmla="*/ 0 w 8962098"/>
              <a:gd name="connsiteY0" fmla="*/ 0 h 759748"/>
              <a:gd name="connsiteX1" fmla="*/ 420529 w 8962098"/>
              <a:gd name="connsiteY1" fmla="*/ 0 h 759748"/>
              <a:gd name="connsiteX2" fmla="*/ 1199542 w 8962098"/>
              <a:gd name="connsiteY2" fmla="*/ 0 h 759748"/>
              <a:gd name="connsiteX3" fmla="*/ 1620072 w 8962098"/>
              <a:gd name="connsiteY3" fmla="*/ 0 h 759748"/>
              <a:gd name="connsiteX4" fmla="*/ 2040601 w 8962098"/>
              <a:gd name="connsiteY4" fmla="*/ 0 h 759748"/>
              <a:gd name="connsiteX5" fmla="*/ 2550751 w 8962098"/>
              <a:gd name="connsiteY5" fmla="*/ 0 h 759748"/>
              <a:gd name="connsiteX6" fmla="*/ 3150522 w 8962098"/>
              <a:gd name="connsiteY6" fmla="*/ 0 h 759748"/>
              <a:gd name="connsiteX7" fmla="*/ 3571051 w 8962098"/>
              <a:gd name="connsiteY7" fmla="*/ 0 h 759748"/>
              <a:gd name="connsiteX8" fmla="*/ 4170823 w 8962098"/>
              <a:gd name="connsiteY8" fmla="*/ 0 h 759748"/>
              <a:gd name="connsiteX9" fmla="*/ 4770594 w 8962098"/>
              <a:gd name="connsiteY9" fmla="*/ 0 h 759748"/>
              <a:gd name="connsiteX10" fmla="*/ 5549607 w 8962098"/>
              <a:gd name="connsiteY10" fmla="*/ 0 h 759748"/>
              <a:gd name="connsiteX11" fmla="*/ 5970136 w 8962098"/>
              <a:gd name="connsiteY11" fmla="*/ 0 h 759748"/>
              <a:gd name="connsiteX12" fmla="*/ 6659528 w 8962098"/>
              <a:gd name="connsiteY12" fmla="*/ 0 h 759748"/>
              <a:gd name="connsiteX13" fmla="*/ 7169678 w 8962098"/>
              <a:gd name="connsiteY13" fmla="*/ 0 h 759748"/>
              <a:gd name="connsiteX14" fmla="*/ 7590208 w 8962098"/>
              <a:gd name="connsiteY14" fmla="*/ 0 h 759748"/>
              <a:gd name="connsiteX15" fmla="*/ 8962098 w 8962098"/>
              <a:gd name="connsiteY15" fmla="*/ 0 h 759748"/>
              <a:gd name="connsiteX16" fmla="*/ 8962098 w 8962098"/>
              <a:gd name="connsiteY16" fmla="*/ 372277 h 759748"/>
              <a:gd name="connsiteX17" fmla="*/ 8962098 w 8962098"/>
              <a:gd name="connsiteY17" fmla="*/ 759748 h 759748"/>
              <a:gd name="connsiteX18" fmla="*/ 8541569 w 8962098"/>
              <a:gd name="connsiteY18" fmla="*/ 759748 h 759748"/>
              <a:gd name="connsiteX19" fmla="*/ 7672935 w 8962098"/>
              <a:gd name="connsiteY19" fmla="*/ 759748 h 759748"/>
              <a:gd name="connsiteX20" fmla="*/ 7252405 w 8962098"/>
              <a:gd name="connsiteY20" fmla="*/ 759748 h 759748"/>
              <a:gd name="connsiteX21" fmla="*/ 6473392 w 8962098"/>
              <a:gd name="connsiteY21" fmla="*/ 759748 h 759748"/>
              <a:gd name="connsiteX22" fmla="*/ 5784000 w 8962098"/>
              <a:gd name="connsiteY22" fmla="*/ 759748 h 759748"/>
              <a:gd name="connsiteX23" fmla="*/ 5094608 w 8962098"/>
              <a:gd name="connsiteY23" fmla="*/ 759748 h 759748"/>
              <a:gd name="connsiteX24" fmla="*/ 4494837 w 8962098"/>
              <a:gd name="connsiteY24" fmla="*/ 759748 h 759748"/>
              <a:gd name="connsiteX25" fmla="*/ 3715824 w 8962098"/>
              <a:gd name="connsiteY25" fmla="*/ 759748 h 759748"/>
              <a:gd name="connsiteX26" fmla="*/ 3116053 w 8962098"/>
              <a:gd name="connsiteY26" fmla="*/ 759748 h 759748"/>
              <a:gd name="connsiteX27" fmla="*/ 2337039 w 8962098"/>
              <a:gd name="connsiteY27" fmla="*/ 759748 h 759748"/>
              <a:gd name="connsiteX28" fmla="*/ 1826889 w 8962098"/>
              <a:gd name="connsiteY28" fmla="*/ 759748 h 759748"/>
              <a:gd name="connsiteX29" fmla="*/ 1316739 w 8962098"/>
              <a:gd name="connsiteY29" fmla="*/ 759748 h 759748"/>
              <a:gd name="connsiteX30" fmla="*/ 0 w 8962098"/>
              <a:gd name="connsiteY30" fmla="*/ 759748 h 759748"/>
              <a:gd name="connsiteX31" fmla="*/ 0 w 8962098"/>
              <a:gd name="connsiteY31" fmla="*/ 387471 h 759748"/>
              <a:gd name="connsiteX32" fmla="*/ 0 w 8962098"/>
              <a:gd name="connsiteY32" fmla="*/ 0 h 75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759748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74481" y="92309"/>
                  <a:pt x="8963721" y="266202"/>
                  <a:pt x="8962098" y="372277"/>
                </a:cubicBezTo>
                <a:cubicBezTo>
                  <a:pt x="8960475" y="478352"/>
                  <a:pt x="8946078" y="628987"/>
                  <a:pt x="8962098" y="759748"/>
                </a:cubicBezTo>
                <a:cubicBezTo>
                  <a:pt x="8773150" y="745415"/>
                  <a:pt x="8713881" y="739434"/>
                  <a:pt x="8541569" y="759748"/>
                </a:cubicBezTo>
                <a:cubicBezTo>
                  <a:pt x="8369257" y="780062"/>
                  <a:pt x="7946817" y="789156"/>
                  <a:pt x="7672935" y="759748"/>
                </a:cubicBezTo>
                <a:cubicBezTo>
                  <a:pt x="7399053" y="730340"/>
                  <a:pt x="7433511" y="749276"/>
                  <a:pt x="7252405" y="759748"/>
                </a:cubicBezTo>
                <a:cubicBezTo>
                  <a:pt x="7071299" y="770221"/>
                  <a:pt x="6730593" y="771962"/>
                  <a:pt x="6473392" y="759748"/>
                </a:cubicBezTo>
                <a:cubicBezTo>
                  <a:pt x="6216191" y="747534"/>
                  <a:pt x="5928123" y="726064"/>
                  <a:pt x="5784000" y="759748"/>
                </a:cubicBezTo>
                <a:cubicBezTo>
                  <a:pt x="5639877" y="793432"/>
                  <a:pt x="5290102" y="754714"/>
                  <a:pt x="5094608" y="759748"/>
                </a:cubicBezTo>
                <a:cubicBezTo>
                  <a:pt x="4899114" y="764782"/>
                  <a:pt x="4646058" y="751130"/>
                  <a:pt x="4494837" y="759748"/>
                </a:cubicBezTo>
                <a:cubicBezTo>
                  <a:pt x="4343616" y="768366"/>
                  <a:pt x="4071982" y="775415"/>
                  <a:pt x="3715824" y="759748"/>
                </a:cubicBezTo>
                <a:cubicBezTo>
                  <a:pt x="3359666" y="744081"/>
                  <a:pt x="3269812" y="788613"/>
                  <a:pt x="3116053" y="759748"/>
                </a:cubicBezTo>
                <a:cubicBezTo>
                  <a:pt x="2962294" y="730883"/>
                  <a:pt x="2501003" y="744127"/>
                  <a:pt x="2337039" y="759748"/>
                </a:cubicBezTo>
                <a:cubicBezTo>
                  <a:pt x="2173075" y="775369"/>
                  <a:pt x="2078012" y="783753"/>
                  <a:pt x="1826889" y="759748"/>
                </a:cubicBezTo>
                <a:cubicBezTo>
                  <a:pt x="1575766" y="735744"/>
                  <a:pt x="1566259" y="770261"/>
                  <a:pt x="1316739" y="759748"/>
                </a:cubicBezTo>
                <a:cubicBezTo>
                  <a:pt x="1067219" y="749236"/>
                  <a:pt x="586745" y="788580"/>
                  <a:pt x="0" y="759748"/>
                </a:cubicBezTo>
                <a:cubicBezTo>
                  <a:pt x="8364" y="614389"/>
                  <a:pt x="-14054" y="529576"/>
                  <a:pt x="0" y="387471"/>
                </a:cubicBezTo>
                <a:cubicBezTo>
                  <a:pt x="14054" y="245366"/>
                  <a:pt x="2569" y="142050"/>
                  <a:pt x="0" y="0"/>
                </a:cubicBezTo>
                <a:close/>
              </a:path>
              <a:path w="8962098" h="75974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56263" y="193270"/>
                  <a:pt x="8966967" y="237645"/>
                  <a:pt x="8962098" y="395069"/>
                </a:cubicBezTo>
                <a:cubicBezTo>
                  <a:pt x="8957229" y="552493"/>
                  <a:pt x="8953517" y="606619"/>
                  <a:pt x="8962098" y="759748"/>
                </a:cubicBezTo>
                <a:cubicBezTo>
                  <a:pt x="8742154" y="735094"/>
                  <a:pt x="8448095" y="738152"/>
                  <a:pt x="8272706" y="759748"/>
                </a:cubicBezTo>
                <a:cubicBezTo>
                  <a:pt x="8097317" y="781344"/>
                  <a:pt x="7820885" y="764209"/>
                  <a:pt x="7583314" y="759748"/>
                </a:cubicBezTo>
                <a:cubicBezTo>
                  <a:pt x="7345743" y="755287"/>
                  <a:pt x="7187503" y="744851"/>
                  <a:pt x="6893922" y="759748"/>
                </a:cubicBezTo>
                <a:cubicBezTo>
                  <a:pt x="6600341" y="774645"/>
                  <a:pt x="6348884" y="719593"/>
                  <a:pt x="6025287" y="759748"/>
                </a:cubicBezTo>
                <a:cubicBezTo>
                  <a:pt x="5701690" y="799903"/>
                  <a:pt x="5641903" y="793577"/>
                  <a:pt x="5335895" y="759748"/>
                </a:cubicBezTo>
                <a:cubicBezTo>
                  <a:pt x="5029887" y="725919"/>
                  <a:pt x="4881389" y="771213"/>
                  <a:pt x="4556882" y="759748"/>
                </a:cubicBezTo>
                <a:cubicBezTo>
                  <a:pt x="4232375" y="748283"/>
                  <a:pt x="4151239" y="755407"/>
                  <a:pt x="3777869" y="759748"/>
                </a:cubicBezTo>
                <a:cubicBezTo>
                  <a:pt x="3404499" y="764089"/>
                  <a:pt x="3407727" y="736682"/>
                  <a:pt x="3178098" y="759748"/>
                </a:cubicBezTo>
                <a:cubicBezTo>
                  <a:pt x="2948469" y="782814"/>
                  <a:pt x="2828812" y="744819"/>
                  <a:pt x="2667948" y="759748"/>
                </a:cubicBezTo>
                <a:cubicBezTo>
                  <a:pt x="2507084" y="774678"/>
                  <a:pt x="2194447" y="724274"/>
                  <a:pt x="1799314" y="759748"/>
                </a:cubicBezTo>
                <a:cubicBezTo>
                  <a:pt x="1404181" y="795222"/>
                  <a:pt x="1251049" y="747729"/>
                  <a:pt x="1109921" y="759748"/>
                </a:cubicBezTo>
                <a:cubicBezTo>
                  <a:pt x="968793" y="771767"/>
                  <a:pt x="382880" y="748352"/>
                  <a:pt x="0" y="759748"/>
                </a:cubicBezTo>
                <a:cubicBezTo>
                  <a:pt x="6762" y="591799"/>
                  <a:pt x="5355" y="554017"/>
                  <a:pt x="0" y="372277"/>
                </a:cubicBezTo>
                <a:cubicBezTo>
                  <a:pt x="-5355" y="190537"/>
                  <a:pt x="-8473" y="14773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pacceptor = make_own&lt;</a:t>
            </a:r>
            <a:r>
              <a:rPr lang="en-US" altLang="ko-KR" sz="1000" b="1"/>
              <a:t>net::acceptor&lt;socket_tcp&gt;</a:t>
            </a:r>
            <a:r>
              <a:rPr lang="en-US" altLang="ko-KR" sz="1000"/>
              <a:t>&gt;();</a:t>
            </a:r>
          </a:p>
          <a:p>
            <a:br>
              <a:rPr lang="en-US" altLang="ko-KR" sz="1000"/>
            </a:br>
            <a:r>
              <a:rPr lang="en-US" altLang="ko-KR" sz="1000"/>
              <a:t>pacceptor-&gt;start</a:t>
            </a:r>
            <a:r>
              <a:rPr lang="en-US" altLang="ko-KR" sz="1000" b="1"/>
              <a:t>( {net::ip::tcp::v4(), 20000} );</a:t>
            </a:r>
            <a:r>
              <a:rPr lang="en-US" altLang="ko-KR" sz="1000">
                <a:solidFill>
                  <a:srgbClr val="00B050"/>
                </a:solidFill>
              </a:rPr>
              <a:t>	// acceptor</a:t>
            </a:r>
            <a:r>
              <a:rPr lang="ko-KR" altLang="en-US" sz="1000">
                <a:solidFill>
                  <a:srgbClr val="00B050"/>
                </a:solidFill>
              </a:rPr>
              <a:t>를 시작할때 이런 식으로</a:t>
            </a:r>
            <a:r>
              <a:rPr lang="en-US" altLang="ko-KR" sz="1000">
                <a:solidFill>
                  <a:srgbClr val="00B050"/>
                </a:solidFill>
              </a:rPr>
              <a:t> start </a:t>
            </a:r>
            <a:r>
              <a:rPr lang="ko-KR" altLang="en-US" sz="1000">
                <a:solidFill>
                  <a:srgbClr val="00B050"/>
                </a:solidFill>
              </a:rPr>
              <a:t>할때 인자로 넘긴다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CDE735-9BC1-4D4E-A551-77B7A67492CF}"/>
              </a:ext>
            </a:extLst>
          </p:cNvPr>
          <p:cNvSpPr/>
          <p:nvPr/>
        </p:nvSpPr>
        <p:spPr>
          <a:xfrm>
            <a:off x="1666569" y="2195626"/>
            <a:ext cx="7667484" cy="326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Istartable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 클래스를 상속받아 구현된 객체들은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context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사용한 인자 전달 방법도 제공해 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6F72C3-1DAA-4450-9E95-53E2738156D7}"/>
              </a:ext>
            </a:extLst>
          </p:cNvPr>
          <p:cNvSpPr/>
          <p:nvPr/>
        </p:nvSpPr>
        <p:spPr>
          <a:xfrm>
            <a:off x="1761271" y="2624703"/>
            <a:ext cx="8962098" cy="1222624"/>
          </a:xfrm>
          <a:custGeom>
            <a:avLst/>
            <a:gdLst>
              <a:gd name="connsiteX0" fmla="*/ 0 w 8962098"/>
              <a:gd name="connsiteY0" fmla="*/ 0 h 1222624"/>
              <a:gd name="connsiteX1" fmla="*/ 420529 w 8962098"/>
              <a:gd name="connsiteY1" fmla="*/ 0 h 1222624"/>
              <a:gd name="connsiteX2" fmla="*/ 1199542 w 8962098"/>
              <a:gd name="connsiteY2" fmla="*/ 0 h 1222624"/>
              <a:gd name="connsiteX3" fmla="*/ 1620072 w 8962098"/>
              <a:gd name="connsiteY3" fmla="*/ 0 h 1222624"/>
              <a:gd name="connsiteX4" fmla="*/ 2040601 w 8962098"/>
              <a:gd name="connsiteY4" fmla="*/ 0 h 1222624"/>
              <a:gd name="connsiteX5" fmla="*/ 2550751 w 8962098"/>
              <a:gd name="connsiteY5" fmla="*/ 0 h 1222624"/>
              <a:gd name="connsiteX6" fmla="*/ 3150522 w 8962098"/>
              <a:gd name="connsiteY6" fmla="*/ 0 h 1222624"/>
              <a:gd name="connsiteX7" fmla="*/ 3571051 w 8962098"/>
              <a:gd name="connsiteY7" fmla="*/ 0 h 1222624"/>
              <a:gd name="connsiteX8" fmla="*/ 4170823 w 8962098"/>
              <a:gd name="connsiteY8" fmla="*/ 0 h 1222624"/>
              <a:gd name="connsiteX9" fmla="*/ 4770594 w 8962098"/>
              <a:gd name="connsiteY9" fmla="*/ 0 h 1222624"/>
              <a:gd name="connsiteX10" fmla="*/ 5549607 w 8962098"/>
              <a:gd name="connsiteY10" fmla="*/ 0 h 1222624"/>
              <a:gd name="connsiteX11" fmla="*/ 5970136 w 8962098"/>
              <a:gd name="connsiteY11" fmla="*/ 0 h 1222624"/>
              <a:gd name="connsiteX12" fmla="*/ 6659528 w 8962098"/>
              <a:gd name="connsiteY12" fmla="*/ 0 h 1222624"/>
              <a:gd name="connsiteX13" fmla="*/ 7169678 w 8962098"/>
              <a:gd name="connsiteY13" fmla="*/ 0 h 1222624"/>
              <a:gd name="connsiteX14" fmla="*/ 7590208 w 8962098"/>
              <a:gd name="connsiteY14" fmla="*/ 0 h 1222624"/>
              <a:gd name="connsiteX15" fmla="*/ 8962098 w 8962098"/>
              <a:gd name="connsiteY15" fmla="*/ 0 h 1222624"/>
              <a:gd name="connsiteX16" fmla="*/ 8962098 w 8962098"/>
              <a:gd name="connsiteY16" fmla="*/ 599086 h 1222624"/>
              <a:gd name="connsiteX17" fmla="*/ 8962098 w 8962098"/>
              <a:gd name="connsiteY17" fmla="*/ 1222624 h 1222624"/>
              <a:gd name="connsiteX18" fmla="*/ 8541569 w 8962098"/>
              <a:gd name="connsiteY18" fmla="*/ 1222624 h 1222624"/>
              <a:gd name="connsiteX19" fmla="*/ 7672935 w 8962098"/>
              <a:gd name="connsiteY19" fmla="*/ 1222624 h 1222624"/>
              <a:gd name="connsiteX20" fmla="*/ 7252405 w 8962098"/>
              <a:gd name="connsiteY20" fmla="*/ 1222624 h 1222624"/>
              <a:gd name="connsiteX21" fmla="*/ 6473392 w 8962098"/>
              <a:gd name="connsiteY21" fmla="*/ 1222624 h 1222624"/>
              <a:gd name="connsiteX22" fmla="*/ 5784000 w 8962098"/>
              <a:gd name="connsiteY22" fmla="*/ 1222624 h 1222624"/>
              <a:gd name="connsiteX23" fmla="*/ 5094608 w 8962098"/>
              <a:gd name="connsiteY23" fmla="*/ 1222624 h 1222624"/>
              <a:gd name="connsiteX24" fmla="*/ 4494837 w 8962098"/>
              <a:gd name="connsiteY24" fmla="*/ 1222624 h 1222624"/>
              <a:gd name="connsiteX25" fmla="*/ 3715824 w 8962098"/>
              <a:gd name="connsiteY25" fmla="*/ 1222624 h 1222624"/>
              <a:gd name="connsiteX26" fmla="*/ 3116053 w 8962098"/>
              <a:gd name="connsiteY26" fmla="*/ 1222624 h 1222624"/>
              <a:gd name="connsiteX27" fmla="*/ 2337039 w 8962098"/>
              <a:gd name="connsiteY27" fmla="*/ 1222624 h 1222624"/>
              <a:gd name="connsiteX28" fmla="*/ 1826889 w 8962098"/>
              <a:gd name="connsiteY28" fmla="*/ 1222624 h 1222624"/>
              <a:gd name="connsiteX29" fmla="*/ 1316739 w 8962098"/>
              <a:gd name="connsiteY29" fmla="*/ 1222624 h 1222624"/>
              <a:gd name="connsiteX30" fmla="*/ 0 w 8962098"/>
              <a:gd name="connsiteY30" fmla="*/ 1222624 h 1222624"/>
              <a:gd name="connsiteX31" fmla="*/ 0 w 8962098"/>
              <a:gd name="connsiteY31" fmla="*/ 623538 h 1222624"/>
              <a:gd name="connsiteX32" fmla="*/ 0 w 8962098"/>
              <a:gd name="connsiteY32" fmla="*/ 0 h 1222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222624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41368" y="202051"/>
                  <a:pt x="8972231" y="411191"/>
                  <a:pt x="8962098" y="599086"/>
                </a:cubicBezTo>
                <a:cubicBezTo>
                  <a:pt x="8951965" y="786981"/>
                  <a:pt x="8932679" y="913922"/>
                  <a:pt x="8962098" y="1222624"/>
                </a:cubicBezTo>
                <a:cubicBezTo>
                  <a:pt x="8773150" y="1208291"/>
                  <a:pt x="8713881" y="1202310"/>
                  <a:pt x="8541569" y="1222624"/>
                </a:cubicBezTo>
                <a:cubicBezTo>
                  <a:pt x="8369257" y="1242938"/>
                  <a:pt x="7946817" y="1252032"/>
                  <a:pt x="7672935" y="1222624"/>
                </a:cubicBezTo>
                <a:cubicBezTo>
                  <a:pt x="7399053" y="1193216"/>
                  <a:pt x="7433511" y="1212152"/>
                  <a:pt x="7252405" y="1222624"/>
                </a:cubicBezTo>
                <a:cubicBezTo>
                  <a:pt x="7071299" y="1233097"/>
                  <a:pt x="6730593" y="1234838"/>
                  <a:pt x="6473392" y="1222624"/>
                </a:cubicBezTo>
                <a:cubicBezTo>
                  <a:pt x="6216191" y="1210410"/>
                  <a:pt x="5928123" y="1188940"/>
                  <a:pt x="5784000" y="1222624"/>
                </a:cubicBezTo>
                <a:cubicBezTo>
                  <a:pt x="5639877" y="1256308"/>
                  <a:pt x="5290102" y="1217590"/>
                  <a:pt x="5094608" y="1222624"/>
                </a:cubicBezTo>
                <a:cubicBezTo>
                  <a:pt x="4899114" y="1227658"/>
                  <a:pt x="4646058" y="1214006"/>
                  <a:pt x="4494837" y="1222624"/>
                </a:cubicBezTo>
                <a:cubicBezTo>
                  <a:pt x="4343616" y="1231242"/>
                  <a:pt x="4071982" y="1238291"/>
                  <a:pt x="3715824" y="1222624"/>
                </a:cubicBezTo>
                <a:cubicBezTo>
                  <a:pt x="3359666" y="1206957"/>
                  <a:pt x="3269812" y="1251489"/>
                  <a:pt x="3116053" y="1222624"/>
                </a:cubicBezTo>
                <a:cubicBezTo>
                  <a:pt x="2962294" y="1193759"/>
                  <a:pt x="2501003" y="1207003"/>
                  <a:pt x="2337039" y="1222624"/>
                </a:cubicBezTo>
                <a:cubicBezTo>
                  <a:pt x="2173075" y="1238245"/>
                  <a:pt x="2078012" y="1246629"/>
                  <a:pt x="1826889" y="1222624"/>
                </a:cubicBezTo>
                <a:cubicBezTo>
                  <a:pt x="1575766" y="1198620"/>
                  <a:pt x="1566259" y="1233137"/>
                  <a:pt x="1316739" y="1222624"/>
                </a:cubicBezTo>
                <a:cubicBezTo>
                  <a:pt x="1067219" y="1212112"/>
                  <a:pt x="586745" y="1251456"/>
                  <a:pt x="0" y="1222624"/>
                </a:cubicBezTo>
                <a:cubicBezTo>
                  <a:pt x="1036" y="1075738"/>
                  <a:pt x="3002" y="781507"/>
                  <a:pt x="0" y="623538"/>
                </a:cubicBezTo>
                <a:cubicBezTo>
                  <a:pt x="-3002" y="465569"/>
                  <a:pt x="-7295" y="151827"/>
                  <a:pt x="0" y="0"/>
                </a:cubicBezTo>
                <a:close/>
              </a:path>
              <a:path w="8962098" h="1222624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7162" y="245505"/>
                  <a:pt x="8983614" y="351130"/>
                  <a:pt x="8962098" y="635764"/>
                </a:cubicBezTo>
                <a:cubicBezTo>
                  <a:pt x="8940582" y="920398"/>
                  <a:pt x="8940367" y="1066789"/>
                  <a:pt x="8962098" y="1222624"/>
                </a:cubicBezTo>
                <a:cubicBezTo>
                  <a:pt x="8742154" y="1197970"/>
                  <a:pt x="8448095" y="1201028"/>
                  <a:pt x="8272706" y="1222624"/>
                </a:cubicBezTo>
                <a:cubicBezTo>
                  <a:pt x="8097317" y="1244220"/>
                  <a:pt x="7820885" y="1227085"/>
                  <a:pt x="7583314" y="1222624"/>
                </a:cubicBezTo>
                <a:cubicBezTo>
                  <a:pt x="7345743" y="1218163"/>
                  <a:pt x="7187503" y="1207727"/>
                  <a:pt x="6893922" y="1222624"/>
                </a:cubicBezTo>
                <a:cubicBezTo>
                  <a:pt x="6600341" y="1237521"/>
                  <a:pt x="6348884" y="1182469"/>
                  <a:pt x="6025287" y="1222624"/>
                </a:cubicBezTo>
                <a:cubicBezTo>
                  <a:pt x="5701690" y="1262779"/>
                  <a:pt x="5641903" y="1256453"/>
                  <a:pt x="5335895" y="1222624"/>
                </a:cubicBezTo>
                <a:cubicBezTo>
                  <a:pt x="5029887" y="1188795"/>
                  <a:pt x="4881389" y="1234089"/>
                  <a:pt x="4556882" y="1222624"/>
                </a:cubicBezTo>
                <a:cubicBezTo>
                  <a:pt x="4232375" y="1211159"/>
                  <a:pt x="4151239" y="1218283"/>
                  <a:pt x="3777869" y="1222624"/>
                </a:cubicBezTo>
                <a:cubicBezTo>
                  <a:pt x="3404499" y="1226965"/>
                  <a:pt x="3407727" y="1199558"/>
                  <a:pt x="3178098" y="1222624"/>
                </a:cubicBezTo>
                <a:cubicBezTo>
                  <a:pt x="2948469" y="1245690"/>
                  <a:pt x="2828812" y="1207695"/>
                  <a:pt x="2667948" y="1222624"/>
                </a:cubicBezTo>
                <a:cubicBezTo>
                  <a:pt x="2507084" y="1237554"/>
                  <a:pt x="2194447" y="1187150"/>
                  <a:pt x="1799314" y="1222624"/>
                </a:cubicBezTo>
                <a:cubicBezTo>
                  <a:pt x="1404181" y="1258098"/>
                  <a:pt x="1251049" y="1210605"/>
                  <a:pt x="1109921" y="1222624"/>
                </a:cubicBezTo>
                <a:cubicBezTo>
                  <a:pt x="968793" y="1234643"/>
                  <a:pt x="382880" y="1211228"/>
                  <a:pt x="0" y="1222624"/>
                </a:cubicBezTo>
                <a:cubicBezTo>
                  <a:pt x="-28060" y="1077063"/>
                  <a:pt x="20477" y="733207"/>
                  <a:pt x="0" y="599086"/>
                </a:cubicBezTo>
                <a:cubicBezTo>
                  <a:pt x="-20477" y="464965"/>
                  <a:pt x="-25780" y="13648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전달할 인자를 </a:t>
            </a:r>
            <a:r>
              <a:rPr lang="en-US" altLang="ko-KR" sz="1000">
                <a:solidFill>
                  <a:srgbClr val="00B050"/>
                </a:solidFill>
              </a:rPr>
              <a:t>context</a:t>
            </a:r>
            <a:r>
              <a:rPr lang="ko-KR" altLang="en-US" sz="1000">
                <a:solidFill>
                  <a:srgbClr val="00B050"/>
                </a:solidFill>
              </a:rPr>
              <a:t>를 사용해 설정한다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context</a:t>
            </a:r>
            <a:r>
              <a:rPr lang="en-US" altLang="ko-KR" sz="1000"/>
              <a:t> constext_setting;</a:t>
            </a:r>
            <a:endParaRPr lang="en-US" altLang="ko-KR" sz="1000">
              <a:solidFill>
                <a:srgbClr val="0000FF"/>
              </a:solidFill>
            </a:endParaRPr>
          </a:p>
          <a:p>
            <a:r>
              <a:rPr lang="en-US" altLang="ko-KR" sz="1000"/>
              <a:t>context_setting[“local_end_point”][“port”] =20000;</a:t>
            </a:r>
          </a:p>
          <a:p>
            <a:endParaRPr lang="en-US" altLang="ko-KR" sz="1000">
              <a:solidFill>
                <a:srgbClr val="0000FF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pacceptor = make_own&lt;</a:t>
            </a:r>
            <a:r>
              <a:rPr lang="en-US" altLang="ko-KR" sz="1000" b="1"/>
              <a:t>net::acceptor&lt;socket_tcp&gt;</a:t>
            </a:r>
            <a:r>
              <a:rPr lang="en-US" altLang="ko-KR" sz="1000"/>
              <a:t>&gt;();</a:t>
            </a:r>
          </a:p>
          <a:p>
            <a:br>
              <a:rPr lang="en-US" altLang="ko-KR" sz="1000"/>
            </a:br>
            <a:r>
              <a:rPr lang="en-US" altLang="ko-KR" sz="1000"/>
              <a:t>pacceptor-&gt;start( context_setting ); </a:t>
            </a:r>
            <a:r>
              <a:rPr lang="en-US" altLang="ko-KR" sz="1000">
                <a:solidFill>
                  <a:srgbClr val="00B050"/>
                </a:solidFill>
              </a:rPr>
              <a:t>// context</a:t>
            </a:r>
            <a:r>
              <a:rPr lang="ko-KR" altLang="en-US" sz="1000">
                <a:solidFill>
                  <a:srgbClr val="00B050"/>
                </a:solidFill>
              </a:rPr>
              <a:t>를 넘겨서 시작한다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847EE74-6A48-44EE-ABD5-D154D551248E}"/>
              </a:ext>
            </a:extLst>
          </p:cNvPr>
          <p:cNvSpPr/>
          <p:nvPr/>
        </p:nvSpPr>
        <p:spPr>
          <a:xfrm>
            <a:off x="1661652" y="3911357"/>
            <a:ext cx="3544560" cy="3262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근데 도대체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context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사용하면 무엇이 좋은가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2E12975-FB95-4EBE-90C5-D09A6EEBE2B3}"/>
              </a:ext>
            </a:extLst>
          </p:cNvPr>
          <p:cNvSpPr/>
          <p:nvPr/>
        </p:nvSpPr>
        <p:spPr>
          <a:xfrm>
            <a:off x="1868592" y="4301630"/>
            <a:ext cx="2717411" cy="1157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한꺼번에 초기화가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다계층 초기화가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JSON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통한 초기화가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 marL="171450" indent="-171450" defTabSz="36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외부 파일로 설정이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8340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BE7EAE-F6DA-40E5-9936-7D7473E75902}"/>
              </a:ext>
            </a:extLst>
          </p:cNvPr>
          <p:cNvSpPr txBox="1"/>
          <p:nvPr/>
        </p:nvSpPr>
        <p:spPr>
          <a:xfrm>
            <a:off x="1416049" y="578901"/>
            <a:ext cx="9783173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한꺼번에 초기화 가능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context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사용하면 여러 개의 객체를 한꺼번에 초기화를 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context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socket_tcp_client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필요한  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138E68-2FC0-4887-B76A-9B9E47C7DE9D}"/>
              </a:ext>
            </a:extLst>
          </p:cNvPr>
          <p:cNvSpPr/>
          <p:nvPr/>
        </p:nvSpPr>
        <p:spPr>
          <a:xfrm>
            <a:off x="1761271" y="1716656"/>
            <a:ext cx="8962098" cy="3522466"/>
          </a:xfrm>
          <a:custGeom>
            <a:avLst/>
            <a:gdLst>
              <a:gd name="connsiteX0" fmla="*/ 0 w 8962098"/>
              <a:gd name="connsiteY0" fmla="*/ 0 h 3522466"/>
              <a:gd name="connsiteX1" fmla="*/ 689392 w 8962098"/>
              <a:gd name="connsiteY1" fmla="*/ 0 h 3522466"/>
              <a:gd name="connsiteX2" fmla="*/ 1109921 w 8962098"/>
              <a:gd name="connsiteY2" fmla="*/ 0 h 3522466"/>
              <a:gd name="connsiteX3" fmla="*/ 1799314 w 8962098"/>
              <a:gd name="connsiteY3" fmla="*/ 0 h 3522466"/>
              <a:gd name="connsiteX4" fmla="*/ 2309464 w 8962098"/>
              <a:gd name="connsiteY4" fmla="*/ 0 h 3522466"/>
              <a:gd name="connsiteX5" fmla="*/ 2729993 w 8962098"/>
              <a:gd name="connsiteY5" fmla="*/ 0 h 3522466"/>
              <a:gd name="connsiteX6" fmla="*/ 3598627 w 8962098"/>
              <a:gd name="connsiteY6" fmla="*/ 0 h 3522466"/>
              <a:gd name="connsiteX7" fmla="*/ 4198398 w 8962098"/>
              <a:gd name="connsiteY7" fmla="*/ 0 h 3522466"/>
              <a:gd name="connsiteX8" fmla="*/ 4977411 w 8962098"/>
              <a:gd name="connsiteY8" fmla="*/ 0 h 3522466"/>
              <a:gd name="connsiteX9" fmla="*/ 5666804 w 8962098"/>
              <a:gd name="connsiteY9" fmla="*/ 0 h 3522466"/>
              <a:gd name="connsiteX10" fmla="*/ 6176954 w 8962098"/>
              <a:gd name="connsiteY10" fmla="*/ 0 h 3522466"/>
              <a:gd name="connsiteX11" fmla="*/ 6597483 w 8962098"/>
              <a:gd name="connsiteY11" fmla="*/ 0 h 3522466"/>
              <a:gd name="connsiteX12" fmla="*/ 7466117 w 8962098"/>
              <a:gd name="connsiteY12" fmla="*/ 0 h 3522466"/>
              <a:gd name="connsiteX13" fmla="*/ 8155509 w 8962098"/>
              <a:gd name="connsiteY13" fmla="*/ 0 h 3522466"/>
              <a:gd name="connsiteX14" fmla="*/ 8962098 w 8962098"/>
              <a:gd name="connsiteY14" fmla="*/ 0 h 3522466"/>
              <a:gd name="connsiteX15" fmla="*/ 8962098 w 8962098"/>
              <a:gd name="connsiteY15" fmla="*/ 481404 h 3522466"/>
              <a:gd name="connsiteX16" fmla="*/ 8962098 w 8962098"/>
              <a:gd name="connsiteY16" fmla="*/ 1103706 h 3522466"/>
              <a:gd name="connsiteX17" fmla="*/ 8962098 w 8962098"/>
              <a:gd name="connsiteY17" fmla="*/ 1726008 h 3522466"/>
              <a:gd name="connsiteX18" fmla="*/ 8962098 w 8962098"/>
              <a:gd name="connsiteY18" fmla="*/ 2383535 h 3522466"/>
              <a:gd name="connsiteX19" fmla="*/ 8962098 w 8962098"/>
              <a:gd name="connsiteY19" fmla="*/ 3522466 h 3522466"/>
              <a:gd name="connsiteX20" fmla="*/ 8183085 w 8962098"/>
              <a:gd name="connsiteY20" fmla="*/ 3522466 h 3522466"/>
              <a:gd name="connsiteX21" fmla="*/ 7404072 w 8962098"/>
              <a:gd name="connsiteY21" fmla="*/ 3522466 h 3522466"/>
              <a:gd name="connsiteX22" fmla="*/ 6804301 w 8962098"/>
              <a:gd name="connsiteY22" fmla="*/ 3522466 h 3522466"/>
              <a:gd name="connsiteX23" fmla="*/ 6114908 w 8962098"/>
              <a:gd name="connsiteY23" fmla="*/ 3522466 h 3522466"/>
              <a:gd name="connsiteX24" fmla="*/ 5515137 w 8962098"/>
              <a:gd name="connsiteY24" fmla="*/ 3522466 h 3522466"/>
              <a:gd name="connsiteX25" fmla="*/ 5094608 w 8962098"/>
              <a:gd name="connsiteY25" fmla="*/ 3522466 h 3522466"/>
              <a:gd name="connsiteX26" fmla="*/ 4225974 w 8962098"/>
              <a:gd name="connsiteY26" fmla="*/ 3522466 h 3522466"/>
              <a:gd name="connsiteX27" fmla="*/ 3715824 w 8962098"/>
              <a:gd name="connsiteY27" fmla="*/ 3522466 h 3522466"/>
              <a:gd name="connsiteX28" fmla="*/ 2847190 w 8962098"/>
              <a:gd name="connsiteY28" fmla="*/ 3522466 h 3522466"/>
              <a:gd name="connsiteX29" fmla="*/ 2157797 w 8962098"/>
              <a:gd name="connsiteY29" fmla="*/ 3522466 h 3522466"/>
              <a:gd name="connsiteX30" fmla="*/ 1468405 w 8962098"/>
              <a:gd name="connsiteY30" fmla="*/ 3522466 h 3522466"/>
              <a:gd name="connsiteX31" fmla="*/ 868634 w 8962098"/>
              <a:gd name="connsiteY31" fmla="*/ 3522466 h 3522466"/>
              <a:gd name="connsiteX32" fmla="*/ 0 w 8962098"/>
              <a:gd name="connsiteY32" fmla="*/ 3522466 h 3522466"/>
              <a:gd name="connsiteX33" fmla="*/ 0 w 8962098"/>
              <a:gd name="connsiteY33" fmla="*/ 2970613 h 3522466"/>
              <a:gd name="connsiteX34" fmla="*/ 0 w 8962098"/>
              <a:gd name="connsiteY34" fmla="*/ 2348311 h 3522466"/>
              <a:gd name="connsiteX35" fmla="*/ 0 w 8962098"/>
              <a:gd name="connsiteY35" fmla="*/ 1761233 h 3522466"/>
              <a:gd name="connsiteX36" fmla="*/ 0 w 8962098"/>
              <a:gd name="connsiteY36" fmla="*/ 1103706 h 3522466"/>
              <a:gd name="connsiteX37" fmla="*/ 0 w 8962098"/>
              <a:gd name="connsiteY37" fmla="*/ 622302 h 3522466"/>
              <a:gd name="connsiteX38" fmla="*/ 0 w 8962098"/>
              <a:gd name="connsiteY38" fmla="*/ 0 h 3522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962098" h="3522466" fill="none" extrusionOk="0">
                <a:moveTo>
                  <a:pt x="0" y="0"/>
                </a:moveTo>
                <a:cubicBezTo>
                  <a:pt x="241979" y="29770"/>
                  <a:pt x="512494" y="13686"/>
                  <a:pt x="689392" y="0"/>
                </a:cubicBezTo>
                <a:cubicBezTo>
                  <a:pt x="866290" y="-13686"/>
                  <a:pt x="940195" y="18316"/>
                  <a:pt x="1109921" y="0"/>
                </a:cubicBezTo>
                <a:cubicBezTo>
                  <a:pt x="1279647" y="-18316"/>
                  <a:pt x="1609321" y="-11638"/>
                  <a:pt x="1799314" y="0"/>
                </a:cubicBezTo>
                <a:cubicBezTo>
                  <a:pt x="1989307" y="11638"/>
                  <a:pt x="2205726" y="9149"/>
                  <a:pt x="2309464" y="0"/>
                </a:cubicBezTo>
                <a:cubicBezTo>
                  <a:pt x="2413202" y="-9149"/>
                  <a:pt x="2579694" y="5934"/>
                  <a:pt x="2729993" y="0"/>
                </a:cubicBezTo>
                <a:cubicBezTo>
                  <a:pt x="2880292" y="-5934"/>
                  <a:pt x="3357554" y="-26784"/>
                  <a:pt x="3598627" y="0"/>
                </a:cubicBezTo>
                <a:cubicBezTo>
                  <a:pt x="3839700" y="26784"/>
                  <a:pt x="4020321" y="-7531"/>
                  <a:pt x="4198398" y="0"/>
                </a:cubicBezTo>
                <a:cubicBezTo>
                  <a:pt x="4376475" y="7531"/>
                  <a:pt x="4654442" y="-5864"/>
                  <a:pt x="4977411" y="0"/>
                </a:cubicBezTo>
                <a:cubicBezTo>
                  <a:pt x="5300380" y="5864"/>
                  <a:pt x="5477971" y="20723"/>
                  <a:pt x="5666804" y="0"/>
                </a:cubicBezTo>
                <a:cubicBezTo>
                  <a:pt x="5855637" y="-20723"/>
                  <a:pt x="5984135" y="6674"/>
                  <a:pt x="6176954" y="0"/>
                </a:cubicBezTo>
                <a:cubicBezTo>
                  <a:pt x="6369773" y="-6674"/>
                  <a:pt x="6505833" y="2799"/>
                  <a:pt x="6597483" y="0"/>
                </a:cubicBezTo>
                <a:cubicBezTo>
                  <a:pt x="6689133" y="-2799"/>
                  <a:pt x="7108140" y="-20624"/>
                  <a:pt x="7466117" y="0"/>
                </a:cubicBezTo>
                <a:cubicBezTo>
                  <a:pt x="7824094" y="20624"/>
                  <a:pt x="7898680" y="-12022"/>
                  <a:pt x="8155509" y="0"/>
                </a:cubicBezTo>
                <a:cubicBezTo>
                  <a:pt x="8412338" y="12022"/>
                  <a:pt x="8741593" y="-28822"/>
                  <a:pt x="8962098" y="0"/>
                </a:cubicBezTo>
                <a:cubicBezTo>
                  <a:pt x="8967969" y="218223"/>
                  <a:pt x="8978289" y="248805"/>
                  <a:pt x="8962098" y="481404"/>
                </a:cubicBezTo>
                <a:cubicBezTo>
                  <a:pt x="8945907" y="714003"/>
                  <a:pt x="8965364" y="804939"/>
                  <a:pt x="8962098" y="1103706"/>
                </a:cubicBezTo>
                <a:cubicBezTo>
                  <a:pt x="8958832" y="1402473"/>
                  <a:pt x="8986179" y="1432427"/>
                  <a:pt x="8962098" y="1726008"/>
                </a:cubicBezTo>
                <a:cubicBezTo>
                  <a:pt x="8938017" y="2019589"/>
                  <a:pt x="8962840" y="2097890"/>
                  <a:pt x="8962098" y="2383535"/>
                </a:cubicBezTo>
                <a:cubicBezTo>
                  <a:pt x="8961356" y="2669180"/>
                  <a:pt x="8927435" y="3066552"/>
                  <a:pt x="8962098" y="3522466"/>
                </a:cubicBezTo>
                <a:cubicBezTo>
                  <a:pt x="8613981" y="3519339"/>
                  <a:pt x="8379706" y="3506540"/>
                  <a:pt x="8183085" y="3522466"/>
                </a:cubicBezTo>
                <a:cubicBezTo>
                  <a:pt x="7986464" y="3538392"/>
                  <a:pt x="7595423" y="3490010"/>
                  <a:pt x="7404072" y="3522466"/>
                </a:cubicBezTo>
                <a:cubicBezTo>
                  <a:pt x="7212721" y="3554922"/>
                  <a:pt x="6960925" y="3515580"/>
                  <a:pt x="6804301" y="3522466"/>
                </a:cubicBezTo>
                <a:cubicBezTo>
                  <a:pt x="6647677" y="3529352"/>
                  <a:pt x="6312739" y="3505622"/>
                  <a:pt x="6114908" y="3522466"/>
                </a:cubicBezTo>
                <a:cubicBezTo>
                  <a:pt x="5917077" y="3539310"/>
                  <a:pt x="5789127" y="3520193"/>
                  <a:pt x="5515137" y="3522466"/>
                </a:cubicBezTo>
                <a:cubicBezTo>
                  <a:pt x="5241147" y="3524739"/>
                  <a:pt x="5229677" y="3512943"/>
                  <a:pt x="5094608" y="3522466"/>
                </a:cubicBezTo>
                <a:cubicBezTo>
                  <a:pt x="4959539" y="3531989"/>
                  <a:pt x="4503570" y="3515142"/>
                  <a:pt x="4225974" y="3522466"/>
                </a:cubicBezTo>
                <a:cubicBezTo>
                  <a:pt x="3948378" y="3529790"/>
                  <a:pt x="3969646" y="3527283"/>
                  <a:pt x="3715824" y="3522466"/>
                </a:cubicBezTo>
                <a:cubicBezTo>
                  <a:pt x="3462002" y="3517650"/>
                  <a:pt x="3129677" y="3496734"/>
                  <a:pt x="2847190" y="3522466"/>
                </a:cubicBezTo>
                <a:cubicBezTo>
                  <a:pt x="2564703" y="3548198"/>
                  <a:pt x="2414453" y="3517822"/>
                  <a:pt x="2157797" y="3522466"/>
                </a:cubicBezTo>
                <a:cubicBezTo>
                  <a:pt x="1901141" y="3527110"/>
                  <a:pt x="1782984" y="3532910"/>
                  <a:pt x="1468405" y="3522466"/>
                </a:cubicBezTo>
                <a:cubicBezTo>
                  <a:pt x="1153826" y="3512022"/>
                  <a:pt x="1102295" y="3550708"/>
                  <a:pt x="868634" y="3522466"/>
                </a:cubicBezTo>
                <a:cubicBezTo>
                  <a:pt x="634973" y="3494224"/>
                  <a:pt x="216618" y="3507522"/>
                  <a:pt x="0" y="3522466"/>
                </a:cubicBezTo>
                <a:cubicBezTo>
                  <a:pt x="-1897" y="3401084"/>
                  <a:pt x="-25354" y="3223728"/>
                  <a:pt x="0" y="2970613"/>
                </a:cubicBezTo>
                <a:cubicBezTo>
                  <a:pt x="25354" y="2717498"/>
                  <a:pt x="402" y="2497673"/>
                  <a:pt x="0" y="2348311"/>
                </a:cubicBezTo>
                <a:cubicBezTo>
                  <a:pt x="-402" y="2198949"/>
                  <a:pt x="11463" y="1960071"/>
                  <a:pt x="0" y="1761233"/>
                </a:cubicBezTo>
                <a:cubicBezTo>
                  <a:pt x="-11463" y="1562395"/>
                  <a:pt x="26354" y="1396180"/>
                  <a:pt x="0" y="1103706"/>
                </a:cubicBezTo>
                <a:cubicBezTo>
                  <a:pt x="-26354" y="811232"/>
                  <a:pt x="8374" y="800214"/>
                  <a:pt x="0" y="622302"/>
                </a:cubicBezTo>
                <a:cubicBezTo>
                  <a:pt x="-8374" y="444390"/>
                  <a:pt x="8171" y="145218"/>
                  <a:pt x="0" y="0"/>
                </a:cubicBezTo>
                <a:close/>
              </a:path>
              <a:path w="8962098" h="3522466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69885" y="186664"/>
                  <a:pt x="8941232" y="490716"/>
                  <a:pt x="8962098" y="657527"/>
                </a:cubicBezTo>
                <a:cubicBezTo>
                  <a:pt x="8982964" y="824338"/>
                  <a:pt x="8982303" y="1075152"/>
                  <a:pt x="8962098" y="1279829"/>
                </a:cubicBezTo>
                <a:cubicBezTo>
                  <a:pt x="8941893" y="1484506"/>
                  <a:pt x="8948308" y="1582530"/>
                  <a:pt x="8962098" y="1866907"/>
                </a:cubicBezTo>
                <a:cubicBezTo>
                  <a:pt x="8975888" y="2151284"/>
                  <a:pt x="8966748" y="2215524"/>
                  <a:pt x="8962098" y="2348311"/>
                </a:cubicBezTo>
                <a:cubicBezTo>
                  <a:pt x="8957448" y="2481098"/>
                  <a:pt x="8972004" y="2742034"/>
                  <a:pt x="8962098" y="2864939"/>
                </a:cubicBezTo>
                <a:cubicBezTo>
                  <a:pt x="8952192" y="2987844"/>
                  <a:pt x="8948346" y="3382640"/>
                  <a:pt x="8962098" y="3522466"/>
                </a:cubicBezTo>
                <a:cubicBezTo>
                  <a:pt x="8652068" y="3534239"/>
                  <a:pt x="8578714" y="3556295"/>
                  <a:pt x="8272706" y="3522466"/>
                </a:cubicBezTo>
                <a:cubicBezTo>
                  <a:pt x="7966698" y="3488637"/>
                  <a:pt x="7818200" y="3533931"/>
                  <a:pt x="7493693" y="3522466"/>
                </a:cubicBezTo>
                <a:cubicBezTo>
                  <a:pt x="7169186" y="3511001"/>
                  <a:pt x="7088050" y="3518125"/>
                  <a:pt x="6714680" y="3522466"/>
                </a:cubicBezTo>
                <a:cubicBezTo>
                  <a:pt x="6341310" y="3526807"/>
                  <a:pt x="6345519" y="3503177"/>
                  <a:pt x="6114908" y="3522466"/>
                </a:cubicBezTo>
                <a:cubicBezTo>
                  <a:pt x="5884297" y="3541755"/>
                  <a:pt x="5765622" y="3507537"/>
                  <a:pt x="5604758" y="3522466"/>
                </a:cubicBezTo>
                <a:cubicBezTo>
                  <a:pt x="5443894" y="3537396"/>
                  <a:pt x="5131257" y="3486992"/>
                  <a:pt x="4736124" y="3522466"/>
                </a:cubicBezTo>
                <a:cubicBezTo>
                  <a:pt x="4340991" y="3557940"/>
                  <a:pt x="4390737" y="3508013"/>
                  <a:pt x="4046732" y="3522466"/>
                </a:cubicBezTo>
                <a:cubicBezTo>
                  <a:pt x="3702727" y="3536919"/>
                  <a:pt x="3426655" y="3509279"/>
                  <a:pt x="3178098" y="3522466"/>
                </a:cubicBezTo>
                <a:cubicBezTo>
                  <a:pt x="2929541" y="3535653"/>
                  <a:pt x="2559231" y="3510007"/>
                  <a:pt x="2399085" y="3522466"/>
                </a:cubicBezTo>
                <a:cubicBezTo>
                  <a:pt x="2238939" y="3534925"/>
                  <a:pt x="2136689" y="3547005"/>
                  <a:pt x="1888935" y="3522466"/>
                </a:cubicBezTo>
                <a:cubicBezTo>
                  <a:pt x="1641181" y="3497928"/>
                  <a:pt x="1404576" y="3534546"/>
                  <a:pt x="1199542" y="3522466"/>
                </a:cubicBezTo>
                <a:cubicBezTo>
                  <a:pt x="994508" y="3510386"/>
                  <a:pt x="819641" y="3492508"/>
                  <a:pt x="599771" y="3522466"/>
                </a:cubicBezTo>
                <a:cubicBezTo>
                  <a:pt x="379901" y="3552424"/>
                  <a:pt x="208060" y="3550511"/>
                  <a:pt x="0" y="3522466"/>
                </a:cubicBezTo>
                <a:cubicBezTo>
                  <a:pt x="11348" y="3326767"/>
                  <a:pt x="4331" y="3096278"/>
                  <a:pt x="0" y="2970613"/>
                </a:cubicBezTo>
                <a:cubicBezTo>
                  <a:pt x="-4331" y="2844948"/>
                  <a:pt x="-16735" y="2584356"/>
                  <a:pt x="0" y="2313086"/>
                </a:cubicBezTo>
                <a:cubicBezTo>
                  <a:pt x="16735" y="2041816"/>
                  <a:pt x="-1419" y="1959000"/>
                  <a:pt x="0" y="1831682"/>
                </a:cubicBezTo>
                <a:cubicBezTo>
                  <a:pt x="1419" y="1704364"/>
                  <a:pt x="3638" y="1495186"/>
                  <a:pt x="0" y="1350279"/>
                </a:cubicBezTo>
                <a:cubicBezTo>
                  <a:pt x="-3638" y="1205372"/>
                  <a:pt x="-13716" y="1005442"/>
                  <a:pt x="0" y="833650"/>
                </a:cubicBezTo>
                <a:cubicBezTo>
                  <a:pt x="13716" y="661858"/>
                  <a:pt x="13592" y="16953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1) </a:t>
            </a:r>
            <a:r>
              <a:rPr lang="ko-KR" altLang="en-US" sz="1000">
                <a:solidFill>
                  <a:srgbClr val="00B050"/>
                </a:solidFill>
              </a:rPr>
              <a:t>각 객체에 이름을 설정하여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pacceptor_a  = make_own&lt;net::acceptor&lt;foo_socket&gt;&gt;("bar");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pacceptor_b  = make_own&lt;net::acceptor&lt;foo_socket&gt;&gt;("foz");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pconnector_c = make_own&lt;net::socket::tcp_client&lt;&gt;&gt;("taz");</a:t>
            </a:r>
          </a:p>
          <a:p>
            <a:pPr defTabSz="360000"/>
            <a:endParaRPr lang="en-US" altLang="ko-KR" sz="1000"/>
          </a:p>
          <a:p>
            <a:r>
              <a:rPr lang="en-US" altLang="ko-KR" sz="1000">
                <a:solidFill>
                  <a:srgbClr val="0000FF"/>
                </a:solidFill>
              </a:rPr>
              <a:t>context</a:t>
            </a:r>
            <a:r>
              <a:rPr lang="en-US" altLang="ko-KR" sz="1000"/>
              <a:t> param;</a:t>
            </a:r>
          </a:p>
          <a:p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2) "baz", "foz", "taz"</a:t>
            </a:r>
            <a:r>
              <a:rPr lang="ko-KR" altLang="en-US" sz="1000">
                <a:solidFill>
                  <a:srgbClr val="00B050"/>
                </a:solidFill>
              </a:rPr>
              <a:t>에 전달할 파라미터를 설정한다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param["bar"]["local_endpoint"]["port"] = 22010;</a:t>
            </a:r>
          </a:p>
          <a:p>
            <a:endParaRPr lang="ko-KR" altLang="en-US" sz="1000"/>
          </a:p>
          <a:p>
            <a:r>
              <a:rPr lang="en-US" altLang="ko-KR" sz="1000"/>
              <a:t>param["foz"]["local_endpoint"]["address"] = "127.0.0.1";</a:t>
            </a:r>
          </a:p>
          <a:p>
            <a:r>
              <a:rPr lang="fr-FR" altLang="ko-KR" sz="1000"/>
              <a:t>param["foz"]["local_endpoint"]["port"] = 22020;</a:t>
            </a:r>
          </a:p>
          <a:p>
            <a:r>
              <a:rPr lang="en-US" altLang="ko-KR" sz="1000"/>
              <a:t>param["foz"]["prepare_on_start"] = 256;</a:t>
            </a:r>
          </a:p>
          <a:p>
            <a:endParaRPr lang="ko-KR" altLang="en-US" sz="1000"/>
          </a:p>
          <a:p>
            <a:r>
              <a:rPr lang="en-US" altLang="ko-KR" sz="1000"/>
              <a:t>param["taz"]["remote_endpoint"]["address"] = "127.0.0.1";</a:t>
            </a:r>
          </a:p>
          <a:p>
            <a:r>
              <a:rPr lang="fr-FR" altLang="ko-KR" sz="1000"/>
              <a:t>param["taz"]["remote_endpoint"]["port"] = 22030;</a:t>
            </a:r>
          </a:p>
          <a:p>
            <a:pPr defTabSz="360000"/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3) context</a:t>
            </a:r>
            <a:r>
              <a:rPr lang="ko-KR" altLang="en-US" sz="1000">
                <a:solidFill>
                  <a:srgbClr val="00B050"/>
                </a:solidFill>
              </a:rPr>
              <a:t>를 </a:t>
            </a:r>
            <a:r>
              <a:rPr lang="en-US" altLang="ko-KR" sz="1000">
                <a:solidFill>
                  <a:srgbClr val="00B050"/>
                </a:solidFill>
              </a:rPr>
              <a:t>start</a:t>
            </a:r>
            <a:r>
              <a:rPr lang="ko-KR" altLang="en-US" sz="1000">
                <a:solidFill>
                  <a:srgbClr val="00B050"/>
                </a:solidFill>
              </a:rPr>
              <a:t>시 전달해 </a:t>
            </a:r>
            <a:r>
              <a:rPr lang="en-US" altLang="ko-KR" sz="1000">
                <a:solidFill>
                  <a:srgbClr val="00B050"/>
                </a:solidFill>
              </a:rPr>
              <a:t>start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pacceptor_a-&gt;start(param);</a:t>
            </a:r>
          </a:p>
          <a:p>
            <a:r>
              <a:rPr lang="en-US" altLang="ko-KR" sz="1000"/>
              <a:t>pacceptor_b-&gt;start(param);</a:t>
            </a:r>
          </a:p>
          <a:p>
            <a:r>
              <a:rPr lang="en-US" altLang="ko-KR" sz="1000"/>
              <a:t>pconnector_c-&gt;start(param);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199BFA-8545-473A-840F-2A00ABE0C4A4}"/>
              </a:ext>
            </a:extLst>
          </p:cNvPr>
          <p:cNvSpPr/>
          <p:nvPr/>
        </p:nvSpPr>
        <p:spPr>
          <a:xfrm>
            <a:off x="6303168" y="2171283"/>
            <a:ext cx="4127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 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객체의 이름을  정해준다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4AAD3FC-8EA7-4682-8CD8-DEA83325EC0F}"/>
              </a:ext>
            </a:extLst>
          </p:cNvPr>
          <p:cNvSpPr/>
          <p:nvPr/>
        </p:nvSpPr>
        <p:spPr>
          <a:xfrm>
            <a:off x="6313678" y="2210115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EE7756C-8310-498F-9518-1715818D89FF}"/>
              </a:ext>
            </a:extLst>
          </p:cNvPr>
          <p:cNvSpPr/>
          <p:nvPr/>
        </p:nvSpPr>
        <p:spPr>
          <a:xfrm>
            <a:off x="5547534" y="3044807"/>
            <a:ext cx="368708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“bar”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의 인자를 설정한다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F529278-DE8B-41B2-88D9-D7ABA5500F39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4847303" y="3174730"/>
            <a:ext cx="730093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946EDFAA-FD37-4839-8D75-AC5B390BE231}"/>
              </a:ext>
            </a:extLst>
          </p:cNvPr>
          <p:cNvSpPr/>
          <p:nvPr/>
        </p:nvSpPr>
        <p:spPr>
          <a:xfrm>
            <a:off x="5577396" y="3084730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6D1CEC-017A-4C5A-9AD1-DFBF1F63660B}"/>
              </a:ext>
            </a:extLst>
          </p:cNvPr>
          <p:cNvSpPr/>
          <p:nvPr/>
        </p:nvSpPr>
        <p:spPr>
          <a:xfrm>
            <a:off x="5547534" y="3481480"/>
            <a:ext cx="316875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“foz”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의 인자를 설정한다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9E70EC4-7E35-4B02-B94E-34AA13A58C5D}"/>
              </a:ext>
            </a:extLst>
          </p:cNvPr>
          <p:cNvSpPr/>
          <p:nvPr/>
        </p:nvSpPr>
        <p:spPr>
          <a:xfrm>
            <a:off x="5577396" y="352140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66DD1A2-033A-46BB-8D12-15A638B3D5D3}"/>
              </a:ext>
            </a:extLst>
          </p:cNvPr>
          <p:cNvSpPr/>
          <p:nvPr/>
        </p:nvSpPr>
        <p:spPr>
          <a:xfrm>
            <a:off x="5087593" y="4609766"/>
            <a:ext cx="553124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start()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를 호출하며 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param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을 전달한다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A1B5AFF5-B40F-4E04-9DA3-6DDFDF0F60BA}"/>
              </a:ext>
            </a:extLst>
          </p:cNvPr>
          <p:cNvSpPr/>
          <p:nvPr/>
        </p:nvSpPr>
        <p:spPr>
          <a:xfrm>
            <a:off x="5058463" y="466935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5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3BA8B91-D4D9-4D04-8C78-3A9CF2566353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4083433" y="4759353"/>
            <a:ext cx="975030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오른쪽 중괄호 48">
            <a:extLst>
              <a:ext uri="{FF2B5EF4-FFF2-40B4-BE49-F238E27FC236}">
                <a16:creationId xmlns:a16="http://schemas.microsoft.com/office/drawing/2014/main" id="{7A54A1BA-5241-4CD2-80A1-A5E214FE2F99}"/>
              </a:ext>
            </a:extLst>
          </p:cNvPr>
          <p:cNvSpPr/>
          <p:nvPr/>
        </p:nvSpPr>
        <p:spPr>
          <a:xfrm>
            <a:off x="6096000" y="2072138"/>
            <a:ext cx="108000" cy="427770"/>
          </a:xfrm>
          <a:prstGeom prst="rightBrac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오른쪽 중괄호 50">
            <a:extLst>
              <a:ext uri="{FF2B5EF4-FFF2-40B4-BE49-F238E27FC236}">
                <a16:creationId xmlns:a16="http://schemas.microsoft.com/office/drawing/2014/main" id="{101374C3-83CB-476C-9046-C44EFCCE4D5A}"/>
              </a:ext>
            </a:extLst>
          </p:cNvPr>
          <p:cNvSpPr/>
          <p:nvPr/>
        </p:nvSpPr>
        <p:spPr>
          <a:xfrm>
            <a:off x="5363525" y="3411786"/>
            <a:ext cx="125062" cy="393103"/>
          </a:xfrm>
          <a:prstGeom prst="rightBrac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오른쪽 중괄호 51">
            <a:extLst>
              <a:ext uri="{FF2B5EF4-FFF2-40B4-BE49-F238E27FC236}">
                <a16:creationId xmlns:a16="http://schemas.microsoft.com/office/drawing/2014/main" id="{D88C0A88-6D9B-4781-98B3-96C04BCA4478}"/>
              </a:ext>
            </a:extLst>
          </p:cNvPr>
          <p:cNvSpPr/>
          <p:nvPr/>
        </p:nvSpPr>
        <p:spPr>
          <a:xfrm>
            <a:off x="5363525" y="4013080"/>
            <a:ext cx="125062" cy="289322"/>
          </a:xfrm>
          <a:prstGeom prst="rightBrac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오른쪽 중괄호 52">
            <a:extLst>
              <a:ext uri="{FF2B5EF4-FFF2-40B4-BE49-F238E27FC236}">
                <a16:creationId xmlns:a16="http://schemas.microsoft.com/office/drawing/2014/main" id="{52544CFC-C78F-4233-B17F-42A23E5B043D}"/>
              </a:ext>
            </a:extLst>
          </p:cNvPr>
          <p:cNvSpPr/>
          <p:nvPr/>
        </p:nvSpPr>
        <p:spPr>
          <a:xfrm>
            <a:off x="3903434" y="4656082"/>
            <a:ext cx="179999" cy="446860"/>
          </a:xfrm>
          <a:prstGeom prst="rightBrac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9176137-CB88-44CA-A82B-9ABE442271EA}"/>
              </a:ext>
            </a:extLst>
          </p:cNvPr>
          <p:cNvSpPr/>
          <p:nvPr/>
        </p:nvSpPr>
        <p:spPr>
          <a:xfrm>
            <a:off x="5547534" y="4037004"/>
            <a:ext cx="316875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“taz”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의 인자를 설정한다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689D818F-C6E0-4951-A728-41DFA508C950}"/>
              </a:ext>
            </a:extLst>
          </p:cNvPr>
          <p:cNvSpPr/>
          <p:nvPr/>
        </p:nvSpPr>
        <p:spPr>
          <a:xfrm>
            <a:off x="5577396" y="4076927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745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BE7EAE-F6DA-40E5-9936-7D7473E75902}"/>
              </a:ext>
            </a:extLst>
          </p:cNvPr>
          <p:cNvSpPr txBox="1"/>
          <p:nvPr/>
        </p:nvSpPr>
        <p:spPr>
          <a:xfrm>
            <a:off x="1416049" y="578901"/>
            <a:ext cx="9783173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다계층 초기화가 가능하다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context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사용하면 여러 개의 객체를 한꺼번에 초기화를 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context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객체에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acceptor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socket_tcp_client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필요한  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138E68-2FC0-4887-B76A-9B9E47C7DE9D}"/>
              </a:ext>
            </a:extLst>
          </p:cNvPr>
          <p:cNvSpPr/>
          <p:nvPr/>
        </p:nvSpPr>
        <p:spPr>
          <a:xfrm>
            <a:off x="1822873" y="4410695"/>
            <a:ext cx="8962098" cy="1983584"/>
          </a:xfrm>
          <a:custGeom>
            <a:avLst/>
            <a:gdLst>
              <a:gd name="connsiteX0" fmla="*/ 0 w 8962098"/>
              <a:gd name="connsiteY0" fmla="*/ 0 h 1983584"/>
              <a:gd name="connsiteX1" fmla="*/ 510150 w 8962098"/>
              <a:gd name="connsiteY1" fmla="*/ 0 h 1983584"/>
              <a:gd name="connsiteX2" fmla="*/ 930679 w 8962098"/>
              <a:gd name="connsiteY2" fmla="*/ 0 h 1983584"/>
              <a:gd name="connsiteX3" fmla="*/ 1440830 w 8962098"/>
              <a:gd name="connsiteY3" fmla="*/ 0 h 1983584"/>
              <a:gd name="connsiteX4" fmla="*/ 2040601 w 8962098"/>
              <a:gd name="connsiteY4" fmla="*/ 0 h 1983584"/>
              <a:gd name="connsiteX5" fmla="*/ 2461130 w 8962098"/>
              <a:gd name="connsiteY5" fmla="*/ 0 h 1983584"/>
              <a:gd name="connsiteX6" fmla="*/ 3060901 w 8962098"/>
              <a:gd name="connsiteY6" fmla="*/ 0 h 1983584"/>
              <a:gd name="connsiteX7" fmla="*/ 3660672 w 8962098"/>
              <a:gd name="connsiteY7" fmla="*/ 0 h 1983584"/>
              <a:gd name="connsiteX8" fmla="*/ 4439685 w 8962098"/>
              <a:gd name="connsiteY8" fmla="*/ 0 h 1983584"/>
              <a:gd name="connsiteX9" fmla="*/ 4860215 w 8962098"/>
              <a:gd name="connsiteY9" fmla="*/ 0 h 1983584"/>
              <a:gd name="connsiteX10" fmla="*/ 5549607 w 8962098"/>
              <a:gd name="connsiteY10" fmla="*/ 0 h 1983584"/>
              <a:gd name="connsiteX11" fmla="*/ 6059757 w 8962098"/>
              <a:gd name="connsiteY11" fmla="*/ 0 h 1983584"/>
              <a:gd name="connsiteX12" fmla="*/ 6480286 w 8962098"/>
              <a:gd name="connsiteY12" fmla="*/ 0 h 1983584"/>
              <a:gd name="connsiteX13" fmla="*/ 7348920 w 8962098"/>
              <a:gd name="connsiteY13" fmla="*/ 0 h 1983584"/>
              <a:gd name="connsiteX14" fmla="*/ 7948692 w 8962098"/>
              <a:gd name="connsiteY14" fmla="*/ 0 h 1983584"/>
              <a:gd name="connsiteX15" fmla="*/ 8962098 w 8962098"/>
              <a:gd name="connsiteY15" fmla="*/ 0 h 1983584"/>
              <a:gd name="connsiteX16" fmla="*/ 8962098 w 8962098"/>
              <a:gd name="connsiteY16" fmla="*/ 661195 h 1983584"/>
              <a:gd name="connsiteX17" fmla="*/ 8962098 w 8962098"/>
              <a:gd name="connsiteY17" fmla="*/ 1322389 h 1983584"/>
              <a:gd name="connsiteX18" fmla="*/ 8962098 w 8962098"/>
              <a:gd name="connsiteY18" fmla="*/ 1983584 h 1983584"/>
              <a:gd name="connsiteX19" fmla="*/ 8451948 w 8962098"/>
              <a:gd name="connsiteY19" fmla="*/ 1983584 h 1983584"/>
              <a:gd name="connsiteX20" fmla="*/ 7762556 w 8962098"/>
              <a:gd name="connsiteY20" fmla="*/ 1983584 h 1983584"/>
              <a:gd name="connsiteX21" fmla="*/ 7073163 w 8962098"/>
              <a:gd name="connsiteY21" fmla="*/ 1983584 h 1983584"/>
              <a:gd name="connsiteX22" fmla="*/ 6473392 w 8962098"/>
              <a:gd name="connsiteY22" fmla="*/ 1983584 h 1983584"/>
              <a:gd name="connsiteX23" fmla="*/ 5694379 w 8962098"/>
              <a:gd name="connsiteY23" fmla="*/ 1983584 h 1983584"/>
              <a:gd name="connsiteX24" fmla="*/ 5094608 w 8962098"/>
              <a:gd name="connsiteY24" fmla="*/ 1983584 h 1983584"/>
              <a:gd name="connsiteX25" fmla="*/ 4315595 w 8962098"/>
              <a:gd name="connsiteY25" fmla="*/ 1983584 h 1983584"/>
              <a:gd name="connsiteX26" fmla="*/ 3805445 w 8962098"/>
              <a:gd name="connsiteY26" fmla="*/ 1983584 h 1983584"/>
              <a:gd name="connsiteX27" fmla="*/ 3295294 w 8962098"/>
              <a:gd name="connsiteY27" fmla="*/ 1983584 h 1983584"/>
              <a:gd name="connsiteX28" fmla="*/ 2516281 w 8962098"/>
              <a:gd name="connsiteY28" fmla="*/ 1983584 h 1983584"/>
              <a:gd name="connsiteX29" fmla="*/ 1916510 w 8962098"/>
              <a:gd name="connsiteY29" fmla="*/ 1983584 h 1983584"/>
              <a:gd name="connsiteX30" fmla="*/ 1227118 w 8962098"/>
              <a:gd name="connsiteY30" fmla="*/ 1983584 h 1983584"/>
              <a:gd name="connsiteX31" fmla="*/ 627347 w 8962098"/>
              <a:gd name="connsiteY31" fmla="*/ 1983584 h 1983584"/>
              <a:gd name="connsiteX32" fmla="*/ 0 w 8962098"/>
              <a:gd name="connsiteY32" fmla="*/ 1983584 h 1983584"/>
              <a:gd name="connsiteX33" fmla="*/ 0 w 8962098"/>
              <a:gd name="connsiteY33" fmla="*/ 1282718 h 1983584"/>
              <a:gd name="connsiteX34" fmla="*/ 0 w 8962098"/>
              <a:gd name="connsiteY34" fmla="*/ 681031 h 1983584"/>
              <a:gd name="connsiteX35" fmla="*/ 0 w 8962098"/>
              <a:gd name="connsiteY35" fmla="*/ 0 h 198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983584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57211" y="227444"/>
                  <a:pt x="8946753" y="333768"/>
                  <a:pt x="8962098" y="661195"/>
                </a:cubicBezTo>
                <a:cubicBezTo>
                  <a:pt x="8977443" y="988623"/>
                  <a:pt x="8986223" y="1153560"/>
                  <a:pt x="8962098" y="1322389"/>
                </a:cubicBezTo>
                <a:cubicBezTo>
                  <a:pt x="8937973" y="1491218"/>
                  <a:pt x="8969312" y="1713725"/>
                  <a:pt x="8962098" y="1983584"/>
                </a:cubicBezTo>
                <a:cubicBezTo>
                  <a:pt x="8768339" y="1984722"/>
                  <a:pt x="8635883" y="1986359"/>
                  <a:pt x="8451948" y="1983584"/>
                </a:cubicBezTo>
                <a:cubicBezTo>
                  <a:pt x="8268013" y="1980810"/>
                  <a:pt x="7906679" y="1949900"/>
                  <a:pt x="7762556" y="1983584"/>
                </a:cubicBezTo>
                <a:cubicBezTo>
                  <a:pt x="7618433" y="2017268"/>
                  <a:pt x="7274105" y="1982689"/>
                  <a:pt x="7073163" y="1983584"/>
                </a:cubicBezTo>
                <a:cubicBezTo>
                  <a:pt x="6872221" y="1984479"/>
                  <a:pt x="6624613" y="1974966"/>
                  <a:pt x="6473392" y="1983584"/>
                </a:cubicBezTo>
                <a:cubicBezTo>
                  <a:pt x="6322171" y="1992202"/>
                  <a:pt x="6050537" y="1999251"/>
                  <a:pt x="5694379" y="1983584"/>
                </a:cubicBezTo>
                <a:cubicBezTo>
                  <a:pt x="5338221" y="1967917"/>
                  <a:pt x="5248367" y="2012449"/>
                  <a:pt x="5094608" y="1983584"/>
                </a:cubicBezTo>
                <a:cubicBezTo>
                  <a:pt x="4940849" y="1954719"/>
                  <a:pt x="4475351" y="1964295"/>
                  <a:pt x="4315595" y="1983584"/>
                </a:cubicBezTo>
                <a:cubicBezTo>
                  <a:pt x="4155839" y="2002873"/>
                  <a:pt x="4056568" y="2007589"/>
                  <a:pt x="3805445" y="1983584"/>
                </a:cubicBezTo>
                <a:cubicBezTo>
                  <a:pt x="3554322" y="1959580"/>
                  <a:pt x="3547939" y="1995070"/>
                  <a:pt x="3295294" y="1983584"/>
                </a:cubicBezTo>
                <a:cubicBezTo>
                  <a:pt x="3042649" y="1972098"/>
                  <a:pt x="2707632" y="1951128"/>
                  <a:pt x="2516281" y="1983584"/>
                </a:cubicBezTo>
                <a:cubicBezTo>
                  <a:pt x="2324930" y="2016040"/>
                  <a:pt x="2073134" y="1976698"/>
                  <a:pt x="1916510" y="1983584"/>
                </a:cubicBezTo>
                <a:cubicBezTo>
                  <a:pt x="1759886" y="1990470"/>
                  <a:pt x="1421649" y="1962290"/>
                  <a:pt x="1227118" y="1983584"/>
                </a:cubicBezTo>
                <a:cubicBezTo>
                  <a:pt x="1032587" y="2004878"/>
                  <a:pt x="901337" y="1981311"/>
                  <a:pt x="627347" y="1983584"/>
                </a:cubicBezTo>
                <a:cubicBezTo>
                  <a:pt x="353357" y="1985857"/>
                  <a:pt x="301530" y="1997195"/>
                  <a:pt x="0" y="1983584"/>
                </a:cubicBezTo>
                <a:cubicBezTo>
                  <a:pt x="28154" y="1641996"/>
                  <a:pt x="24644" y="1569331"/>
                  <a:pt x="0" y="1282718"/>
                </a:cubicBezTo>
                <a:cubicBezTo>
                  <a:pt x="-24644" y="996105"/>
                  <a:pt x="-14426" y="862814"/>
                  <a:pt x="0" y="681031"/>
                </a:cubicBezTo>
                <a:cubicBezTo>
                  <a:pt x="14426" y="499248"/>
                  <a:pt x="-13476" y="230331"/>
                  <a:pt x="0" y="0"/>
                </a:cubicBezTo>
                <a:close/>
              </a:path>
              <a:path w="8962098" h="1983584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3292" y="167562"/>
                  <a:pt x="8958908" y="377676"/>
                  <a:pt x="8962098" y="700866"/>
                </a:cubicBezTo>
                <a:cubicBezTo>
                  <a:pt x="8965288" y="1024056"/>
                  <a:pt x="8938014" y="1208123"/>
                  <a:pt x="8962098" y="1381897"/>
                </a:cubicBezTo>
                <a:cubicBezTo>
                  <a:pt x="8986182" y="1555671"/>
                  <a:pt x="8977504" y="1860727"/>
                  <a:pt x="8962098" y="1983584"/>
                </a:cubicBezTo>
                <a:cubicBezTo>
                  <a:pt x="8796241" y="1995168"/>
                  <a:pt x="8685247" y="1985693"/>
                  <a:pt x="8541569" y="1983584"/>
                </a:cubicBezTo>
                <a:cubicBezTo>
                  <a:pt x="8397891" y="1981475"/>
                  <a:pt x="8145758" y="1968687"/>
                  <a:pt x="7852177" y="1983584"/>
                </a:cubicBezTo>
                <a:cubicBezTo>
                  <a:pt x="7558596" y="1998481"/>
                  <a:pt x="7304328" y="1941323"/>
                  <a:pt x="6983543" y="1983584"/>
                </a:cubicBezTo>
                <a:cubicBezTo>
                  <a:pt x="6662758" y="2025845"/>
                  <a:pt x="6600854" y="1949405"/>
                  <a:pt x="6294150" y="1983584"/>
                </a:cubicBezTo>
                <a:cubicBezTo>
                  <a:pt x="5987446" y="2017763"/>
                  <a:pt x="5839644" y="1995049"/>
                  <a:pt x="5515137" y="1983584"/>
                </a:cubicBezTo>
                <a:cubicBezTo>
                  <a:pt x="5190630" y="1972119"/>
                  <a:pt x="5109494" y="1979243"/>
                  <a:pt x="4736124" y="1983584"/>
                </a:cubicBezTo>
                <a:cubicBezTo>
                  <a:pt x="4362754" y="1987925"/>
                  <a:pt x="4365982" y="1960518"/>
                  <a:pt x="4136353" y="1983584"/>
                </a:cubicBezTo>
                <a:cubicBezTo>
                  <a:pt x="3906724" y="2006650"/>
                  <a:pt x="3787067" y="1968655"/>
                  <a:pt x="3626203" y="1983584"/>
                </a:cubicBezTo>
                <a:cubicBezTo>
                  <a:pt x="3465339" y="1998514"/>
                  <a:pt x="3152702" y="1948110"/>
                  <a:pt x="2757569" y="1983584"/>
                </a:cubicBezTo>
                <a:cubicBezTo>
                  <a:pt x="2362436" y="2019058"/>
                  <a:pt x="2209304" y="1971565"/>
                  <a:pt x="2068176" y="1983584"/>
                </a:cubicBezTo>
                <a:cubicBezTo>
                  <a:pt x="1927048" y="1995603"/>
                  <a:pt x="1448099" y="1970397"/>
                  <a:pt x="1199542" y="1983584"/>
                </a:cubicBezTo>
                <a:cubicBezTo>
                  <a:pt x="950985" y="1996771"/>
                  <a:pt x="527239" y="1933209"/>
                  <a:pt x="0" y="1983584"/>
                </a:cubicBezTo>
                <a:cubicBezTo>
                  <a:pt x="27582" y="1726166"/>
                  <a:pt x="-7189" y="1488770"/>
                  <a:pt x="0" y="1362061"/>
                </a:cubicBezTo>
                <a:cubicBezTo>
                  <a:pt x="7189" y="1235352"/>
                  <a:pt x="29838" y="898415"/>
                  <a:pt x="0" y="760374"/>
                </a:cubicBezTo>
                <a:cubicBezTo>
                  <a:pt x="-29838" y="622333"/>
                  <a:pt x="18188" y="21147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test_service </a:t>
            </a:r>
            <a:r>
              <a:rPr lang="ko-KR" altLang="en-US" sz="1000">
                <a:solidFill>
                  <a:srgbClr val="00B050"/>
                </a:solidFill>
              </a:rPr>
              <a:t>클래스의 객체를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en-US" altLang="ko-KR" sz="1000">
              <a:solidFill>
                <a:srgbClr val="0000FF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pservice = make_own&lt;test_service&gt;(</a:t>
            </a:r>
            <a:r>
              <a:rPr lang="en-US" altLang="ko-KR" sz="1000" b="1"/>
              <a:t>“service”</a:t>
            </a:r>
            <a:r>
              <a:rPr lang="en-US" altLang="ko-KR" sz="1000"/>
              <a:t>);</a:t>
            </a:r>
          </a:p>
          <a:p>
            <a:pPr defTabSz="360000"/>
            <a:endParaRPr lang="en-US" altLang="ko-KR" sz="1000"/>
          </a:p>
          <a:p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각각의 이름으로 전달할 인자를 </a:t>
            </a:r>
            <a:r>
              <a:rPr lang="en-US" altLang="ko-KR" sz="1000">
                <a:solidFill>
                  <a:srgbClr val="00B050"/>
                </a:solidFill>
              </a:rPr>
              <a:t>context</a:t>
            </a:r>
            <a:r>
              <a:rPr lang="ko-KR" altLang="en-US" sz="1000">
                <a:solidFill>
                  <a:srgbClr val="00B050"/>
                </a:solidFill>
              </a:rPr>
              <a:t>를 사용해 설정한다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r>
              <a:rPr lang="en-US" altLang="ko-KR" sz="1000">
                <a:solidFill>
                  <a:srgbClr val="0000FF"/>
                </a:solidFill>
              </a:rPr>
              <a:t>context</a:t>
            </a:r>
            <a:r>
              <a:rPr lang="en-US" altLang="ko-KR" sz="1000"/>
              <a:t> constext_setting;</a:t>
            </a:r>
          </a:p>
          <a:p>
            <a:r>
              <a:rPr lang="en-US" altLang="ko-KR" sz="1000"/>
              <a:t>context_setting[</a:t>
            </a:r>
            <a:r>
              <a:rPr lang="en-US" altLang="ko-KR" sz="1000" b="1"/>
              <a:t>“service”</a:t>
            </a:r>
            <a:r>
              <a:rPr lang="en-US" altLang="ko-KR" sz="1000"/>
              <a:t>][</a:t>
            </a:r>
            <a:r>
              <a:rPr lang="en-US" altLang="ko-KR" sz="1000" b="1"/>
              <a:t>“test_acceptor”</a:t>
            </a:r>
            <a:r>
              <a:rPr lang="en-US" altLang="ko-KR" sz="1000"/>
              <a:t>][“port”] =20000;</a:t>
            </a:r>
            <a:endParaRPr lang="en-US" altLang="ko-KR" sz="1000">
              <a:solidFill>
                <a:srgbClr val="0000FF"/>
              </a:solidFill>
            </a:endParaRPr>
          </a:p>
          <a:p>
            <a:r>
              <a:rPr lang="en-US" altLang="ko-KR" sz="1000"/>
              <a:t>context_setting[</a:t>
            </a:r>
            <a:r>
              <a:rPr lang="en-US" altLang="ko-KR" sz="1000" b="1"/>
              <a:t>“service”</a:t>
            </a:r>
            <a:r>
              <a:rPr lang="en-US" altLang="ko-KR" sz="1000"/>
              <a:t>] [</a:t>
            </a:r>
            <a:r>
              <a:rPr lang="en-US" altLang="ko-KR" sz="1000" b="1"/>
              <a:t>“test_socket_client”</a:t>
            </a:r>
            <a:r>
              <a:rPr lang="en-US" altLang="ko-KR" sz="1000"/>
              <a:t>][“remote_end_point”][“address”] = </a:t>
            </a:r>
            <a:r>
              <a:rPr lang="en-US" altLang="ko-KR" sz="1000" b="1"/>
              <a:t>“www.cgcii.co.kr”</a:t>
            </a:r>
            <a:r>
              <a:rPr lang="en-US" altLang="ko-KR" sz="1000"/>
              <a:t>;</a:t>
            </a:r>
            <a:endParaRPr lang="en-US" altLang="ko-KR" sz="1000">
              <a:solidFill>
                <a:srgbClr val="0000FF"/>
              </a:solidFill>
            </a:endParaRPr>
          </a:p>
          <a:p>
            <a:r>
              <a:rPr lang="en-US" altLang="ko-KR" sz="1000"/>
              <a:t>context_setting[</a:t>
            </a:r>
            <a:r>
              <a:rPr lang="en-US" altLang="ko-KR" sz="1000" b="1"/>
              <a:t>“service”</a:t>
            </a:r>
            <a:r>
              <a:rPr lang="en-US" altLang="ko-KR" sz="1000"/>
              <a:t>] [</a:t>
            </a:r>
            <a:r>
              <a:rPr lang="en-US" altLang="ko-KR" sz="1000" b="1"/>
              <a:t>“test_socket_client”</a:t>
            </a:r>
            <a:r>
              <a:rPr lang="en-US" altLang="ko-KR" sz="1000"/>
              <a:t>] [“remote_end_point”][“port”] =</a:t>
            </a:r>
            <a:r>
              <a:rPr lang="en-US" altLang="ko-KR" sz="1000" b="1"/>
              <a:t>20000</a:t>
            </a:r>
            <a:r>
              <a:rPr lang="en-US" altLang="ko-KR" sz="1000"/>
              <a:t>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context_setting</a:t>
            </a:r>
            <a:r>
              <a:rPr lang="ko-KR" altLang="en-US" sz="1000">
                <a:solidFill>
                  <a:srgbClr val="00B050"/>
                </a:solidFill>
              </a:rPr>
              <a:t>을 인자로 전달한다</a:t>
            </a:r>
            <a:r>
              <a:rPr lang="en-US" altLang="ko-KR" sz="1000">
                <a:solidFill>
                  <a:srgbClr val="00B050"/>
                </a:solidFill>
              </a:rPr>
              <a:t>!</a:t>
            </a:r>
            <a:endParaRPr lang="ko-KR" altLang="en-US" sz="1000"/>
          </a:p>
          <a:p>
            <a:pPr defTabSz="360000"/>
            <a:r>
              <a:rPr lang="en-US" altLang="ko-KR" sz="1000"/>
              <a:t>pservice-&gt;start( context_setting );</a:t>
            </a:r>
            <a:endParaRPr lang="ko-KR" altLang="en-US" sz="1000">
              <a:solidFill>
                <a:srgbClr val="00B05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199BFA-8545-473A-840F-2A00ABE0C4A4}"/>
              </a:ext>
            </a:extLst>
          </p:cNvPr>
          <p:cNvSpPr/>
          <p:nvPr/>
        </p:nvSpPr>
        <p:spPr>
          <a:xfrm>
            <a:off x="6900858" y="4717513"/>
            <a:ext cx="4127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 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객체의 이름을  정해준다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4AAD3FC-8EA7-4682-8CD8-DEA83325EC0F}"/>
              </a:ext>
            </a:extLst>
          </p:cNvPr>
          <p:cNvSpPr/>
          <p:nvPr/>
        </p:nvSpPr>
        <p:spPr>
          <a:xfrm>
            <a:off x="6911368" y="4766177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D285C2F-D99E-4789-8CF4-558C42B8C7C8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6442737" y="4844471"/>
            <a:ext cx="458121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EE7756C-8310-498F-9518-1715818D89FF}"/>
              </a:ext>
            </a:extLst>
          </p:cNvPr>
          <p:cNvSpPr/>
          <p:nvPr/>
        </p:nvSpPr>
        <p:spPr>
          <a:xfrm>
            <a:off x="8252154" y="5367689"/>
            <a:ext cx="290774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다단계로 설정한다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46EDFAA-FD37-4839-8D75-AC5B390BE231}"/>
              </a:ext>
            </a:extLst>
          </p:cNvPr>
          <p:cNvSpPr/>
          <p:nvPr/>
        </p:nvSpPr>
        <p:spPr>
          <a:xfrm>
            <a:off x="8262351" y="5427276"/>
            <a:ext cx="141953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66DD1A2-033A-46BB-8D12-15A638B3D5D3}"/>
              </a:ext>
            </a:extLst>
          </p:cNvPr>
          <p:cNvSpPr/>
          <p:nvPr/>
        </p:nvSpPr>
        <p:spPr>
          <a:xfrm>
            <a:off x="4741756" y="6049149"/>
            <a:ext cx="553124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start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를 하면 다계층 으로 인자가 전달된다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b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endParaRPr lang="ko-KR" altLang="en-US" sz="105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A1B5AFF5-B40F-4E04-9DA3-6DDFDF0F60BA}"/>
              </a:ext>
            </a:extLst>
          </p:cNvPr>
          <p:cNvSpPr/>
          <p:nvPr/>
        </p:nvSpPr>
        <p:spPr>
          <a:xfrm>
            <a:off x="4712626" y="6108736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3BA8B91-D4D9-4D04-8C78-3A9CF2566353}"/>
              </a:ext>
            </a:extLst>
          </p:cNvPr>
          <p:cNvCxnSpPr>
            <a:cxnSpLocks/>
            <a:stCxn id="33" idx="2"/>
          </p:cNvCxnSpPr>
          <p:nvPr/>
        </p:nvCxnSpPr>
        <p:spPr>
          <a:xfrm flipH="1" flipV="1">
            <a:off x="4109884" y="6194323"/>
            <a:ext cx="602742" cy="4413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31ECF27-03A0-4CEF-97FE-13FE8AA7D603}"/>
              </a:ext>
            </a:extLst>
          </p:cNvPr>
          <p:cNvSpPr/>
          <p:nvPr/>
        </p:nvSpPr>
        <p:spPr>
          <a:xfrm>
            <a:off x="1822873" y="1594541"/>
            <a:ext cx="8962098" cy="2906913"/>
          </a:xfrm>
          <a:custGeom>
            <a:avLst/>
            <a:gdLst>
              <a:gd name="connsiteX0" fmla="*/ 0 w 8962098"/>
              <a:gd name="connsiteY0" fmla="*/ 0 h 2906913"/>
              <a:gd name="connsiteX1" fmla="*/ 420529 w 8962098"/>
              <a:gd name="connsiteY1" fmla="*/ 0 h 2906913"/>
              <a:gd name="connsiteX2" fmla="*/ 1020300 w 8962098"/>
              <a:gd name="connsiteY2" fmla="*/ 0 h 2906913"/>
              <a:gd name="connsiteX3" fmla="*/ 1620072 w 8962098"/>
              <a:gd name="connsiteY3" fmla="*/ 0 h 2906913"/>
              <a:gd name="connsiteX4" fmla="*/ 2399085 w 8962098"/>
              <a:gd name="connsiteY4" fmla="*/ 0 h 2906913"/>
              <a:gd name="connsiteX5" fmla="*/ 2819614 w 8962098"/>
              <a:gd name="connsiteY5" fmla="*/ 0 h 2906913"/>
              <a:gd name="connsiteX6" fmla="*/ 3509006 w 8962098"/>
              <a:gd name="connsiteY6" fmla="*/ 0 h 2906913"/>
              <a:gd name="connsiteX7" fmla="*/ 4019156 w 8962098"/>
              <a:gd name="connsiteY7" fmla="*/ 0 h 2906913"/>
              <a:gd name="connsiteX8" fmla="*/ 4439685 w 8962098"/>
              <a:gd name="connsiteY8" fmla="*/ 0 h 2906913"/>
              <a:gd name="connsiteX9" fmla="*/ 5308320 w 8962098"/>
              <a:gd name="connsiteY9" fmla="*/ 0 h 2906913"/>
              <a:gd name="connsiteX10" fmla="*/ 5908091 w 8962098"/>
              <a:gd name="connsiteY10" fmla="*/ 0 h 2906913"/>
              <a:gd name="connsiteX11" fmla="*/ 6687104 w 8962098"/>
              <a:gd name="connsiteY11" fmla="*/ 0 h 2906913"/>
              <a:gd name="connsiteX12" fmla="*/ 7376496 w 8962098"/>
              <a:gd name="connsiteY12" fmla="*/ 0 h 2906913"/>
              <a:gd name="connsiteX13" fmla="*/ 7886646 w 8962098"/>
              <a:gd name="connsiteY13" fmla="*/ 0 h 2906913"/>
              <a:gd name="connsiteX14" fmla="*/ 8307175 w 8962098"/>
              <a:gd name="connsiteY14" fmla="*/ 0 h 2906913"/>
              <a:gd name="connsiteX15" fmla="*/ 8962098 w 8962098"/>
              <a:gd name="connsiteY15" fmla="*/ 0 h 2906913"/>
              <a:gd name="connsiteX16" fmla="*/ 8962098 w 8962098"/>
              <a:gd name="connsiteY16" fmla="*/ 581383 h 2906913"/>
              <a:gd name="connsiteX17" fmla="*/ 8962098 w 8962098"/>
              <a:gd name="connsiteY17" fmla="*/ 1133696 h 2906913"/>
              <a:gd name="connsiteX18" fmla="*/ 8962098 w 8962098"/>
              <a:gd name="connsiteY18" fmla="*/ 1686010 h 2906913"/>
              <a:gd name="connsiteX19" fmla="*/ 8962098 w 8962098"/>
              <a:gd name="connsiteY19" fmla="*/ 2296461 h 2906913"/>
              <a:gd name="connsiteX20" fmla="*/ 8962098 w 8962098"/>
              <a:gd name="connsiteY20" fmla="*/ 2906913 h 2906913"/>
              <a:gd name="connsiteX21" fmla="*/ 8093464 w 8962098"/>
              <a:gd name="connsiteY21" fmla="*/ 2906913 h 2906913"/>
              <a:gd name="connsiteX22" fmla="*/ 7583314 w 8962098"/>
              <a:gd name="connsiteY22" fmla="*/ 2906913 h 2906913"/>
              <a:gd name="connsiteX23" fmla="*/ 7073163 w 8962098"/>
              <a:gd name="connsiteY23" fmla="*/ 2906913 h 2906913"/>
              <a:gd name="connsiteX24" fmla="*/ 6294150 w 8962098"/>
              <a:gd name="connsiteY24" fmla="*/ 2906913 h 2906913"/>
              <a:gd name="connsiteX25" fmla="*/ 5694379 w 8962098"/>
              <a:gd name="connsiteY25" fmla="*/ 2906913 h 2906913"/>
              <a:gd name="connsiteX26" fmla="*/ 5004987 w 8962098"/>
              <a:gd name="connsiteY26" fmla="*/ 2906913 h 2906913"/>
              <a:gd name="connsiteX27" fmla="*/ 4405216 w 8962098"/>
              <a:gd name="connsiteY27" fmla="*/ 2906913 h 2906913"/>
              <a:gd name="connsiteX28" fmla="*/ 3984687 w 8962098"/>
              <a:gd name="connsiteY28" fmla="*/ 2906913 h 2906913"/>
              <a:gd name="connsiteX29" fmla="*/ 3116053 w 8962098"/>
              <a:gd name="connsiteY29" fmla="*/ 2906913 h 2906913"/>
              <a:gd name="connsiteX30" fmla="*/ 2605902 w 8962098"/>
              <a:gd name="connsiteY30" fmla="*/ 2906913 h 2906913"/>
              <a:gd name="connsiteX31" fmla="*/ 1737268 w 8962098"/>
              <a:gd name="connsiteY31" fmla="*/ 2906913 h 2906913"/>
              <a:gd name="connsiteX32" fmla="*/ 1047876 w 8962098"/>
              <a:gd name="connsiteY32" fmla="*/ 2906913 h 2906913"/>
              <a:gd name="connsiteX33" fmla="*/ 0 w 8962098"/>
              <a:gd name="connsiteY33" fmla="*/ 2906913 h 2906913"/>
              <a:gd name="connsiteX34" fmla="*/ 0 w 8962098"/>
              <a:gd name="connsiteY34" fmla="*/ 2354600 h 2906913"/>
              <a:gd name="connsiteX35" fmla="*/ 0 w 8962098"/>
              <a:gd name="connsiteY35" fmla="*/ 1860424 h 2906913"/>
              <a:gd name="connsiteX36" fmla="*/ 0 w 8962098"/>
              <a:gd name="connsiteY36" fmla="*/ 1279042 h 2906913"/>
              <a:gd name="connsiteX37" fmla="*/ 0 w 8962098"/>
              <a:gd name="connsiteY37" fmla="*/ 668590 h 2906913"/>
              <a:gd name="connsiteX38" fmla="*/ 0 w 8962098"/>
              <a:gd name="connsiteY38" fmla="*/ 0 h 2906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962098" h="2906913" fill="none" extrusionOk="0">
                <a:moveTo>
                  <a:pt x="0" y="0"/>
                </a:moveTo>
                <a:cubicBezTo>
                  <a:pt x="156530" y="-18817"/>
                  <a:pt x="244549" y="18199"/>
                  <a:pt x="420529" y="0"/>
                </a:cubicBezTo>
                <a:cubicBezTo>
                  <a:pt x="596509" y="-18199"/>
                  <a:pt x="788035" y="4492"/>
                  <a:pt x="1020300" y="0"/>
                </a:cubicBezTo>
                <a:cubicBezTo>
                  <a:pt x="1252565" y="-4492"/>
                  <a:pt x="1358839" y="-13409"/>
                  <a:pt x="1620072" y="0"/>
                </a:cubicBezTo>
                <a:cubicBezTo>
                  <a:pt x="1881305" y="13409"/>
                  <a:pt x="2062622" y="33240"/>
                  <a:pt x="2399085" y="0"/>
                </a:cubicBezTo>
                <a:cubicBezTo>
                  <a:pt x="2735548" y="-33240"/>
                  <a:pt x="2649888" y="18316"/>
                  <a:pt x="2819614" y="0"/>
                </a:cubicBezTo>
                <a:cubicBezTo>
                  <a:pt x="2989340" y="-18316"/>
                  <a:pt x="3323301" y="-10920"/>
                  <a:pt x="3509006" y="0"/>
                </a:cubicBezTo>
                <a:cubicBezTo>
                  <a:pt x="3694711" y="10920"/>
                  <a:pt x="3915418" y="9149"/>
                  <a:pt x="4019156" y="0"/>
                </a:cubicBezTo>
                <a:cubicBezTo>
                  <a:pt x="4122894" y="-9149"/>
                  <a:pt x="4289386" y="5934"/>
                  <a:pt x="4439685" y="0"/>
                </a:cubicBezTo>
                <a:cubicBezTo>
                  <a:pt x="4589984" y="-5934"/>
                  <a:pt x="5065601" y="-31499"/>
                  <a:pt x="5308320" y="0"/>
                </a:cubicBezTo>
                <a:cubicBezTo>
                  <a:pt x="5551040" y="31499"/>
                  <a:pt x="5730014" y="-7531"/>
                  <a:pt x="5908091" y="0"/>
                </a:cubicBezTo>
                <a:cubicBezTo>
                  <a:pt x="6086168" y="7531"/>
                  <a:pt x="6364135" y="-5864"/>
                  <a:pt x="6687104" y="0"/>
                </a:cubicBezTo>
                <a:cubicBezTo>
                  <a:pt x="7010073" y="5864"/>
                  <a:pt x="7189343" y="22350"/>
                  <a:pt x="7376496" y="0"/>
                </a:cubicBezTo>
                <a:cubicBezTo>
                  <a:pt x="7563649" y="-22350"/>
                  <a:pt x="7693827" y="6674"/>
                  <a:pt x="7886646" y="0"/>
                </a:cubicBezTo>
                <a:cubicBezTo>
                  <a:pt x="8079465" y="-6674"/>
                  <a:pt x="8215525" y="2799"/>
                  <a:pt x="8307175" y="0"/>
                </a:cubicBezTo>
                <a:cubicBezTo>
                  <a:pt x="8398825" y="-2799"/>
                  <a:pt x="8784665" y="2145"/>
                  <a:pt x="8962098" y="0"/>
                </a:cubicBezTo>
                <a:cubicBezTo>
                  <a:pt x="8964244" y="220495"/>
                  <a:pt x="8941204" y="305957"/>
                  <a:pt x="8962098" y="581383"/>
                </a:cubicBezTo>
                <a:cubicBezTo>
                  <a:pt x="8982992" y="856809"/>
                  <a:pt x="8947356" y="934095"/>
                  <a:pt x="8962098" y="1133696"/>
                </a:cubicBezTo>
                <a:cubicBezTo>
                  <a:pt x="8976840" y="1333297"/>
                  <a:pt x="8953463" y="1474745"/>
                  <a:pt x="8962098" y="1686010"/>
                </a:cubicBezTo>
                <a:cubicBezTo>
                  <a:pt x="8970733" y="1897275"/>
                  <a:pt x="8948865" y="2132073"/>
                  <a:pt x="8962098" y="2296461"/>
                </a:cubicBezTo>
                <a:cubicBezTo>
                  <a:pt x="8975331" y="2460849"/>
                  <a:pt x="8948787" y="2617981"/>
                  <a:pt x="8962098" y="2906913"/>
                </a:cubicBezTo>
                <a:cubicBezTo>
                  <a:pt x="8755478" y="2930439"/>
                  <a:pt x="8509740" y="2903941"/>
                  <a:pt x="8093464" y="2906913"/>
                </a:cubicBezTo>
                <a:cubicBezTo>
                  <a:pt x="7677188" y="2909885"/>
                  <a:pt x="7834437" y="2930918"/>
                  <a:pt x="7583314" y="2906913"/>
                </a:cubicBezTo>
                <a:cubicBezTo>
                  <a:pt x="7332191" y="2882909"/>
                  <a:pt x="7325808" y="2918399"/>
                  <a:pt x="7073163" y="2906913"/>
                </a:cubicBezTo>
                <a:cubicBezTo>
                  <a:pt x="6820518" y="2895427"/>
                  <a:pt x="6485501" y="2874457"/>
                  <a:pt x="6294150" y="2906913"/>
                </a:cubicBezTo>
                <a:cubicBezTo>
                  <a:pt x="6102799" y="2939369"/>
                  <a:pt x="5851003" y="2900027"/>
                  <a:pt x="5694379" y="2906913"/>
                </a:cubicBezTo>
                <a:cubicBezTo>
                  <a:pt x="5537755" y="2913799"/>
                  <a:pt x="5199518" y="2885619"/>
                  <a:pt x="5004987" y="2906913"/>
                </a:cubicBezTo>
                <a:cubicBezTo>
                  <a:pt x="4810456" y="2928207"/>
                  <a:pt x="4679206" y="2904640"/>
                  <a:pt x="4405216" y="2906913"/>
                </a:cubicBezTo>
                <a:cubicBezTo>
                  <a:pt x="4131226" y="2909186"/>
                  <a:pt x="4119756" y="2897390"/>
                  <a:pt x="3984687" y="2906913"/>
                </a:cubicBezTo>
                <a:cubicBezTo>
                  <a:pt x="3849618" y="2916436"/>
                  <a:pt x="3393649" y="2899589"/>
                  <a:pt x="3116053" y="2906913"/>
                </a:cubicBezTo>
                <a:cubicBezTo>
                  <a:pt x="2838457" y="2914237"/>
                  <a:pt x="2859977" y="2920090"/>
                  <a:pt x="2605902" y="2906913"/>
                </a:cubicBezTo>
                <a:cubicBezTo>
                  <a:pt x="2351827" y="2893736"/>
                  <a:pt x="2019755" y="2881181"/>
                  <a:pt x="1737268" y="2906913"/>
                </a:cubicBezTo>
                <a:cubicBezTo>
                  <a:pt x="1454781" y="2932645"/>
                  <a:pt x="1298783" y="2901943"/>
                  <a:pt x="1047876" y="2906913"/>
                </a:cubicBezTo>
                <a:cubicBezTo>
                  <a:pt x="796969" y="2911883"/>
                  <a:pt x="405640" y="2954601"/>
                  <a:pt x="0" y="2906913"/>
                </a:cubicBezTo>
                <a:cubicBezTo>
                  <a:pt x="15431" y="2684966"/>
                  <a:pt x="18865" y="2628186"/>
                  <a:pt x="0" y="2354600"/>
                </a:cubicBezTo>
                <a:cubicBezTo>
                  <a:pt x="-18865" y="2081014"/>
                  <a:pt x="15782" y="2087478"/>
                  <a:pt x="0" y="1860424"/>
                </a:cubicBezTo>
                <a:cubicBezTo>
                  <a:pt x="-15782" y="1633370"/>
                  <a:pt x="-3826" y="1413194"/>
                  <a:pt x="0" y="1279042"/>
                </a:cubicBezTo>
                <a:cubicBezTo>
                  <a:pt x="3826" y="1144890"/>
                  <a:pt x="-14890" y="887255"/>
                  <a:pt x="0" y="668590"/>
                </a:cubicBezTo>
                <a:cubicBezTo>
                  <a:pt x="14890" y="449925"/>
                  <a:pt x="-30781" y="233259"/>
                  <a:pt x="0" y="0"/>
                </a:cubicBezTo>
                <a:close/>
              </a:path>
              <a:path w="8962098" h="290691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2385" y="209918"/>
                  <a:pt x="8937844" y="472841"/>
                  <a:pt x="8962098" y="639521"/>
                </a:cubicBezTo>
                <a:cubicBezTo>
                  <a:pt x="8986352" y="806201"/>
                  <a:pt x="8957497" y="1094298"/>
                  <a:pt x="8962098" y="1249973"/>
                </a:cubicBezTo>
                <a:cubicBezTo>
                  <a:pt x="8966699" y="1405648"/>
                  <a:pt x="8942711" y="1588341"/>
                  <a:pt x="8962098" y="1831355"/>
                </a:cubicBezTo>
                <a:cubicBezTo>
                  <a:pt x="8981485" y="2074369"/>
                  <a:pt x="8976128" y="2103684"/>
                  <a:pt x="8962098" y="2325530"/>
                </a:cubicBezTo>
                <a:cubicBezTo>
                  <a:pt x="8948068" y="2547377"/>
                  <a:pt x="8939754" y="2684876"/>
                  <a:pt x="8962098" y="2906913"/>
                </a:cubicBezTo>
                <a:cubicBezTo>
                  <a:pt x="8764637" y="2935350"/>
                  <a:pt x="8441425" y="2924210"/>
                  <a:pt x="8183085" y="2906913"/>
                </a:cubicBezTo>
                <a:cubicBezTo>
                  <a:pt x="7924745" y="2889616"/>
                  <a:pt x="7799701" y="2940742"/>
                  <a:pt x="7493693" y="2906913"/>
                </a:cubicBezTo>
                <a:cubicBezTo>
                  <a:pt x="7187685" y="2873084"/>
                  <a:pt x="7039187" y="2918378"/>
                  <a:pt x="6714680" y="2906913"/>
                </a:cubicBezTo>
                <a:cubicBezTo>
                  <a:pt x="6390173" y="2895448"/>
                  <a:pt x="6312303" y="2902933"/>
                  <a:pt x="5935666" y="2906913"/>
                </a:cubicBezTo>
                <a:cubicBezTo>
                  <a:pt x="5559029" y="2910893"/>
                  <a:pt x="5565524" y="2883847"/>
                  <a:pt x="5335895" y="2906913"/>
                </a:cubicBezTo>
                <a:cubicBezTo>
                  <a:pt x="5106266" y="2929979"/>
                  <a:pt x="4986609" y="2891984"/>
                  <a:pt x="4825745" y="2906913"/>
                </a:cubicBezTo>
                <a:cubicBezTo>
                  <a:pt x="4664881" y="2921843"/>
                  <a:pt x="4352244" y="2871439"/>
                  <a:pt x="3957111" y="2906913"/>
                </a:cubicBezTo>
                <a:cubicBezTo>
                  <a:pt x="3561978" y="2942387"/>
                  <a:pt x="3611724" y="2892460"/>
                  <a:pt x="3267719" y="2906913"/>
                </a:cubicBezTo>
                <a:cubicBezTo>
                  <a:pt x="2923714" y="2921366"/>
                  <a:pt x="2647642" y="2893726"/>
                  <a:pt x="2399085" y="2906913"/>
                </a:cubicBezTo>
                <a:cubicBezTo>
                  <a:pt x="2150528" y="2920100"/>
                  <a:pt x="1780218" y="2894454"/>
                  <a:pt x="1620072" y="2906913"/>
                </a:cubicBezTo>
                <a:cubicBezTo>
                  <a:pt x="1459926" y="2919372"/>
                  <a:pt x="1360557" y="2883077"/>
                  <a:pt x="1109921" y="2906913"/>
                </a:cubicBezTo>
                <a:cubicBezTo>
                  <a:pt x="859285" y="2930749"/>
                  <a:pt x="313238" y="2899667"/>
                  <a:pt x="0" y="2906913"/>
                </a:cubicBezTo>
                <a:cubicBezTo>
                  <a:pt x="23315" y="2642700"/>
                  <a:pt x="23802" y="2542384"/>
                  <a:pt x="0" y="2354600"/>
                </a:cubicBezTo>
                <a:cubicBezTo>
                  <a:pt x="-23802" y="2166816"/>
                  <a:pt x="9265" y="2023468"/>
                  <a:pt x="0" y="1831355"/>
                </a:cubicBezTo>
                <a:cubicBezTo>
                  <a:pt x="-9265" y="1639243"/>
                  <a:pt x="16075" y="1361382"/>
                  <a:pt x="0" y="1191834"/>
                </a:cubicBezTo>
                <a:cubicBezTo>
                  <a:pt x="-16075" y="1022286"/>
                  <a:pt x="-17728" y="849512"/>
                  <a:pt x="0" y="552313"/>
                </a:cubicBezTo>
                <a:cubicBezTo>
                  <a:pt x="17728" y="255114"/>
                  <a:pt x="-10239" y="22052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pPr defTabSz="360000"/>
            <a:r>
              <a:rPr lang="en-US" altLang="ko-KR" sz="1000"/>
              <a:t>class test_service : public Iobject_startable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/>
              <a:t>protected: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</a:t>
            </a:r>
            <a:r>
              <a:rPr lang="en-US" altLang="ko-KR" sz="1000"/>
              <a:t>own_ptr&lt;</a:t>
            </a:r>
            <a:r>
              <a:rPr lang="en-US" altLang="ko-KR" sz="1000" b="1"/>
              <a:t>net::acceptor&lt;socket_tcp&gt;</a:t>
            </a:r>
            <a:r>
              <a:rPr lang="en-US" altLang="ko-KR" sz="1000"/>
              <a:t>&gt;	m_pacceptor_a;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</a:t>
            </a:r>
            <a:r>
              <a:rPr lang="en-US" altLang="ko-KR" sz="1000"/>
              <a:t>own_ptr&lt;</a:t>
            </a:r>
            <a:r>
              <a:rPr lang="en-US" altLang="ko-KR" sz="1000" b="1"/>
              <a:t>net::acceptor&lt;socket_tcp&gt;</a:t>
            </a:r>
            <a:r>
              <a:rPr lang="en-US" altLang="ko-KR" sz="1000"/>
              <a:t>&gt;	m_pacceptor_b;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</a:t>
            </a:r>
            <a:r>
              <a:rPr lang="en-US" altLang="ko-KR" sz="1000"/>
              <a:t>own_ptr&lt;</a:t>
            </a:r>
            <a:r>
              <a:rPr lang="en-US" altLang="ko-KR" sz="1000" b="1"/>
              <a:t>socket_tcp_client</a:t>
            </a:r>
            <a:r>
              <a:rPr lang="en-US" altLang="ko-KR" sz="1000"/>
              <a:t>&gt;			m_psocket_client_c;</a:t>
            </a:r>
          </a:p>
          <a:p>
            <a:pPr defTabSz="360000"/>
            <a:r>
              <a:rPr lang="en-US" altLang="ko-KR" sz="1000"/>
              <a:t>	</a:t>
            </a:r>
          </a:p>
          <a:p>
            <a:pPr defTabSz="360000"/>
            <a:r>
              <a:rPr lang="en-US" altLang="ko-KR" sz="1000"/>
              <a:t>public:</a:t>
            </a:r>
          </a:p>
          <a:p>
            <a:pPr defTabSz="360000"/>
            <a:r>
              <a:rPr lang="en-US" altLang="ko-KR" sz="1000"/>
              <a:t>	test_service() </a:t>
            </a:r>
          </a:p>
          <a:p>
            <a:pPr defTabSz="360000"/>
            <a:r>
              <a:rPr lang="en-US" altLang="ko-KR" sz="1000"/>
              <a:t>	{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	m_</a:t>
            </a:r>
            <a:r>
              <a:rPr lang="en-US" altLang="ko-KR" sz="1000"/>
              <a:t>pacceptor = make_own&lt;net::acceptor&lt;socket_tcp&gt;&gt;(</a:t>
            </a:r>
            <a:r>
              <a:rPr lang="en-US" altLang="ko-KR" sz="1000" b="1"/>
              <a:t>“test_acceptor”</a:t>
            </a:r>
            <a:r>
              <a:rPr lang="en-US" altLang="ko-KR" sz="1000"/>
              <a:t>);</a:t>
            </a:r>
          </a:p>
          <a:p>
            <a:pPr defTabSz="360000"/>
            <a:r>
              <a:rPr lang="en-US" altLang="ko-KR" sz="1000"/>
              <a:t>		</a:t>
            </a:r>
            <a:r>
              <a:rPr lang="en-US" altLang="ko-KR" sz="1000" b="1"/>
              <a:t>process_attach</a:t>
            </a:r>
            <a:r>
              <a:rPr lang="en-US" altLang="ko-KR" sz="1000"/>
              <a:t>&lt;Iobject_state&gt;(m_pacceptor);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		m_</a:t>
            </a:r>
            <a:r>
              <a:rPr lang="en-US" altLang="ko-KR" sz="1000"/>
              <a:t>psocket = make_own&lt;socket_tcp_client&gt;(</a:t>
            </a:r>
            <a:r>
              <a:rPr lang="en-US" altLang="ko-KR" sz="1000" b="1"/>
              <a:t>“test_socket_client”</a:t>
            </a:r>
            <a:r>
              <a:rPr lang="en-US" altLang="ko-KR" sz="1000"/>
              <a:t>);</a:t>
            </a:r>
          </a:p>
          <a:p>
            <a:pPr defTabSz="360000"/>
            <a:r>
              <a:rPr lang="en-US" altLang="ko-KR" sz="1000"/>
              <a:t>		</a:t>
            </a:r>
            <a:r>
              <a:rPr lang="en-US" altLang="ko-KR" sz="1000" b="1"/>
              <a:t>process_attach</a:t>
            </a:r>
            <a:r>
              <a:rPr lang="en-US" altLang="ko-KR" sz="1000"/>
              <a:t>&lt;Iobject_state&gt;(m_psocket);</a:t>
            </a:r>
          </a:p>
          <a:p>
            <a:pPr defTabSz="360000"/>
            <a:r>
              <a:rPr lang="en-US" altLang="ko-KR" sz="1000"/>
              <a:t>	}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/>
              <a:t>};</a:t>
            </a:r>
          </a:p>
        </p:txBody>
      </p:sp>
      <p:sp>
        <p:nvSpPr>
          <p:cNvPr id="3" name="오른쪽 중괄호 2">
            <a:extLst>
              <a:ext uri="{FF2B5EF4-FFF2-40B4-BE49-F238E27FC236}">
                <a16:creationId xmlns:a16="http://schemas.microsoft.com/office/drawing/2014/main" id="{09EA1014-E0AF-4352-80F8-826BFBAE4D97}"/>
              </a:ext>
            </a:extLst>
          </p:cNvPr>
          <p:cNvSpPr/>
          <p:nvPr/>
        </p:nvSpPr>
        <p:spPr>
          <a:xfrm>
            <a:off x="8003458" y="5296994"/>
            <a:ext cx="147484" cy="4256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2E29BE2-D709-4089-98FD-25A2D397F530}"/>
              </a:ext>
            </a:extLst>
          </p:cNvPr>
          <p:cNvSpPr/>
          <p:nvPr/>
        </p:nvSpPr>
        <p:spPr>
          <a:xfrm>
            <a:off x="5106465" y="1684252"/>
            <a:ext cx="4127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 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객체의 이름을  정해준다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8864BB3-36AA-4198-BFBD-E59EBC37538C}"/>
              </a:ext>
            </a:extLst>
          </p:cNvPr>
          <p:cNvSpPr/>
          <p:nvPr/>
        </p:nvSpPr>
        <p:spPr>
          <a:xfrm>
            <a:off x="5116975" y="1732916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163C6E5-A59E-4C2F-9661-C925E11C7517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4648344" y="1811210"/>
            <a:ext cx="458121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8BF5917-24AA-4C42-A8F6-FFE1B4EF7A9D}"/>
              </a:ext>
            </a:extLst>
          </p:cNvPr>
          <p:cNvSpPr/>
          <p:nvPr/>
        </p:nvSpPr>
        <p:spPr>
          <a:xfrm>
            <a:off x="7667774" y="2456086"/>
            <a:ext cx="4127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 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객체의 이름을  정해준다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D88951BB-7A64-472A-9B7A-9349F206F020}"/>
              </a:ext>
            </a:extLst>
          </p:cNvPr>
          <p:cNvSpPr/>
          <p:nvPr/>
        </p:nvSpPr>
        <p:spPr>
          <a:xfrm>
            <a:off x="7678284" y="2504750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21995FE-1600-411D-BF39-FFC64D4BED21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209653" y="2583044"/>
            <a:ext cx="458121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F134F25-74DA-44A8-8950-901E3A6A27C9}"/>
              </a:ext>
            </a:extLst>
          </p:cNvPr>
          <p:cNvSpPr/>
          <p:nvPr/>
        </p:nvSpPr>
        <p:spPr>
          <a:xfrm>
            <a:off x="7249902" y="2765803"/>
            <a:ext cx="4127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 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객체의 이름을  정해준다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590F6AA-FF1E-47D9-BC0B-72AFE63E365D}"/>
              </a:ext>
            </a:extLst>
          </p:cNvPr>
          <p:cNvSpPr/>
          <p:nvPr/>
        </p:nvSpPr>
        <p:spPr>
          <a:xfrm>
            <a:off x="7260412" y="2814467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6EC28C3-49D7-4925-BB3D-C790E50A0112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6791781" y="2892761"/>
            <a:ext cx="458121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95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A3DBE-F861-4CF7-90B8-A7948BD3987B}"/>
              </a:ext>
            </a:extLst>
          </p:cNvPr>
          <p:cNvSpPr txBox="1"/>
          <p:nvPr/>
        </p:nvSpPr>
        <p:spPr>
          <a:xfrm>
            <a:off x="1416049" y="578901"/>
            <a:ext cx="9783173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JSON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을 통한 초기화가 가능하다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JSON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사용해 초기화가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389D9B-21DE-4475-BA13-042239C81EFC}"/>
              </a:ext>
            </a:extLst>
          </p:cNvPr>
          <p:cNvSpPr/>
          <p:nvPr/>
        </p:nvSpPr>
        <p:spPr>
          <a:xfrm>
            <a:off x="1822873" y="1284033"/>
            <a:ext cx="8962098" cy="4138020"/>
          </a:xfrm>
          <a:custGeom>
            <a:avLst/>
            <a:gdLst>
              <a:gd name="connsiteX0" fmla="*/ 0 w 8962098"/>
              <a:gd name="connsiteY0" fmla="*/ 0 h 4138020"/>
              <a:gd name="connsiteX1" fmla="*/ 689392 w 8962098"/>
              <a:gd name="connsiteY1" fmla="*/ 0 h 4138020"/>
              <a:gd name="connsiteX2" fmla="*/ 1109921 w 8962098"/>
              <a:gd name="connsiteY2" fmla="*/ 0 h 4138020"/>
              <a:gd name="connsiteX3" fmla="*/ 1799314 w 8962098"/>
              <a:gd name="connsiteY3" fmla="*/ 0 h 4138020"/>
              <a:gd name="connsiteX4" fmla="*/ 2309464 w 8962098"/>
              <a:gd name="connsiteY4" fmla="*/ 0 h 4138020"/>
              <a:gd name="connsiteX5" fmla="*/ 2729993 w 8962098"/>
              <a:gd name="connsiteY5" fmla="*/ 0 h 4138020"/>
              <a:gd name="connsiteX6" fmla="*/ 3598627 w 8962098"/>
              <a:gd name="connsiteY6" fmla="*/ 0 h 4138020"/>
              <a:gd name="connsiteX7" fmla="*/ 4198398 w 8962098"/>
              <a:gd name="connsiteY7" fmla="*/ 0 h 4138020"/>
              <a:gd name="connsiteX8" fmla="*/ 4977411 w 8962098"/>
              <a:gd name="connsiteY8" fmla="*/ 0 h 4138020"/>
              <a:gd name="connsiteX9" fmla="*/ 5666804 w 8962098"/>
              <a:gd name="connsiteY9" fmla="*/ 0 h 4138020"/>
              <a:gd name="connsiteX10" fmla="*/ 6176954 w 8962098"/>
              <a:gd name="connsiteY10" fmla="*/ 0 h 4138020"/>
              <a:gd name="connsiteX11" fmla="*/ 6597483 w 8962098"/>
              <a:gd name="connsiteY11" fmla="*/ 0 h 4138020"/>
              <a:gd name="connsiteX12" fmla="*/ 7466117 w 8962098"/>
              <a:gd name="connsiteY12" fmla="*/ 0 h 4138020"/>
              <a:gd name="connsiteX13" fmla="*/ 8155509 w 8962098"/>
              <a:gd name="connsiteY13" fmla="*/ 0 h 4138020"/>
              <a:gd name="connsiteX14" fmla="*/ 8962098 w 8962098"/>
              <a:gd name="connsiteY14" fmla="*/ 0 h 4138020"/>
              <a:gd name="connsiteX15" fmla="*/ 8962098 w 8962098"/>
              <a:gd name="connsiteY15" fmla="*/ 565529 h 4138020"/>
              <a:gd name="connsiteX16" fmla="*/ 8962098 w 8962098"/>
              <a:gd name="connsiteY16" fmla="*/ 1296580 h 4138020"/>
              <a:gd name="connsiteX17" fmla="*/ 8962098 w 8962098"/>
              <a:gd name="connsiteY17" fmla="*/ 2027630 h 4138020"/>
              <a:gd name="connsiteX18" fmla="*/ 8962098 w 8962098"/>
              <a:gd name="connsiteY18" fmla="*/ 2800060 h 4138020"/>
              <a:gd name="connsiteX19" fmla="*/ 8962098 w 8962098"/>
              <a:gd name="connsiteY19" fmla="*/ 4138020 h 4138020"/>
              <a:gd name="connsiteX20" fmla="*/ 8183085 w 8962098"/>
              <a:gd name="connsiteY20" fmla="*/ 4138020 h 4138020"/>
              <a:gd name="connsiteX21" fmla="*/ 7404072 w 8962098"/>
              <a:gd name="connsiteY21" fmla="*/ 4138020 h 4138020"/>
              <a:gd name="connsiteX22" fmla="*/ 6804301 w 8962098"/>
              <a:gd name="connsiteY22" fmla="*/ 4138020 h 4138020"/>
              <a:gd name="connsiteX23" fmla="*/ 6114908 w 8962098"/>
              <a:gd name="connsiteY23" fmla="*/ 4138020 h 4138020"/>
              <a:gd name="connsiteX24" fmla="*/ 5515137 w 8962098"/>
              <a:gd name="connsiteY24" fmla="*/ 4138020 h 4138020"/>
              <a:gd name="connsiteX25" fmla="*/ 5094608 w 8962098"/>
              <a:gd name="connsiteY25" fmla="*/ 4138020 h 4138020"/>
              <a:gd name="connsiteX26" fmla="*/ 4225974 w 8962098"/>
              <a:gd name="connsiteY26" fmla="*/ 4138020 h 4138020"/>
              <a:gd name="connsiteX27" fmla="*/ 3715824 w 8962098"/>
              <a:gd name="connsiteY27" fmla="*/ 4138020 h 4138020"/>
              <a:gd name="connsiteX28" fmla="*/ 2847190 w 8962098"/>
              <a:gd name="connsiteY28" fmla="*/ 4138020 h 4138020"/>
              <a:gd name="connsiteX29" fmla="*/ 2157797 w 8962098"/>
              <a:gd name="connsiteY29" fmla="*/ 4138020 h 4138020"/>
              <a:gd name="connsiteX30" fmla="*/ 1468405 w 8962098"/>
              <a:gd name="connsiteY30" fmla="*/ 4138020 h 4138020"/>
              <a:gd name="connsiteX31" fmla="*/ 868634 w 8962098"/>
              <a:gd name="connsiteY31" fmla="*/ 4138020 h 4138020"/>
              <a:gd name="connsiteX32" fmla="*/ 0 w 8962098"/>
              <a:gd name="connsiteY32" fmla="*/ 4138020 h 4138020"/>
              <a:gd name="connsiteX33" fmla="*/ 0 w 8962098"/>
              <a:gd name="connsiteY33" fmla="*/ 3489730 h 4138020"/>
              <a:gd name="connsiteX34" fmla="*/ 0 w 8962098"/>
              <a:gd name="connsiteY34" fmla="*/ 2758680 h 4138020"/>
              <a:gd name="connsiteX35" fmla="*/ 0 w 8962098"/>
              <a:gd name="connsiteY35" fmla="*/ 2069010 h 4138020"/>
              <a:gd name="connsiteX36" fmla="*/ 0 w 8962098"/>
              <a:gd name="connsiteY36" fmla="*/ 1296580 h 4138020"/>
              <a:gd name="connsiteX37" fmla="*/ 0 w 8962098"/>
              <a:gd name="connsiteY37" fmla="*/ 731050 h 4138020"/>
              <a:gd name="connsiteX38" fmla="*/ 0 w 8962098"/>
              <a:gd name="connsiteY38" fmla="*/ 0 h 4138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962098" h="4138020" fill="none" extrusionOk="0">
                <a:moveTo>
                  <a:pt x="0" y="0"/>
                </a:moveTo>
                <a:cubicBezTo>
                  <a:pt x="241979" y="29770"/>
                  <a:pt x="512494" y="13686"/>
                  <a:pt x="689392" y="0"/>
                </a:cubicBezTo>
                <a:cubicBezTo>
                  <a:pt x="866290" y="-13686"/>
                  <a:pt x="940195" y="18316"/>
                  <a:pt x="1109921" y="0"/>
                </a:cubicBezTo>
                <a:cubicBezTo>
                  <a:pt x="1279647" y="-18316"/>
                  <a:pt x="1609321" y="-11638"/>
                  <a:pt x="1799314" y="0"/>
                </a:cubicBezTo>
                <a:cubicBezTo>
                  <a:pt x="1989307" y="11638"/>
                  <a:pt x="2205726" y="9149"/>
                  <a:pt x="2309464" y="0"/>
                </a:cubicBezTo>
                <a:cubicBezTo>
                  <a:pt x="2413202" y="-9149"/>
                  <a:pt x="2579694" y="5934"/>
                  <a:pt x="2729993" y="0"/>
                </a:cubicBezTo>
                <a:cubicBezTo>
                  <a:pt x="2880292" y="-5934"/>
                  <a:pt x="3357554" y="-26784"/>
                  <a:pt x="3598627" y="0"/>
                </a:cubicBezTo>
                <a:cubicBezTo>
                  <a:pt x="3839700" y="26784"/>
                  <a:pt x="4020321" y="-7531"/>
                  <a:pt x="4198398" y="0"/>
                </a:cubicBezTo>
                <a:cubicBezTo>
                  <a:pt x="4376475" y="7531"/>
                  <a:pt x="4654442" y="-5864"/>
                  <a:pt x="4977411" y="0"/>
                </a:cubicBezTo>
                <a:cubicBezTo>
                  <a:pt x="5300380" y="5864"/>
                  <a:pt x="5477971" y="20723"/>
                  <a:pt x="5666804" y="0"/>
                </a:cubicBezTo>
                <a:cubicBezTo>
                  <a:pt x="5855637" y="-20723"/>
                  <a:pt x="5984135" y="6674"/>
                  <a:pt x="6176954" y="0"/>
                </a:cubicBezTo>
                <a:cubicBezTo>
                  <a:pt x="6369773" y="-6674"/>
                  <a:pt x="6505833" y="2799"/>
                  <a:pt x="6597483" y="0"/>
                </a:cubicBezTo>
                <a:cubicBezTo>
                  <a:pt x="6689133" y="-2799"/>
                  <a:pt x="7108140" y="-20624"/>
                  <a:pt x="7466117" y="0"/>
                </a:cubicBezTo>
                <a:cubicBezTo>
                  <a:pt x="7824094" y="20624"/>
                  <a:pt x="7898680" y="-12022"/>
                  <a:pt x="8155509" y="0"/>
                </a:cubicBezTo>
                <a:cubicBezTo>
                  <a:pt x="8412338" y="12022"/>
                  <a:pt x="8741593" y="-28822"/>
                  <a:pt x="8962098" y="0"/>
                </a:cubicBezTo>
                <a:cubicBezTo>
                  <a:pt x="8974624" y="281694"/>
                  <a:pt x="8983497" y="447861"/>
                  <a:pt x="8962098" y="565529"/>
                </a:cubicBezTo>
                <a:cubicBezTo>
                  <a:pt x="8940699" y="683197"/>
                  <a:pt x="8979881" y="1048820"/>
                  <a:pt x="8962098" y="1296580"/>
                </a:cubicBezTo>
                <a:cubicBezTo>
                  <a:pt x="8944315" y="1544340"/>
                  <a:pt x="8948894" y="1841466"/>
                  <a:pt x="8962098" y="2027630"/>
                </a:cubicBezTo>
                <a:cubicBezTo>
                  <a:pt x="8975303" y="2213794"/>
                  <a:pt x="8988980" y="2539294"/>
                  <a:pt x="8962098" y="2800060"/>
                </a:cubicBezTo>
                <a:cubicBezTo>
                  <a:pt x="8935217" y="3060826"/>
                  <a:pt x="8901853" y="3626358"/>
                  <a:pt x="8962098" y="4138020"/>
                </a:cubicBezTo>
                <a:cubicBezTo>
                  <a:pt x="8613981" y="4134893"/>
                  <a:pt x="8379706" y="4122094"/>
                  <a:pt x="8183085" y="4138020"/>
                </a:cubicBezTo>
                <a:cubicBezTo>
                  <a:pt x="7986464" y="4153946"/>
                  <a:pt x="7595423" y="4105564"/>
                  <a:pt x="7404072" y="4138020"/>
                </a:cubicBezTo>
                <a:cubicBezTo>
                  <a:pt x="7212721" y="4170476"/>
                  <a:pt x="6960925" y="4131134"/>
                  <a:pt x="6804301" y="4138020"/>
                </a:cubicBezTo>
                <a:cubicBezTo>
                  <a:pt x="6647677" y="4144906"/>
                  <a:pt x="6312739" y="4121176"/>
                  <a:pt x="6114908" y="4138020"/>
                </a:cubicBezTo>
                <a:cubicBezTo>
                  <a:pt x="5917077" y="4154864"/>
                  <a:pt x="5789127" y="4135747"/>
                  <a:pt x="5515137" y="4138020"/>
                </a:cubicBezTo>
                <a:cubicBezTo>
                  <a:pt x="5241147" y="4140293"/>
                  <a:pt x="5229677" y="4128497"/>
                  <a:pt x="5094608" y="4138020"/>
                </a:cubicBezTo>
                <a:cubicBezTo>
                  <a:pt x="4959539" y="4147543"/>
                  <a:pt x="4503570" y="4130696"/>
                  <a:pt x="4225974" y="4138020"/>
                </a:cubicBezTo>
                <a:cubicBezTo>
                  <a:pt x="3948378" y="4145344"/>
                  <a:pt x="3969646" y="4142837"/>
                  <a:pt x="3715824" y="4138020"/>
                </a:cubicBezTo>
                <a:cubicBezTo>
                  <a:pt x="3462002" y="4133204"/>
                  <a:pt x="3129677" y="4112288"/>
                  <a:pt x="2847190" y="4138020"/>
                </a:cubicBezTo>
                <a:cubicBezTo>
                  <a:pt x="2564703" y="4163752"/>
                  <a:pt x="2414453" y="4133376"/>
                  <a:pt x="2157797" y="4138020"/>
                </a:cubicBezTo>
                <a:cubicBezTo>
                  <a:pt x="1901141" y="4142664"/>
                  <a:pt x="1782984" y="4148464"/>
                  <a:pt x="1468405" y="4138020"/>
                </a:cubicBezTo>
                <a:cubicBezTo>
                  <a:pt x="1153826" y="4127576"/>
                  <a:pt x="1102295" y="4166262"/>
                  <a:pt x="868634" y="4138020"/>
                </a:cubicBezTo>
                <a:cubicBezTo>
                  <a:pt x="634973" y="4109778"/>
                  <a:pt x="216618" y="4123076"/>
                  <a:pt x="0" y="4138020"/>
                </a:cubicBezTo>
                <a:cubicBezTo>
                  <a:pt x="-10607" y="4001530"/>
                  <a:pt x="-8318" y="3624074"/>
                  <a:pt x="0" y="3489730"/>
                </a:cubicBezTo>
                <a:cubicBezTo>
                  <a:pt x="8318" y="3355386"/>
                  <a:pt x="28804" y="2966930"/>
                  <a:pt x="0" y="2758680"/>
                </a:cubicBezTo>
                <a:cubicBezTo>
                  <a:pt x="-28804" y="2550430"/>
                  <a:pt x="15211" y="2216553"/>
                  <a:pt x="0" y="2069010"/>
                </a:cubicBezTo>
                <a:cubicBezTo>
                  <a:pt x="-15211" y="1921467"/>
                  <a:pt x="-22953" y="1502572"/>
                  <a:pt x="0" y="1296580"/>
                </a:cubicBezTo>
                <a:cubicBezTo>
                  <a:pt x="22953" y="1090588"/>
                  <a:pt x="6012" y="926125"/>
                  <a:pt x="0" y="731050"/>
                </a:cubicBezTo>
                <a:cubicBezTo>
                  <a:pt x="-6012" y="535975"/>
                  <a:pt x="-7398" y="182404"/>
                  <a:pt x="0" y="0"/>
                </a:cubicBezTo>
                <a:close/>
              </a:path>
              <a:path w="8962098" h="4138020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8965" y="189200"/>
                  <a:pt x="8951707" y="548000"/>
                  <a:pt x="8962098" y="772430"/>
                </a:cubicBezTo>
                <a:cubicBezTo>
                  <a:pt x="8972490" y="996860"/>
                  <a:pt x="8959121" y="1185399"/>
                  <a:pt x="8962098" y="1503481"/>
                </a:cubicBezTo>
                <a:cubicBezTo>
                  <a:pt x="8965075" y="1821563"/>
                  <a:pt x="8985708" y="1970180"/>
                  <a:pt x="8962098" y="2193151"/>
                </a:cubicBezTo>
                <a:cubicBezTo>
                  <a:pt x="8938489" y="2416122"/>
                  <a:pt x="8990084" y="2565501"/>
                  <a:pt x="8962098" y="2758680"/>
                </a:cubicBezTo>
                <a:cubicBezTo>
                  <a:pt x="8934112" y="2951859"/>
                  <a:pt x="8947357" y="3067306"/>
                  <a:pt x="8962098" y="3365590"/>
                </a:cubicBezTo>
                <a:cubicBezTo>
                  <a:pt x="8976840" y="3663874"/>
                  <a:pt x="8930464" y="3929264"/>
                  <a:pt x="8962098" y="4138020"/>
                </a:cubicBezTo>
                <a:cubicBezTo>
                  <a:pt x="8652068" y="4149793"/>
                  <a:pt x="8578714" y="4171849"/>
                  <a:pt x="8272706" y="4138020"/>
                </a:cubicBezTo>
                <a:cubicBezTo>
                  <a:pt x="7966698" y="4104191"/>
                  <a:pt x="7818200" y="4149485"/>
                  <a:pt x="7493693" y="4138020"/>
                </a:cubicBezTo>
                <a:cubicBezTo>
                  <a:pt x="7169186" y="4126555"/>
                  <a:pt x="7088050" y="4133679"/>
                  <a:pt x="6714680" y="4138020"/>
                </a:cubicBezTo>
                <a:cubicBezTo>
                  <a:pt x="6341310" y="4142361"/>
                  <a:pt x="6345519" y="4118731"/>
                  <a:pt x="6114908" y="4138020"/>
                </a:cubicBezTo>
                <a:cubicBezTo>
                  <a:pt x="5884297" y="4157309"/>
                  <a:pt x="5765622" y="4123091"/>
                  <a:pt x="5604758" y="4138020"/>
                </a:cubicBezTo>
                <a:cubicBezTo>
                  <a:pt x="5443894" y="4152950"/>
                  <a:pt x="5131257" y="4102546"/>
                  <a:pt x="4736124" y="4138020"/>
                </a:cubicBezTo>
                <a:cubicBezTo>
                  <a:pt x="4340991" y="4173494"/>
                  <a:pt x="4390737" y="4123567"/>
                  <a:pt x="4046732" y="4138020"/>
                </a:cubicBezTo>
                <a:cubicBezTo>
                  <a:pt x="3702727" y="4152473"/>
                  <a:pt x="3426655" y="4124833"/>
                  <a:pt x="3178098" y="4138020"/>
                </a:cubicBezTo>
                <a:cubicBezTo>
                  <a:pt x="2929541" y="4151207"/>
                  <a:pt x="2559231" y="4125561"/>
                  <a:pt x="2399085" y="4138020"/>
                </a:cubicBezTo>
                <a:cubicBezTo>
                  <a:pt x="2238939" y="4150479"/>
                  <a:pt x="2136689" y="4162559"/>
                  <a:pt x="1888935" y="4138020"/>
                </a:cubicBezTo>
                <a:cubicBezTo>
                  <a:pt x="1641181" y="4113482"/>
                  <a:pt x="1404576" y="4150100"/>
                  <a:pt x="1199542" y="4138020"/>
                </a:cubicBezTo>
                <a:cubicBezTo>
                  <a:pt x="994508" y="4125940"/>
                  <a:pt x="819641" y="4108062"/>
                  <a:pt x="599771" y="4138020"/>
                </a:cubicBezTo>
                <a:cubicBezTo>
                  <a:pt x="379901" y="4167978"/>
                  <a:pt x="208060" y="4166065"/>
                  <a:pt x="0" y="4138020"/>
                </a:cubicBezTo>
                <a:cubicBezTo>
                  <a:pt x="-21076" y="3938958"/>
                  <a:pt x="3480" y="3778701"/>
                  <a:pt x="0" y="3489730"/>
                </a:cubicBezTo>
                <a:cubicBezTo>
                  <a:pt x="-3480" y="3200759"/>
                  <a:pt x="26292" y="3049411"/>
                  <a:pt x="0" y="2717300"/>
                </a:cubicBezTo>
                <a:cubicBezTo>
                  <a:pt x="-26292" y="2385189"/>
                  <a:pt x="-21813" y="2265940"/>
                  <a:pt x="0" y="2151770"/>
                </a:cubicBezTo>
                <a:cubicBezTo>
                  <a:pt x="21813" y="2037600"/>
                  <a:pt x="851" y="1786292"/>
                  <a:pt x="0" y="1586241"/>
                </a:cubicBezTo>
                <a:cubicBezTo>
                  <a:pt x="-851" y="1386190"/>
                  <a:pt x="30051" y="1115464"/>
                  <a:pt x="0" y="979331"/>
                </a:cubicBezTo>
                <a:cubicBezTo>
                  <a:pt x="-30051" y="843198"/>
                  <a:pt x="-2506" y="36062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test_service </a:t>
            </a:r>
            <a:r>
              <a:rPr lang="ko-KR" altLang="en-US" sz="1000">
                <a:solidFill>
                  <a:srgbClr val="00B050"/>
                </a:solidFill>
              </a:rPr>
              <a:t>클래스의 객체를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en-US" altLang="ko-KR" sz="1000">
              <a:solidFill>
                <a:srgbClr val="0000FF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pservice = make_own&lt;test_service&gt;(</a:t>
            </a:r>
            <a:r>
              <a:rPr lang="en-US" altLang="ko-KR" sz="1000" b="1"/>
              <a:t>“service”</a:t>
            </a:r>
            <a:r>
              <a:rPr lang="en-US" altLang="ko-KR" sz="1000"/>
              <a:t>);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각각의 이름으로 전달할 인자를 </a:t>
            </a:r>
            <a:r>
              <a:rPr lang="en-US" altLang="ko-KR" sz="1000">
                <a:solidFill>
                  <a:srgbClr val="00B050"/>
                </a:solidFill>
              </a:rPr>
              <a:t>context</a:t>
            </a:r>
            <a:r>
              <a:rPr lang="ko-KR" altLang="en-US" sz="1000">
                <a:solidFill>
                  <a:srgbClr val="00B050"/>
                </a:solidFill>
              </a:rPr>
              <a:t>를 사용해 설정한다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context</a:t>
            </a:r>
            <a:r>
              <a:rPr lang="en-US" altLang="ko-KR" sz="1000"/>
              <a:t> param {</a:t>
            </a:r>
          </a:p>
          <a:p>
            <a:r>
              <a:rPr lang="en-US" altLang="ko-KR" sz="1000"/>
              <a:t>{</a:t>
            </a:r>
          </a:p>
          <a:p>
            <a:r>
              <a:rPr lang="en-US" altLang="ko-KR" sz="1000"/>
              <a:t>  "bar": {</a:t>
            </a:r>
          </a:p>
          <a:p>
            <a:r>
              <a:rPr lang="en-US" altLang="ko-KR" sz="1000"/>
              <a:t>    "local_endpoint": { "port": 22010</a:t>
            </a:r>
            <a:r>
              <a:rPr lang="ko-KR" altLang="en-US" sz="1000"/>
              <a:t> </a:t>
            </a:r>
            <a:r>
              <a:rPr lang="en-US" altLang="ko-KR" sz="1000"/>
              <a:t>}</a:t>
            </a:r>
          </a:p>
          <a:p>
            <a:r>
              <a:rPr lang="ko-KR" altLang="en-US" sz="1000"/>
              <a:t>  </a:t>
            </a:r>
            <a:r>
              <a:rPr lang="en-US" altLang="ko-KR" sz="1000"/>
              <a:t>},</a:t>
            </a:r>
          </a:p>
          <a:p>
            <a:endParaRPr lang="ko-KR" altLang="en-US" sz="1000"/>
          </a:p>
          <a:p>
            <a:r>
              <a:rPr lang="en-US" altLang="ko-KR" sz="1000"/>
              <a:t>  "foz": {</a:t>
            </a:r>
          </a:p>
          <a:p>
            <a:r>
              <a:rPr lang="en-US" altLang="ko-KR" sz="1000"/>
              <a:t>    "local_endpoint": { "address": "127.0.0.1", "port": 22020</a:t>
            </a:r>
            <a:r>
              <a:rPr lang="ko-KR" altLang="en-US" sz="1000"/>
              <a:t> </a:t>
            </a:r>
            <a:r>
              <a:rPr lang="en-US" altLang="ko-KR" sz="1000"/>
              <a:t>},</a:t>
            </a:r>
          </a:p>
          <a:p>
            <a:r>
              <a:rPr lang="en-US" altLang="ko-KR" sz="1000"/>
              <a:t>    "prepare_on_start": 256</a:t>
            </a:r>
          </a:p>
          <a:p>
            <a:r>
              <a:rPr lang="ko-KR" altLang="en-US" sz="1000"/>
              <a:t>  </a:t>
            </a:r>
            <a:r>
              <a:rPr lang="en-US" altLang="ko-KR" sz="1000"/>
              <a:t>},</a:t>
            </a:r>
          </a:p>
          <a:p>
            <a:endParaRPr lang="ko-KR" altLang="en-US" sz="1000"/>
          </a:p>
          <a:p>
            <a:r>
              <a:rPr lang="en-US" altLang="ko-KR" sz="1000"/>
              <a:t>  "taz": {</a:t>
            </a:r>
          </a:p>
          <a:p>
            <a:r>
              <a:rPr lang="en-US" altLang="ko-KR" sz="1000"/>
              <a:t>    "connection": {</a:t>
            </a:r>
          </a:p>
          <a:p>
            <a:r>
              <a:rPr lang="en-US" altLang="ko-KR" sz="1000"/>
              <a:t>      "x1": { "remote_endpoint": { "address": "127.0.0.1", "port": 22030</a:t>
            </a:r>
            <a:r>
              <a:rPr lang="ko-KR" altLang="en-US" sz="1000"/>
              <a:t> </a:t>
            </a:r>
            <a:r>
              <a:rPr lang="en-US" altLang="ko-KR" sz="1000"/>
              <a:t>}</a:t>
            </a:r>
            <a:r>
              <a:rPr lang="ko-KR" altLang="en-US" sz="1000"/>
              <a:t> </a:t>
            </a:r>
            <a:r>
              <a:rPr lang="en-US" altLang="ko-KR" sz="1000"/>
              <a:t>},</a:t>
            </a:r>
          </a:p>
          <a:p>
            <a:r>
              <a:rPr lang="en-US" altLang="ko-KR" sz="1000"/>
              <a:t>      "x2": { "remote_endpoint": { "address": "127.0.0.1", "port": 22040</a:t>
            </a:r>
            <a:r>
              <a:rPr lang="ko-KR" altLang="en-US" sz="1000"/>
              <a:t> </a:t>
            </a:r>
            <a:r>
              <a:rPr lang="en-US" altLang="ko-KR" sz="1000"/>
              <a:t>}</a:t>
            </a:r>
            <a:r>
              <a:rPr lang="ko-KR" altLang="en-US" sz="1000"/>
              <a:t> </a:t>
            </a:r>
            <a:r>
              <a:rPr lang="en-US" altLang="ko-KR" sz="1000"/>
              <a:t>}</a:t>
            </a:r>
          </a:p>
          <a:p>
            <a:r>
              <a:rPr lang="ko-KR" altLang="en-US" sz="1000"/>
              <a:t>    </a:t>
            </a:r>
            <a:r>
              <a:rPr lang="en-US" altLang="ko-KR" sz="1000"/>
              <a:t>}</a:t>
            </a:r>
          </a:p>
          <a:p>
            <a:r>
              <a:rPr lang="ko-KR" altLang="en-US" sz="1000"/>
              <a:t>  </a:t>
            </a:r>
            <a:r>
              <a:rPr lang="en-US" altLang="ko-KR" sz="1000"/>
              <a:t>}</a:t>
            </a:r>
          </a:p>
          <a:p>
            <a:r>
              <a:rPr lang="en-US" altLang="ko-KR" sz="1000"/>
              <a:t>}};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context_setting</a:t>
            </a:r>
            <a:r>
              <a:rPr lang="ko-KR" altLang="en-US" sz="1000">
                <a:solidFill>
                  <a:srgbClr val="00B050"/>
                </a:solidFill>
              </a:rPr>
              <a:t>을 인자로 전달한다</a:t>
            </a:r>
            <a:r>
              <a:rPr lang="en-US" altLang="ko-KR" sz="1000">
                <a:solidFill>
                  <a:srgbClr val="00B050"/>
                </a:solidFill>
              </a:rPr>
              <a:t>!</a:t>
            </a:r>
            <a:endParaRPr lang="ko-KR" altLang="en-US" sz="1000"/>
          </a:p>
          <a:p>
            <a:pPr defTabSz="360000"/>
            <a:r>
              <a:rPr lang="en-US" altLang="ko-KR" sz="1000"/>
              <a:t>pservice-&gt;start( param );</a:t>
            </a:r>
            <a:endParaRPr lang="ko-KR" altLang="en-US" sz="1000">
              <a:solidFill>
                <a:srgbClr val="00B05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13CBBF7-BEFD-4245-BE60-AD67569593D0}"/>
              </a:ext>
            </a:extLst>
          </p:cNvPr>
          <p:cNvSpPr/>
          <p:nvPr/>
        </p:nvSpPr>
        <p:spPr>
          <a:xfrm>
            <a:off x="6568763" y="3109154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5A626D-B0F9-4CA2-8201-A16E76A137F6}"/>
              </a:ext>
            </a:extLst>
          </p:cNvPr>
          <p:cNvSpPr/>
          <p:nvPr/>
        </p:nvSpPr>
        <p:spPr>
          <a:xfrm>
            <a:off x="6568763" y="3075196"/>
            <a:ext cx="290774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JSON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으로 설정가능하다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오른쪽 중괄호 22">
            <a:extLst>
              <a:ext uri="{FF2B5EF4-FFF2-40B4-BE49-F238E27FC236}">
                <a16:creationId xmlns:a16="http://schemas.microsoft.com/office/drawing/2014/main" id="{D1865A1D-D4DF-4190-9471-D6FF3BF028A3}"/>
              </a:ext>
            </a:extLst>
          </p:cNvPr>
          <p:cNvSpPr/>
          <p:nvPr/>
        </p:nvSpPr>
        <p:spPr>
          <a:xfrm>
            <a:off x="6329349" y="2136239"/>
            <a:ext cx="141953" cy="214079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513E5CE-B962-4237-9482-FBD6D92AF8A2}"/>
              </a:ext>
            </a:extLst>
          </p:cNvPr>
          <p:cNvSpPr/>
          <p:nvPr/>
        </p:nvSpPr>
        <p:spPr>
          <a:xfrm>
            <a:off x="4368577" y="5044749"/>
            <a:ext cx="368708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 JSON 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역시 동일하게 동작한다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4379098-0E46-4153-99FE-37AF8CB7AA04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3628103" y="5174674"/>
            <a:ext cx="750672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7AA96BB1-4A83-4C1C-ADAB-A1BF837E3998}"/>
              </a:ext>
            </a:extLst>
          </p:cNvPr>
          <p:cNvSpPr/>
          <p:nvPr/>
        </p:nvSpPr>
        <p:spPr>
          <a:xfrm>
            <a:off x="4378775" y="5084674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A3DBE-F861-4CF7-90B8-A7948BD3987B}"/>
              </a:ext>
            </a:extLst>
          </p:cNvPr>
          <p:cNvSpPr txBox="1"/>
          <p:nvPr/>
        </p:nvSpPr>
        <p:spPr>
          <a:xfrm>
            <a:off x="1416049" y="578901"/>
            <a:ext cx="9783173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JSON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을 통한 초기화가 가능하다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JSON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파일을 사용해 초기화 할수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389D9B-21DE-4475-BA13-042239C81EFC}"/>
              </a:ext>
            </a:extLst>
          </p:cNvPr>
          <p:cNvSpPr/>
          <p:nvPr/>
        </p:nvSpPr>
        <p:spPr>
          <a:xfrm>
            <a:off x="1822873" y="1274198"/>
            <a:ext cx="8962098" cy="1521919"/>
          </a:xfrm>
          <a:custGeom>
            <a:avLst/>
            <a:gdLst>
              <a:gd name="connsiteX0" fmla="*/ 0 w 8962098"/>
              <a:gd name="connsiteY0" fmla="*/ 0 h 1521919"/>
              <a:gd name="connsiteX1" fmla="*/ 510150 w 8962098"/>
              <a:gd name="connsiteY1" fmla="*/ 0 h 1521919"/>
              <a:gd name="connsiteX2" fmla="*/ 930679 w 8962098"/>
              <a:gd name="connsiteY2" fmla="*/ 0 h 1521919"/>
              <a:gd name="connsiteX3" fmla="*/ 1440830 w 8962098"/>
              <a:gd name="connsiteY3" fmla="*/ 0 h 1521919"/>
              <a:gd name="connsiteX4" fmla="*/ 2040601 w 8962098"/>
              <a:gd name="connsiteY4" fmla="*/ 0 h 1521919"/>
              <a:gd name="connsiteX5" fmla="*/ 2461130 w 8962098"/>
              <a:gd name="connsiteY5" fmla="*/ 0 h 1521919"/>
              <a:gd name="connsiteX6" fmla="*/ 3060901 w 8962098"/>
              <a:gd name="connsiteY6" fmla="*/ 0 h 1521919"/>
              <a:gd name="connsiteX7" fmla="*/ 3660672 w 8962098"/>
              <a:gd name="connsiteY7" fmla="*/ 0 h 1521919"/>
              <a:gd name="connsiteX8" fmla="*/ 4439685 w 8962098"/>
              <a:gd name="connsiteY8" fmla="*/ 0 h 1521919"/>
              <a:gd name="connsiteX9" fmla="*/ 4860215 w 8962098"/>
              <a:gd name="connsiteY9" fmla="*/ 0 h 1521919"/>
              <a:gd name="connsiteX10" fmla="*/ 5549607 w 8962098"/>
              <a:gd name="connsiteY10" fmla="*/ 0 h 1521919"/>
              <a:gd name="connsiteX11" fmla="*/ 6059757 w 8962098"/>
              <a:gd name="connsiteY11" fmla="*/ 0 h 1521919"/>
              <a:gd name="connsiteX12" fmla="*/ 6480286 w 8962098"/>
              <a:gd name="connsiteY12" fmla="*/ 0 h 1521919"/>
              <a:gd name="connsiteX13" fmla="*/ 7348920 w 8962098"/>
              <a:gd name="connsiteY13" fmla="*/ 0 h 1521919"/>
              <a:gd name="connsiteX14" fmla="*/ 7948692 w 8962098"/>
              <a:gd name="connsiteY14" fmla="*/ 0 h 1521919"/>
              <a:gd name="connsiteX15" fmla="*/ 8962098 w 8962098"/>
              <a:gd name="connsiteY15" fmla="*/ 0 h 1521919"/>
              <a:gd name="connsiteX16" fmla="*/ 8962098 w 8962098"/>
              <a:gd name="connsiteY16" fmla="*/ 507306 h 1521919"/>
              <a:gd name="connsiteX17" fmla="*/ 8962098 w 8962098"/>
              <a:gd name="connsiteY17" fmla="*/ 1014613 h 1521919"/>
              <a:gd name="connsiteX18" fmla="*/ 8962098 w 8962098"/>
              <a:gd name="connsiteY18" fmla="*/ 1521919 h 1521919"/>
              <a:gd name="connsiteX19" fmla="*/ 8451948 w 8962098"/>
              <a:gd name="connsiteY19" fmla="*/ 1521919 h 1521919"/>
              <a:gd name="connsiteX20" fmla="*/ 7762556 w 8962098"/>
              <a:gd name="connsiteY20" fmla="*/ 1521919 h 1521919"/>
              <a:gd name="connsiteX21" fmla="*/ 7073163 w 8962098"/>
              <a:gd name="connsiteY21" fmla="*/ 1521919 h 1521919"/>
              <a:gd name="connsiteX22" fmla="*/ 6473392 w 8962098"/>
              <a:gd name="connsiteY22" fmla="*/ 1521919 h 1521919"/>
              <a:gd name="connsiteX23" fmla="*/ 5694379 w 8962098"/>
              <a:gd name="connsiteY23" fmla="*/ 1521919 h 1521919"/>
              <a:gd name="connsiteX24" fmla="*/ 5094608 w 8962098"/>
              <a:gd name="connsiteY24" fmla="*/ 1521919 h 1521919"/>
              <a:gd name="connsiteX25" fmla="*/ 4315595 w 8962098"/>
              <a:gd name="connsiteY25" fmla="*/ 1521919 h 1521919"/>
              <a:gd name="connsiteX26" fmla="*/ 3805445 w 8962098"/>
              <a:gd name="connsiteY26" fmla="*/ 1521919 h 1521919"/>
              <a:gd name="connsiteX27" fmla="*/ 3295294 w 8962098"/>
              <a:gd name="connsiteY27" fmla="*/ 1521919 h 1521919"/>
              <a:gd name="connsiteX28" fmla="*/ 2516281 w 8962098"/>
              <a:gd name="connsiteY28" fmla="*/ 1521919 h 1521919"/>
              <a:gd name="connsiteX29" fmla="*/ 1916510 w 8962098"/>
              <a:gd name="connsiteY29" fmla="*/ 1521919 h 1521919"/>
              <a:gd name="connsiteX30" fmla="*/ 1227118 w 8962098"/>
              <a:gd name="connsiteY30" fmla="*/ 1521919 h 1521919"/>
              <a:gd name="connsiteX31" fmla="*/ 627347 w 8962098"/>
              <a:gd name="connsiteY31" fmla="*/ 1521919 h 1521919"/>
              <a:gd name="connsiteX32" fmla="*/ 0 w 8962098"/>
              <a:gd name="connsiteY32" fmla="*/ 1521919 h 1521919"/>
              <a:gd name="connsiteX33" fmla="*/ 0 w 8962098"/>
              <a:gd name="connsiteY33" fmla="*/ 984174 h 1521919"/>
              <a:gd name="connsiteX34" fmla="*/ 0 w 8962098"/>
              <a:gd name="connsiteY34" fmla="*/ 522526 h 1521919"/>
              <a:gd name="connsiteX35" fmla="*/ 0 w 8962098"/>
              <a:gd name="connsiteY35" fmla="*/ 0 h 152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521919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47321" y="244271"/>
                  <a:pt x="8981162" y="285278"/>
                  <a:pt x="8962098" y="507306"/>
                </a:cubicBezTo>
                <a:cubicBezTo>
                  <a:pt x="8943034" y="729334"/>
                  <a:pt x="8952421" y="832104"/>
                  <a:pt x="8962098" y="1014613"/>
                </a:cubicBezTo>
                <a:cubicBezTo>
                  <a:pt x="8971775" y="1197122"/>
                  <a:pt x="8986891" y="1295015"/>
                  <a:pt x="8962098" y="1521919"/>
                </a:cubicBezTo>
                <a:cubicBezTo>
                  <a:pt x="8768339" y="1523057"/>
                  <a:pt x="8635883" y="1524694"/>
                  <a:pt x="8451948" y="1521919"/>
                </a:cubicBezTo>
                <a:cubicBezTo>
                  <a:pt x="8268013" y="1519145"/>
                  <a:pt x="7906679" y="1488235"/>
                  <a:pt x="7762556" y="1521919"/>
                </a:cubicBezTo>
                <a:cubicBezTo>
                  <a:pt x="7618433" y="1555603"/>
                  <a:pt x="7274105" y="1521024"/>
                  <a:pt x="7073163" y="1521919"/>
                </a:cubicBezTo>
                <a:cubicBezTo>
                  <a:pt x="6872221" y="1522814"/>
                  <a:pt x="6624613" y="1513301"/>
                  <a:pt x="6473392" y="1521919"/>
                </a:cubicBezTo>
                <a:cubicBezTo>
                  <a:pt x="6322171" y="1530537"/>
                  <a:pt x="6050537" y="1537586"/>
                  <a:pt x="5694379" y="1521919"/>
                </a:cubicBezTo>
                <a:cubicBezTo>
                  <a:pt x="5338221" y="1506252"/>
                  <a:pt x="5248367" y="1550784"/>
                  <a:pt x="5094608" y="1521919"/>
                </a:cubicBezTo>
                <a:cubicBezTo>
                  <a:pt x="4940849" y="1493054"/>
                  <a:pt x="4475351" y="1502630"/>
                  <a:pt x="4315595" y="1521919"/>
                </a:cubicBezTo>
                <a:cubicBezTo>
                  <a:pt x="4155839" y="1541208"/>
                  <a:pt x="4056568" y="1545924"/>
                  <a:pt x="3805445" y="1521919"/>
                </a:cubicBezTo>
                <a:cubicBezTo>
                  <a:pt x="3554322" y="1497915"/>
                  <a:pt x="3547939" y="1533405"/>
                  <a:pt x="3295294" y="1521919"/>
                </a:cubicBezTo>
                <a:cubicBezTo>
                  <a:pt x="3042649" y="1510433"/>
                  <a:pt x="2707632" y="1489463"/>
                  <a:pt x="2516281" y="1521919"/>
                </a:cubicBezTo>
                <a:cubicBezTo>
                  <a:pt x="2324930" y="1554375"/>
                  <a:pt x="2073134" y="1515033"/>
                  <a:pt x="1916510" y="1521919"/>
                </a:cubicBezTo>
                <a:cubicBezTo>
                  <a:pt x="1759886" y="1528805"/>
                  <a:pt x="1421649" y="1500625"/>
                  <a:pt x="1227118" y="1521919"/>
                </a:cubicBezTo>
                <a:cubicBezTo>
                  <a:pt x="1032587" y="1543213"/>
                  <a:pt x="901337" y="1519646"/>
                  <a:pt x="627347" y="1521919"/>
                </a:cubicBezTo>
                <a:cubicBezTo>
                  <a:pt x="353357" y="1524192"/>
                  <a:pt x="301530" y="1535530"/>
                  <a:pt x="0" y="1521919"/>
                </a:cubicBezTo>
                <a:cubicBezTo>
                  <a:pt x="-21391" y="1273619"/>
                  <a:pt x="-12882" y="1113280"/>
                  <a:pt x="0" y="984174"/>
                </a:cubicBezTo>
                <a:cubicBezTo>
                  <a:pt x="12882" y="855069"/>
                  <a:pt x="20486" y="752610"/>
                  <a:pt x="0" y="522526"/>
                </a:cubicBezTo>
                <a:cubicBezTo>
                  <a:pt x="-20486" y="292442"/>
                  <a:pt x="-18449" y="229283"/>
                  <a:pt x="0" y="0"/>
                </a:cubicBezTo>
                <a:close/>
              </a:path>
              <a:path w="8962098" h="1521919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59341" y="115686"/>
                  <a:pt x="8986949" y="344465"/>
                  <a:pt x="8962098" y="537745"/>
                </a:cubicBezTo>
                <a:cubicBezTo>
                  <a:pt x="8937247" y="731026"/>
                  <a:pt x="8983769" y="882161"/>
                  <a:pt x="8962098" y="1060270"/>
                </a:cubicBezTo>
                <a:cubicBezTo>
                  <a:pt x="8940427" y="1238379"/>
                  <a:pt x="8971174" y="1351690"/>
                  <a:pt x="8962098" y="1521919"/>
                </a:cubicBezTo>
                <a:cubicBezTo>
                  <a:pt x="8796241" y="1533503"/>
                  <a:pt x="8685247" y="1524028"/>
                  <a:pt x="8541569" y="1521919"/>
                </a:cubicBezTo>
                <a:cubicBezTo>
                  <a:pt x="8397891" y="1519810"/>
                  <a:pt x="8145758" y="1507022"/>
                  <a:pt x="7852177" y="1521919"/>
                </a:cubicBezTo>
                <a:cubicBezTo>
                  <a:pt x="7558596" y="1536816"/>
                  <a:pt x="7304328" y="1479658"/>
                  <a:pt x="6983543" y="1521919"/>
                </a:cubicBezTo>
                <a:cubicBezTo>
                  <a:pt x="6662758" y="1564180"/>
                  <a:pt x="6600854" y="1487740"/>
                  <a:pt x="6294150" y="1521919"/>
                </a:cubicBezTo>
                <a:cubicBezTo>
                  <a:pt x="5987446" y="1556098"/>
                  <a:pt x="5839644" y="1533384"/>
                  <a:pt x="5515137" y="1521919"/>
                </a:cubicBezTo>
                <a:cubicBezTo>
                  <a:pt x="5190630" y="1510454"/>
                  <a:pt x="5109494" y="1517578"/>
                  <a:pt x="4736124" y="1521919"/>
                </a:cubicBezTo>
                <a:cubicBezTo>
                  <a:pt x="4362754" y="1526260"/>
                  <a:pt x="4365982" y="1498853"/>
                  <a:pt x="4136353" y="1521919"/>
                </a:cubicBezTo>
                <a:cubicBezTo>
                  <a:pt x="3906724" y="1544985"/>
                  <a:pt x="3787067" y="1506990"/>
                  <a:pt x="3626203" y="1521919"/>
                </a:cubicBezTo>
                <a:cubicBezTo>
                  <a:pt x="3465339" y="1536849"/>
                  <a:pt x="3152702" y="1486445"/>
                  <a:pt x="2757569" y="1521919"/>
                </a:cubicBezTo>
                <a:cubicBezTo>
                  <a:pt x="2362436" y="1557393"/>
                  <a:pt x="2209304" y="1509900"/>
                  <a:pt x="2068176" y="1521919"/>
                </a:cubicBezTo>
                <a:cubicBezTo>
                  <a:pt x="1927048" y="1533938"/>
                  <a:pt x="1448099" y="1508732"/>
                  <a:pt x="1199542" y="1521919"/>
                </a:cubicBezTo>
                <a:cubicBezTo>
                  <a:pt x="950985" y="1535106"/>
                  <a:pt x="527239" y="1471544"/>
                  <a:pt x="0" y="1521919"/>
                </a:cubicBezTo>
                <a:cubicBezTo>
                  <a:pt x="9176" y="1358295"/>
                  <a:pt x="269" y="1200722"/>
                  <a:pt x="0" y="1045051"/>
                </a:cubicBezTo>
                <a:cubicBezTo>
                  <a:pt x="-269" y="889380"/>
                  <a:pt x="-3404" y="792695"/>
                  <a:pt x="0" y="583402"/>
                </a:cubicBezTo>
                <a:cubicBezTo>
                  <a:pt x="3404" y="374109"/>
                  <a:pt x="17810" y="15656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44000" rIns="288000" bIns="144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test_service </a:t>
            </a:r>
            <a:r>
              <a:rPr lang="ko-KR" altLang="en-US" sz="1000">
                <a:solidFill>
                  <a:srgbClr val="00B050"/>
                </a:solidFill>
              </a:rPr>
              <a:t>클래스의 객체를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en-US" altLang="ko-KR" sz="1000">
              <a:solidFill>
                <a:srgbClr val="0000FF"/>
              </a:solidFill>
            </a:endParaRPr>
          </a:p>
          <a:p>
            <a:pPr defTabSz="360000"/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pservice = make_own&lt;test_service&gt;(</a:t>
            </a:r>
            <a:r>
              <a:rPr lang="en-US" altLang="ko-KR" sz="1000" b="1"/>
              <a:t>“service”</a:t>
            </a:r>
            <a:r>
              <a:rPr lang="en-US" altLang="ko-KR" sz="1000"/>
              <a:t>);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</a:t>
            </a:r>
            <a:r>
              <a:rPr lang="ko-KR" altLang="en-US" sz="1000">
                <a:solidFill>
                  <a:srgbClr val="00B050"/>
                </a:solidFill>
              </a:rPr>
              <a:t>각각의 이름으로 전달할 인자를 </a:t>
            </a:r>
            <a:r>
              <a:rPr lang="en-US" altLang="ko-KR" sz="1000">
                <a:solidFill>
                  <a:srgbClr val="00B050"/>
                </a:solidFill>
              </a:rPr>
              <a:t>context</a:t>
            </a:r>
            <a:r>
              <a:rPr lang="ko-KR" altLang="en-US" sz="1000">
                <a:solidFill>
                  <a:srgbClr val="00B050"/>
                </a:solidFill>
              </a:rPr>
              <a:t>를 사용해 설정한다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</a:p>
          <a:p>
            <a:pPr defTabSz="360000"/>
            <a:r>
              <a:rPr lang="en-US" altLang="ko-KR" sz="1000"/>
              <a:t>context param{“test_service.json”};</a:t>
            </a:r>
          </a:p>
          <a:p>
            <a:pPr defTabSz="360000"/>
            <a:endParaRPr lang="en-US" altLang="ko-KR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context_setting</a:t>
            </a:r>
            <a:r>
              <a:rPr lang="ko-KR" altLang="en-US" sz="1000">
                <a:solidFill>
                  <a:srgbClr val="00B050"/>
                </a:solidFill>
              </a:rPr>
              <a:t>을 인자로 전달한다</a:t>
            </a:r>
            <a:r>
              <a:rPr lang="en-US" altLang="ko-KR" sz="1000">
                <a:solidFill>
                  <a:srgbClr val="00B050"/>
                </a:solidFill>
              </a:rPr>
              <a:t>!</a:t>
            </a:r>
            <a:endParaRPr lang="ko-KR" altLang="en-US" sz="1000"/>
          </a:p>
          <a:p>
            <a:pPr defTabSz="360000"/>
            <a:r>
              <a:rPr lang="en-US" altLang="ko-KR" sz="1000"/>
              <a:t>pservice-&gt;start( param );</a:t>
            </a:r>
            <a:endParaRPr lang="ko-KR" altLang="en-US" sz="1000">
              <a:solidFill>
                <a:srgbClr val="00B05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5A626D-B0F9-4CA2-8201-A16E76A137F6}"/>
              </a:ext>
            </a:extLst>
          </p:cNvPr>
          <p:cNvSpPr/>
          <p:nvPr/>
        </p:nvSpPr>
        <p:spPr>
          <a:xfrm>
            <a:off x="5624864" y="2012796"/>
            <a:ext cx="290774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JSON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파일에서 읽어들인다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!</a:t>
            </a:r>
            <a:endParaRPr lang="ko-KR" altLang="en-US" sz="105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13CBBF7-BEFD-4245-BE60-AD67569593D0}"/>
              </a:ext>
            </a:extLst>
          </p:cNvPr>
          <p:cNvSpPr/>
          <p:nvPr/>
        </p:nvSpPr>
        <p:spPr>
          <a:xfrm>
            <a:off x="5624864" y="2049754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bIns="18000"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406A91A-1C12-49B8-BF9D-4112E416ED0A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4758813" y="2139754"/>
            <a:ext cx="866051" cy="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90A44B3-8A10-465C-9E17-E6385DF02A73}"/>
              </a:ext>
            </a:extLst>
          </p:cNvPr>
          <p:cNvSpPr/>
          <p:nvPr/>
        </p:nvSpPr>
        <p:spPr>
          <a:xfrm>
            <a:off x="1641988" y="2908467"/>
            <a:ext cx="7308411" cy="603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초기화 혹은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start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필요한 인자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(parameter)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설정을 외부파일인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JSON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파일에 설정해 놓을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defTabSz="360000"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다계층을 사용해 구성 객체들의 초기화가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E9BBBF-68BE-449F-BBC3-D8D059049F12}"/>
              </a:ext>
            </a:extLst>
          </p:cNvPr>
          <p:cNvSpPr/>
          <p:nvPr/>
        </p:nvSpPr>
        <p:spPr>
          <a:xfrm>
            <a:off x="5263312" y="2325477"/>
            <a:ext cx="368708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   JSON 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파일에서 읽어들인 값으로 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start()</a:t>
            </a:r>
            <a:r>
              <a:rPr lang="ko-KR" altLang="en-US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한다</a:t>
            </a:r>
            <a:r>
              <a:rPr lang="en-US" altLang="ko-KR" sz="1050">
                <a:solidFill>
                  <a:srgbClr val="0000F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.</a:t>
            </a:r>
            <a:endParaRPr lang="ko-KR" altLang="en-US" sz="105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1571CB4-6718-4874-9935-2390BB7E1405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4122770" y="2445568"/>
            <a:ext cx="1150740" cy="120405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32595F06-0D91-4851-8706-FFE30173BDBD}"/>
              </a:ext>
            </a:extLst>
          </p:cNvPr>
          <p:cNvSpPr/>
          <p:nvPr/>
        </p:nvSpPr>
        <p:spPr>
          <a:xfrm>
            <a:off x="5273510" y="2355568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3826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유일하게 하나만 존재하는 동적 객체를 위한 것</a:t>
            </a:r>
            <a:endParaRPr lang="en-US" altLang="ko-KR" sz="1400" dirty="0"/>
          </a:p>
          <a:p>
            <a:r>
              <a:rPr lang="ko-KR" altLang="en-US" sz="1400" dirty="0"/>
              <a:t>소멸될 때 </a:t>
            </a:r>
            <a:r>
              <a:rPr lang="en-US" altLang="ko-KR" sz="1400" dirty="0"/>
              <a:t>destroy()</a:t>
            </a:r>
            <a:r>
              <a:rPr lang="ko-KR" altLang="en-US" sz="1400" dirty="0"/>
              <a:t>함수를 호출해준다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 err="1"/>
              <a:t>순환참조</a:t>
            </a:r>
            <a:r>
              <a:rPr lang="ko-KR" altLang="en-US" sz="1400" dirty="0"/>
              <a:t> 문제를 해결하기 위해서도 사용</a:t>
            </a:r>
            <a:r>
              <a:rPr lang="en-US" altLang="ko-KR" sz="14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4537C-C1C2-4B0D-8697-8217999CE1C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4197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풀</a:t>
            </a:r>
            <a:r>
              <a:rPr lang="en-US" altLang="ko-KR" b="1" dirty="0"/>
              <a:t>.object</a:t>
            </a:r>
            <a:r>
              <a:rPr lang="ko-KR" altLang="en-US" b="1" dirty="0"/>
              <a:t> </a:t>
            </a:r>
            <a:r>
              <a:rPr lang="en-US" altLang="ko-KR" b="1" dirty="0"/>
              <a:t>pool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en-US" altLang="ko-KR" sz="1400" dirty="0"/>
              <a:t> </a:t>
            </a:r>
            <a:r>
              <a:rPr lang="ko-KR" altLang="en-US" sz="1400" dirty="0"/>
              <a:t>대신 </a:t>
            </a:r>
            <a:r>
              <a:rPr lang="en-US" altLang="ko-KR" sz="1400" dirty="0" err="1"/>
              <a:t>Ipoolable</a:t>
            </a:r>
            <a:r>
              <a:rPr lang="ko-KR" altLang="en-US" sz="1400" dirty="0"/>
              <a:t>을 상속받으면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호출 시 자동으로 풀에서 할당을 받음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할당해제시 자동으로 풀로 다시 </a:t>
            </a:r>
            <a:r>
              <a:rPr lang="ko-KR" altLang="en-US" sz="1400" dirty="0" err="1"/>
              <a:t>돌아감</a:t>
            </a:r>
            <a:r>
              <a:rPr lang="en-US" altLang="ko-KR" sz="1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44326-5966-4BE8-B87A-BAF4B480482E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6DA0D3-AF9C-43E0-B610-D245889D9F47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27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751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상속받아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할당 받은 모든 객체는 내부적으로 통계를 냄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메모리릭</a:t>
            </a:r>
            <a:r>
              <a:rPr lang="ko-KR" altLang="en-US" sz="1400" dirty="0"/>
              <a:t> 등과 같은 문제가 발생시 확인 가능</a:t>
            </a:r>
            <a:r>
              <a:rPr lang="en-US" altLang="ko-KR" sz="1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BAF40-511F-4280-9B0F-3DA111408462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80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2423</TotalTime>
  <Words>1619</Words>
  <Application>Microsoft Office PowerPoint</Application>
  <PresentationFormat>와이드스크린</PresentationFormat>
  <Paragraphs>203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HY견명조</vt:lpstr>
      <vt:lpstr>HY신명조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263</cp:revision>
  <dcterms:created xsi:type="dcterms:W3CDTF">2019-08-08T18:29:33Z</dcterms:created>
  <dcterms:modified xsi:type="dcterms:W3CDTF">2020-01-24T03:30:33Z</dcterms:modified>
</cp:coreProperties>
</file>