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9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2" y="36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2C2850C-3195-4D5E-A688-80706BB8E5F3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2687723" cy="1256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/>
              <a:t>tcp_simple.client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tcp_simple.client?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tcp_simple.client.source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tcp_simple.client.source.comment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SOCKET.TCP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2097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C79B1-2A74-48CA-80DE-B2B12445032B}"/>
              </a:ext>
            </a:extLst>
          </p:cNvPr>
          <p:cNvSpPr txBox="1"/>
          <p:nvPr/>
        </p:nvSpPr>
        <p:spPr>
          <a:xfrm>
            <a:off x="1416050" y="567188"/>
            <a:ext cx="7708900" cy="231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간단한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client socket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만들기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사용하면 아주 간단하게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socket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클라이언트를 만들 수 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튜터리얼은  간단한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예제를 통해 가장 기본적인 구조와 프로그래밍 방법에 대해서 설명한다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(tutorial/network.1.socket/socket.01.tcp_simple/client.console)</a:t>
            </a: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먼저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server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부분을 먼저 본 후에 이 튜터리얼을 보기를 권장한다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비교 설명도 존재하며 중복되는 설명은 생략되었다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EBB767-9FA9-43ED-AF67-9BAD701EAEBC}"/>
              </a:ext>
            </a:extLst>
          </p:cNvPr>
          <p:cNvSpPr/>
          <p:nvPr/>
        </p:nvSpPr>
        <p:spPr>
          <a:xfrm>
            <a:off x="1856740" y="2881332"/>
            <a:ext cx="6096000" cy="60324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client socket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 정의에 대한 이해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접속 요청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4FC99-3A22-4021-A665-B027CF00096E}"/>
              </a:ext>
            </a:extLst>
          </p:cNvPr>
          <p:cNvSpPr/>
          <p:nvPr/>
        </p:nvSpPr>
        <p:spPr>
          <a:xfrm>
            <a:off x="1771595" y="3564366"/>
            <a:ext cx="1563248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설명하고자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9" y="-12879"/>
            <a:ext cx="297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tcp_simple.client.source.1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A28C8-C36D-447D-8C83-626BFB954CF3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F585E9-FF83-49DB-9151-8D83B2B0EA96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67F54F-CCB9-4162-A0D4-940403657D1A}"/>
              </a:ext>
            </a:extLst>
          </p:cNvPr>
          <p:cNvSpPr/>
          <p:nvPr/>
        </p:nvSpPr>
        <p:spPr>
          <a:xfrm>
            <a:off x="1753390" y="942603"/>
            <a:ext cx="8962098" cy="5623829"/>
          </a:xfrm>
          <a:custGeom>
            <a:avLst/>
            <a:gdLst>
              <a:gd name="connsiteX0" fmla="*/ 0 w 8962098"/>
              <a:gd name="connsiteY0" fmla="*/ 0 h 5623829"/>
              <a:gd name="connsiteX1" fmla="*/ 779013 w 8962098"/>
              <a:gd name="connsiteY1" fmla="*/ 0 h 5623829"/>
              <a:gd name="connsiteX2" fmla="*/ 1468405 w 8962098"/>
              <a:gd name="connsiteY2" fmla="*/ 0 h 5623829"/>
              <a:gd name="connsiteX3" fmla="*/ 1978555 w 8962098"/>
              <a:gd name="connsiteY3" fmla="*/ 0 h 5623829"/>
              <a:gd name="connsiteX4" fmla="*/ 2399085 w 8962098"/>
              <a:gd name="connsiteY4" fmla="*/ 0 h 5623829"/>
              <a:gd name="connsiteX5" fmla="*/ 3267719 w 8962098"/>
              <a:gd name="connsiteY5" fmla="*/ 0 h 5623829"/>
              <a:gd name="connsiteX6" fmla="*/ 3957111 w 8962098"/>
              <a:gd name="connsiteY6" fmla="*/ 0 h 5623829"/>
              <a:gd name="connsiteX7" fmla="*/ 4825745 w 8962098"/>
              <a:gd name="connsiteY7" fmla="*/ 0 h 5623829"/>
              <a:gd name="connsiteX8" fmla="*/ 5246274 w 8962098"/>
              <a:gd name="connsiteY8" fmla="*/ 0 h 5623829"/>
              <a:gd name="connsiteX9" fmla="*/ 5756424 w 8962098"/>
              <a:gd name="connsiteY9" fmla="*/ 0 h 5623829"/>
              <a:gd name="connsiteX10" fmla="*/ 6266575 w 8962098"/>
              <a:gd name="connsiteY10" fmla="*/ 0 h 5623829"/>
              <a:gd name="connsiteX11" fmla="*/ 6776725 w 8962098"/>
              <a:gd name="connsiteY11" fmla="*/ 0 h 5623829"/>
              <a:gd name="connsiteX12" fmla="*/ 7286875 w 8962098"/>
              <a:gd name="connsiteY12" fmla="*/ 0 h 5623829"/>
              <a:gd name="connsiteX13" fmla="*/ 7707404 w 8962098"/>
              <a:gd name="connsiteY13" fmla="*/ 0 h 5623829"/>
              <a:gd name="connsiteX14" fmla="*/ 8127933 w 8962098"/>
              <a:gd name="connsiteY14" fmla="*/ 0 h 5623829"/>
              <a:gd name="connsiteX15" fmla="*/ 8962098 w 8962098"/>
              <a:gd name="connsiteY15" fmla="*/ 0 h 5623829"/>
              <a:gd name="connsiteX16" fmla="*/ 8962098 w 8962098"/>
              <a:gd name="connsiteY16" fmla="*/ 624870 h 5623829"/>
              <a:gd name="connsiteX17" fmla="*/ 8962098 w 8962098"/>
              <a:gd name="connsiteY17" fmla="*/ 1305978 h 5623829"/>
              <a:gd name="connsiteX18" fmla="*/ 8962098 w 8962098"/>
              <a:gd name="connsiteY18" fmla="*/ 1930848 h 5623829"/>
              <a:gd name="connsiteX19" fmla="*/ 8962098 w 8962098"/>
              <a:gd name="connsiteY19" fmla="*/ 2499480 h 5623829"/>
              <a:gd name="connsiteX20" fmla="*/ 8962098 w 8962098"/>
              <a:gd name="connsiteY20" fmla="*/ 3124349 h 5623829"/>
              <a:gd name="connsiteX21" fmla="*/ 8962098 w 8962098"/>
              <a:gd name="connsiteY21" fmla="*/ 3861696 h 5623829"/>
              <a:gd name="connsiteX22" fmla="*/ 8962098 w 8962098"/>
              <a:gd name="connsiteY22" fmla="*/ 4430328 h 5623829"/>
              <a:gd name="connsiteX23" fmla="*/ 8962098 w 8962098"/>
              <a:gd name="connsiteY23" fmla="*/ 4886483 h 5623829"/>
              <a:gd name="connsiteX24" fmla="*/ 8962098 w 8962098"/>
              <a:gd name="connsiteY24" fmla="*/ 5623829 h 5623829"/>
              <a:gd name="connsiteX25" fmla="*/ 8272706 w 8962098"/>
              <a:gd name="connsiteY25" fmla="*/ 5623829 h 5623829"/>
              <a:gd name="connsiteX26" fmla="*/ 7672935 w 8962098"/>
              <a:gd name="connsiteY26" fmla="*/ 5623829 h 5623829"/>
              <a:gd name="connsiteX27" fmla="*/ 6983543 w 8962098"/>
              <a:gd name="connsiteY27" fmla="*/ 5623829 h 5623829"/>
              <a:gd name="connsiteX28" fmla="*/ 6114908 w 8962098"/>
              <a:gd name="connsiteY28" fmla="*/ 5623829 h 5623829"/>
              <a:gd name="connsiteX29" fmla="*/ 5515137 w 8962098"/>
              <a:gd name="connsiteY29" fmla="*/ 5623829 h 5623829"/>
              <a:gd name="connsiteX30" fmla="*/ 4825745 w 8962098"/>
              <a:gd name="connsiteY30" fmla="*/ 5623829 h 5623829"/>
              <a:gd name="connsiteX31" fmla="*/ 4405216 w 8962098"/>
              <a:gd name="connsiteY31" fmla="*/ 5623829 h 5623829"/>
              <a:gd name="connsiteX32" fmla="*/ 3895066 w 8962098"/>
              <a:gd name="connsiteY32" fmla="*/ 5623829 h 5623829"/>
              <a:gd name="connsiteX33" fmla="*/ 3295294 w 8962098"/>
              <a:gd name="connsiteY33" fmla="*/ 5623829 h 5623829"/>
              <a:gd name="connsiteX34" fmla="*/ 2516281 w 8962098"/>
              <a:gd name="connsiteY34" fmla="*/ 5623829 h 5623829"/>
              <a:gd name="connsiteX35" fmla="*/ 1647647 w 8962098"/>
              <a:gd name="connsiteY35" fmla="*/ 5623829 h 5623829"/>
              <a:gd name="connsiteX36" fmla="*/ 1047876 w 8962098"/>
              <a:gd name="connsiteY36" fmla="*/ 5623829 h 5623829"/>
              <a:gd name="connsiteX37" fmla="*/ 0 w 8962098"/>
              <a:gd name="connsiteY37" fmla="*/ 5623829 h 5623829"/>
              <a:gd name="connsiteX38" fmla="*/ 0 w 8962098"/>
              <a:gd name="connsiteY38" fmla="*/ 4886483 h 5623829"/>
              <a:gd name="connsiteX39" fmla="*/ 0 w 8962098"/>
              <a:gd name="connsiteY39" fmla="*/ 4149136 h 5623829"/>
              <a:gd name="connsiteX40" fmla="*/ 0 w 8962098"/>
              <a:gd name="connsiteY40" fmla="*/ 3636743 h 5623829"/>
              <a:gd name="connsiteX41" fmla="*/ 0 w 8962098"/>
              <a:gd name="connsiteY41" fmla="*/ 2955635 h 5623829"/>
              <a:gd name="connsiteX42" fmla="*/ 0 w 8962098"/>
              <a:gd name="connsiteY42" fmla="*/ 2274526 h 5623829"/>
              <a:gd name="connsiteX43" fmla="*/ 0 w 8962098"/>
              <a:gd name="connsiteY43" fmla="*/ 1649657 h 5623829"/>
              <a:gd name="connsiteX44" fmla="*/ 0 w 8962098"/>
              <a:gd name="connsiteY44" fmla="*/ 1024787 h 5623829"/>
              <a:gd name="connsiteX45" fmla="*/ 0 w 8962098"/>
              <a:gd name="connsiteY45" fmla="*/ 568632 h 5623829"/>
              <a:gd name="connsiteX46" fmla="*/ 0 w 8962098"/>
              <a:gd name="connsiteY46" fmla="*/ 0 h 5623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962098" h="5623829" fill="none" extrusionOk="0">
                <a:moveTo>
                  <a:pt x="0" y="0"/>
                </a:moveTo>
                <a:cubicBezTo>
                  <a:pt x="369510" y="35935"/>
                  <a:pt x="456044" y="-5864"/>
                  <a:pt x="779013" y="0"/>
                </a:cubicBezTo>
                <a:cubicBezTo>
                  <a:pt x="1101982" y="5864"/>
                  <a:pt x="1281252" y="22350"/>
                  <a:pt x="1468405" y="0"/>
                </a:cubicBezTo>
                <a:cubicBezTo>
                  <a:pt x="1655558" y="-22350"/>
                  <a:pt x="1785736" y="6674"/>
                  <a:pt x="1978555" y="0"/>
                </a:cubicBezTo>
                <a:cubicBezTo>
                  <a:pt x="2171374" y="-6674"/>
                  <a:pt x="2301853" y="-640"/>
                  <a:pt x="2399085" y="0"/>
                </a:cubicBezTo>
                <a:cubicBezTo>
                  <a:pt x="2496317" y="640"/>
                  <a:pt x="2909742" y="-20624"/>
                  <a:pt x="3267719" y="0"/>
                </a:cubicBezTo>
                <a:cubicBezTo>
                  <a:pt x="3625696" y="20624"/>
                  <a:pt x="3700282" y="-12022"/>
                  <a:pt x="3957111" y="0"/>
                </a:cubicBezTo>
                <a:cubicBezTo>
                  <a:pt x="4213940" y="12022"/>
                  <a:pt x="4427052" y="37257"/>
                  <a:pt x="4825745" y="0"/>
                </a:cubicBezTo>
                <a:cubicBezTo>
                  <a:pt x="5224438" y="-37257"/>
                  <a:pt x="5079328" y="9526"/>
                  <a:pt x="5246274" y="0"/>
                </a:cubicBezTo>
                <a:cubicBezTo>
                  <a:pt x="5413220" y="-9526"/>
                  <a:pt x="5501755" y="-20983"/>
                  <a:pt x="5756424" y="0"/>
                </a:cubicBezTo>
                <a:cubicBezTo>
                  <a:pt x="6011093" y="20983"/>
                  <a:pt x="6078375" y="10690"/>
                  <a:pt x="6266575" y="0"/>
                </a:cubicBezTo>
                <a:cubicBezTo>
                  <a:pt x="6454775" y="-10690"/>
                  <a:pt x="6557506" y="17386"/>
                  <a:pt x="6776725" y="0"/>
                </a:cubicBezTo>
                <a:cubicBezTo>
                  <a:pt x="6995944" y="-17386"/>
                  <a:pt x="7157266" y="-10620"/>
                  <a:pt x="7286875" y="0"/>
                </a:cubicBezTo>
                <a:cubicBezTo>
                  <a:pt x="7416484" y="10620"/>
                  <a:pt x="7553764" y="10538"/>
                  <a:pt x="7707404" y="0"/>
                </a:cubicBezTo>
                <a:cubicBezTo>
                  <a:pt x="7861044" y="-10538"/>
                  <a:pt x="7973051" y="663"/>
                  <a:pt x="8127933" y="0"/>
                </a:cubicBezTo>
                <a:cubicBezTo>
                  <a:pt x="8282815" y="-663"/>
                  <a:pt x="8789609" y="40251"/>
                  <a:pt x="8962098" y="0"/>
                </a:cubicBezTo>
                <a:cubicBezTo>
                  <a:pt x="8974116" y="167684"/>
                  <a:pt x="8982425" y="460735"/>
                  <a:pt x="8962098" y="624870"/>
                </a:cubicBezTo>
                <a:cubicBezTo>
                  <a:pt x="8941772" y="789005"/>
                  <a:pt x="8952126" y="1089314"/>
                  <a:pt x="8962098" y="1305978"/>
                </a:cubicBezTo>
                <a:cubicBezTo>
                  <a:pt x="8972070" y="1522642"/>
                  <a:pt x="8932448" y="1771204"/>
                  <a:pt x="8962098" y="1930848"/>
                </a:cubicBezTo>
                <a:cubicBezTo>
                  <a:pt x="8991749" y="2090492"/>
                  <a:pt x="8951583" y="2380659"/>
                  <a:pt x="8962098" y="2499480"/>
                </a:cubicBezTo>
                <a:cubicBezTo>
                  <a:pt x="8972613" y="2618301"/>
                  <a:pt x="8950280" y="2834820"/>
                  <a:pt x="8962098" y="3124349"/>
                </a:cubicBezTo>
                <a:cubicBezTo>
                  <a:pt x="8973916" y="3413878"/>
                  <a:pt x="8939677" y="3584400"/>
                  <a:pt x="8962098" y="3861696"/>
                </a:cubicBezTo>
                <a:cubicBezTo>
                  <a:pt x="8984519" y="4138992"/>
                  <a:pt x="8973299" y="4285745"/>
                  <a:pt x="8962098" y="4430328"/>
                </a:cubicBezTo>
                <a:cubicBezTo>
                  <a:pt x="8950897" y="4574911"/>
                  <a:pt x="8965317" y="4739135"/>
                  <a:pt x="8962098" y="4886483"/>
                </a:cubicBezTo>
                <a:cubicBezTo>
                  <a:pt x="8958879" y="5033831"/>
                  <a:pt x="8967609" y="5301416"/>
                  <a:pt x="8962098" y="5623829"/>
                </a:cubicBezTo>
                <a:cubicBezTo>
                  <a:pt x="8802015" y="5620748"/>
                  <a:pt x="8428660" y="5590003"/>
                  <a:pt x="8272706" y="5623829"/>
                </a:cubicBezTo>
                <a:cubicBezTo>
                  <a:pt x="8116752" y="5657655"/>
                  <a:pt x="7811518" y="5596321"/>
                  <a:pt x="7672935" y="5623829"/>
                </a:cubicBezTo>
                <a:cubicBezTo>
                  <a:pt x="7534352" y="5651337"/>
                  <a:pt x="7303775" y="5643239"/>
                  <a:pt x="6983543" y="5623829"/>
                </a:cubicBezTo>
                <a:cubicBezTo>
                  <a:pt x="6663311" y="5604419"/>
                  <a:pt x="6398671" y="5623029"/>
                  <a:pt x="6114908" y="5623829"/>
                </a:cubicBezTo>
                <a:cubicBezTo>
                  <a:pt x="5831145" y="5624629"/>
                  <a:pt x="5770038" y="5644600"/>
                  <a:pt x="5515137" y="5623829"/>
                </a:cubicBezTo>
                <a:cubicBezTo>
                  <a:pt x="5260236" y="5603058"/>
                  <a:pt x="5043846" y="5638845"/>
                  <a:pt x="4825745" y="5623829"/>
                </a:cubicBezTo>
                <a:cubicBezTo>
                  <a:pt x="4607644" y="5608813"/>
                  <a:pt x="4499261" y="5619265"/>
                  <a:pt x="4405216" y="5623829"/>
                </a:cubicBezTo>
                <a:cubicBezTo>
                  <a:pt x="4311171" y="5628393"/>
                  <a:pt x="4126505" y="5636506"/>
                  <a:pt x="3895066" y="5623829"/>
                </a:cubicBezTo>
                <a:cubicBezTo>
                  <a:pt x="3663627" y="5611153"/>
                  <a:pt x="3562191" y="5639028"/>
                  <a:pt x="3295294" y="5623829"/>
                </a:cubicBezTo>
                <a:cubicBezTo>
                  <a:pt x="3028397" y="5608630"/>
                  <a:pt x="2714006" y="5592374"/>
                  <a:pt x="2516281" y="5623829"/>
                </a:cubicBezTo>
                <a:cubicBezTo>
                  <a:pt x="2318556" y="5655284"/>
                  <a:pt x="1840345" y="5647083"/>
                  <a:pt x="1647647" y="5623829"/>
                </a:cubicBezTo>
                <a:cubicBezTo>
                  <a:pt x="1454949" y="5600575"/>
                  <a:pt x="1306023" y="5629962"/>
                  <a:pt x="1047876" y="5623829"/>
                </a:cubicBezTo>
                <a:cubicBezTo>
                  <a:pt x="789729" y="5617696"/>
                  <a:pt x="503971" y="5580490"/>
                  <a:pt x="0" y="5623829"/>
                </a:cubicBezTo>
                <a:cubicBezTo>
                  <a:pt x="34330" y="5255856"/>
                  <a:pt x="25717" y="5217039"/>
                  <a:pt x="0" y="4886483"/>
                </a:cubicBezTo>
                <a:cubicBezTo>
                  <a:pt x="-25717" y="4555927"/>
                  <a:pt x="27483" y="4378191"/>
                  <a:pt x="0" y="4149136"/>
                </a:cubicBezTo>
                <a:cubicBezTo>
                  <a:pt x="-27483" y="3920081"/>
                  <a:pt x="-5285" y="3778763"/>
                  <a:pt x="0" y="3636743"/>
                </a:cubicBezTo>
                <a:cubicBezTo>
                  <a:pt x="5285" y="3494723"/>
                  <a:pt x="-12875" y="3211623"/>
                  <a:pt x="0" y="2955635"/>
                </a:cubicBezTo>
                <a:cubicBezTo>
                  <a:pt x="12875" y="2699647"/>
                  <a:pt x="-2800" y="2591087"/>
                  <a:pt x="0" y="2274526"/>
                </a:cubicBezTo>
                <a:cubicBezTo>
                  <a:pt x="2800" y="1957965"/>
                  <a:pt x="21091" y="1924208"/>
                  <a:pt x="0" y="1649657"/>
                </a:cubicBezTo>
                <a:cubicBezTo>
                  <a:pt x="-21091" y="1375106"/>
                  <a:pt x="-1021" y="1282054"/>
                  <a:pt x="0" y="1024787"/>
                </a:cubicBezTo>
                <a:cubicBezTo>
                  <a:pt x="1021" y="767520"/>
                  <a:pt x="-338" y="762657"/>
                  <a:pt x="0" y="568632"/>
                </a:cubicBezTo>
                <a:cubicBezTo>
                  <a:pt x="338" y="374607"/>
                  <a:pt x="25679" y="185556"/>
                  <a:pt x="0" y="0"/>
                </a:cubicBezTo>
                <a:close/>
              </a:path>
              <a:path w="8962098" h="562382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1257" y="309388"/>
                  <a:pt x="8966037" y="481928"/>
                  <a:pt x="8962098" y="737346"/>
                </a:cubicBezTo>
                <a:cubicBezTo>
                  <a:pt x="8958159" y="992764"/>
                  <a:pt x="8956695" y="1180503"/>
                  <a:pt x="8962098" y="1418455"/>
                </a:cubicBezTo>
                <a:cubicBezTo>
                  <a:pt x="8967501" y="1656407"/>
                  <a:pt x="8956647" y="1913402"/>
                  <a:pt x="8962098" y="2043325"/>
                </a:cubicBezTo>
                <a:cubicBezTo>
                  <a:pt x="8967550" y="2173248"/>
                  <a:pt x="8979343" y="2379657"/>
                  <a:pt x="8962098" y="2499480"/>
                </a:cubicBezTo>
                <a:cubicBezTo>
                  <a:pt x="8944853" y="2619303"/>
                  <a:pt x="8964500" y="2813683"/>
                  <a:pt x="8962098" y="3011873"/>
                </a:cubicBezTo>
                <a:cubicBezTo>
                  <a:pt x="8959696" y="3210063"/>
                  <a:pt x="8954072" y="3391995"/>
                  <a:pt x="8962098" y="3692981"/>
                </a:cubicBezTo>
                <a:cubicBezTo>
                  <a:pt x="8970124" y="3993967"/>
                  <a:pt x="8972738" y="4065783"/>
                  <a:pt x="8962098" y="4317851"/>
                </a:cubicBezTo>
                <a:cubicBezTo>
                  <a:pt x="8951459" y="4569919"/>
                  <a:pt x="8946835" y="4634574"/>
                  <a:pt x="8962098" y="4942721"/>
                </a:cubicBezTo>
                <a:cubicBezTo>
                  <a:pt x="8977362" y="5250868"/>
                  <a:pt x="8980121" y="5432136"/>
                  <a:pt x="8962098" y="5623829"/>
                </a:cubicBezTo>
                <a:cubicBezTo>
                  <a:pt x="8816487" y="5647340"/>
                  <a:pt x="8666243" y="5618139"/>
                  <a:pt x="8451948" y="5623829"/>
                </a:cubicBezTo>
                <a:cubicBezTo>
                  <a:pt x="8237653" y="5629520"/>
                  <a:pt x="8102662" y="5608900"/>
                  <a:pt x="7941798" y="5623829"/>
                </a:cubicBezTo>
                <a:cubicBezTo>
                  <a:pt x="7780934" y="5638759"/>
                  <a:pt x="7468588" y="5592479"/>
                  <a:pt x="7073163" y="5623829"/>
                </a:cubicBezTo>
                <a:cubicBezTo>
                  <a:pt x="6677738" y="5655179"/>
                  <a:pt x="6727776" y="5609376"/>
                  <a:pt x="6383771" y="5623829"/>
                </a:cubicBezTo>
                <a:cubicBezTo>
                  <a:pt x="6039766" y="5638282"/>
                  <a:pt x="5763694" y="5610642"/>
                  <a:pt x="5515137" y="5623829"/>
                </a:cubicBezTo>
                <a:cubicBezTo>
                  <a:pt x="5266580" y="5637016"/>
                  <a:pt x="4896270" y="5611370"/>
                  <a:pt x="4736124" y="5623829"/>
                </a:cubicBezTo>
                <a:cubicBezTo>
                  <a:pt x="4575978" y="5636288"/>
                  <a:pt x="4473728" y="5648368"/>
                  <a:pt x="4225974" y="5623829"/>
                </a:cubicBezTo>
                <a:cubicBezTo>
                  <a:pt x="3978220" y="5599291"/>
                  <a:pt x="3736884" y="5635567"/>
                  <a:pt x="3536582" y="5623829"/>
                </a:cubicBezTo>
                <a:cubicBezTo>
                  <a:pt x="3336280" y="5612091"/>
                  <a:pt x="3156681" y="5593871"/>
                  <a:pt x="2936811" y="5623829"/>
                </a:cubicBezTo>
                <a:cubicBezTo>
                  <a:pt x="2716941" y="5653787"/>
                  <a:pt x="2260663" y="5613749"/>
                  <a:pt x="2068176" y="5623829"/>
                </a:cubicBezTo>
                <a:cubicBezTo>
                  <a:pt x="1875689" y="5633909"/>
                  <a:pt x="1631576" y="5610218"/>
                  <a:pt x="1468405" y="5623829"/>
                </a:cubicBezTo>
                <a:cubicBezTo>
                  <a:pt x="1305234" y="5637440"/>
                  <a:pt x="1165160" y="5594894"/>
                  <a:pt x="868634" y="5623829"/>
                </a:cubicBezTo>
                <a:cubicBezTo>
                  <a:pt x="572108" y="5652764"/>
                  <a:pt x="398948" y="5589228"/>
                  <a:pt x="0" y="5623829"/>
                </a:cubicBezTo>
                <a:cubicBezTo>
                  <a:pt x="18783" y="5475467"/>
                  <a:pt x="-21664" y="5284685"/>
                  <a:pt x="0" y="5111436"/>
                </a:cubicBezTo>
                <a:cubicBezTo>
                  <a:pt x="21664" y="4938187"/>
                  <a:pt x="22145" y="4797588"/>
                  <a:pt x="0" y="4599042"/>
                </a:cubicBezTo>
                <a:cubicBezTo>
                  <a:pt x="-22145" y="4400496"/>
                  <a:pt x="-27428" y="4179863"/>
                  <a:pt x="0" y="4030411"/>
                </a:cubicBezTo>
                <a:cubicBezTo>
                  <a:pt x="27428" y="3880959"/>
                  <a:pt x="-19477" y="3607293"/>
                  <a:pt x="0" y="3405541"/>
                </a:cubicBezTo>
                <a:cubicBezTo>
                  <a:pt x="19477" y="3203789"/>
                  <a:pt x="-6534" y="3098478"/>
                  <a:pt x="0" y="2836909"/>
                </a:cubicBezTo>
                <a:cubicBezTo>
                  <a:pt x="6534" y="2575340"/>
                  <a:pt x="-158" y="2360719"/>
                  <a:pt x="0" y="2212039"/>
                </a:cubicBezTo>
                <a:cubicBezTo>
                  <a:pt x="158" y="2063359"/>
                  <a:pt x="-3130" y="1839405"/>
                  <a:pt x="0" y="1643408"/>
                </a:cubicBezTo>
                <a:cubicBezTo>
                  <a:pt x="3130" y="1447411"/>
                  <a:pt x="9640" y="1329767"/>
                  <a:pt x="0" y="1131014"/>
                </a:cubicBezTo>
                <a:cubicBezTo>
                  <a:pt x="-9640" y="932261"/>
                  <a:pt x="-17834" y="773575"/>
                  <a:pt x="0" y="618621"/>
                </a:cubicBezTo>
                <a:cubicBezTo>
                  <a:pt x="17834" y="463667"/>
                  <a:pt x="-5296" y="14888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900" b="1"/>
              <a:t>#include "CGDK10.net.socket.h"</a:t>
            </a:r>
          </a:p>
          <a:p>
            <a:pPr defTabSz="360000"/>
            <a:r>
              <a:rPr lang="en-US" altLang="ko-KR" sz="900"/>
              <a:t>#include "../../define_message.h"</a:t>
            </a:r>
          </a:p>
          <a:p>
            <a:pPr defTabSz="360000"/>
            <a:r>
              <a:rPr lang="en-US" altLang="ko-KR" sz="900"/>
              <a:t>using namespace CGDK;</a:t>
            </a:r>
          </a:p>
          <a:p>
            <a:pPr defTabSz="360000"/>
            <a:endParaRPr lang="en-US" altLang="ko-KR" sz="900">
              <a:solidFill>
                <a:srgbClr val="0000FF"/>
              </a:solidFill>
            </a:endParaRPr>
          </a:p>
          <a:p>
            <a:pPr defTabSz="360000"/>
            <a:r>
              <a:rPr lang="en-US" altLang="ko-KR" sz="900">
                <a:solidFill>
                  <a:srgbClr val="0000FF"/>
                </a:solidFill>
              </a:rPr>
              <a:t>class</a:t>
            </a:r>
            <a:r>
              <a:rPr lang="en-US" altLang="ko-KR" sz="900"/>
              <a:t> socket_tcp_client : public </a:t>
            </a:r>
            <a:r>
              <a:rPr lang="en-US" altLang="ko-KR" sz="900" b="1"/>
              <a:t>net::socket::tcp_client&lt;&gt;</a:t>
            </a:r>
          </a:p>
          <a:p>
            <a:pPr defTabSz="360000"/>
            <a:r>
              <a:rPr lang="en-US" altLang="ko-KR" sz="900"/>
              <a:t>{</a:t>
            </a:r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접속 시 호출되는 함수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</a:t>
            </a:r>
            <a:r>
              <a:rPr lang="en-US" altLang="ko-KR" sz="900"/>
              <a:t> </a:t>
            </a:r>
            <a:r>
              <a:rPr lang="en-US" altLang="ko-KR" sz="900">
                <a:solidFill>
                  <a:srgbClr val="0000FF"/>
                </a:solidFill>
              </a:rPr>
              <a:t>void</a:t>
            </a:r>
            <a:r>
              <a:rPr lang="en-US" altLang="ko-KR" sz="900"/>
              <a:t> </a:t>
            </a:r>
            <a:r>
              <a:rPr lang="en-US" altLang="ko-KR" sz="900" b="1"/>
              <a:t>on_connect</a:t>
            </a:r>
            <a:r>
              <a:rPr lang="en-US" altLang="ko-KR" sz="900"/>
              <a:t>(net::io::Iconnective* _pacceptor)</a:t>
            </a:r>
            <a:r>
              <a:rPr lang="en-US" altLang="ko-KR" sz="900">
                <a:solidFill>
                  <a:srgbClr val="0000FF"/>
                </a:solidFill>
              </a:rPr>
              <a:t> override</a:t>
            </a:r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/>
              <a:t>		std::cout &lt;&lt; " @ [socket] connected" &lt;&lt; '\n’;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(v) </a:t>
            </a:r>
            <a:r>
              <a:rPr lang="ko-KR" altLang="en-US" sz="1000">
                <a:solidFill>
                  <a:srgbClr val="00B050"/>
                </a:solidFill>
              </a:rPr>
              <a:t>접속 실패시 호출되는 함수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virtual void </a:t>
            </a:r>
            <a:r>
              <a:rPr lang="en-US" altLang="ko-KR" sz="1000" b="1"/>
              <a:t>on_fail_connect</a:t>
            </a:r>
            <a:r>
              <a:rPr lang="en-US" altLang="ko-KR" sz="1000"/>
              <a:t>(net::io::Iconnective* /*_pconnective*/, </a:t>
            </a:r>
            <a:r>
              <a:rPr lang="en-US" altLang="ko-KR" sz="1000">
                <a:solidFill>
                  <a:srgbClr val="0000FF"/>
                </a:solidFill>
              </a:rPr>
              <a:t>uint64_t</a:t>
            </a:r>
            <a:r>
              <a:rPr lang="en-US" altLang="ko-KR" sz="1000"/>
              <a:t> /*_reason*/)</a:t>
            </a:r>
            <a:r>
              <a:rPr lang="en-US" altLang="ko-KR" sz="1000">
                <a:solidFill>
                  <a:srgbClr val="0000FF"/>
                </a:solidFill>
              </a:rPr>
              <a:t> override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" @ [socket] fail to connecting" &lt;&lt; '\n’;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접속 종료 시 호출되는 함수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 void</a:t>
            </a:r>
            <a:r>
              <a:rPr lang="en-US" altLang="ko-KR" sz="900"/>
              <a:t> </a:t>
            </a:r>
            <a:r>
              <a:rPr lang="en-US" altLang="ko-KR" sz="900" b="1"/>
              <a:t>on_disconnect</a:t>
            </a:r>
            <a:r>
              <a:rPr lang="en-US" altLang="ko-KR" sz="900"/>
              <a:t>(</a:t>
            </a:r>
            <a:r>
              <a:rPr lang="en-US" altLang="ko-KR" sz="900">
                <a:solidFill>
                  <a:srgbClr val="0000FF"/>
                </a:solidFill>
              </a:rPr>
              <a:t>uint64_t</a:t>
            </a:r>
            <a:r>
              <a:rPr lang="en-US" altLang="ko-KR" sz="900"/>
              <a:t>)</a:t>
            </a:r>
            <a:r>
              <a:rPr lang="en-US" altLang="ko-KR" sz="900">
                <a:solidFill>
                  <a:srgbClr val="0000FF"/>
                </a:solidFill>
              </a:rPr>
              <a:t> override</a:t>
            </a:r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/>
              <a:t>		std::cout &lt;&lt; " @ [socket] disconnected" &lt;&lt; '\n’;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메시지를 수신했을 때 호출 되는 함수</a:t>
            </a:r>
            <a:r>
              <a:rPr lang="en-US" altLang="ko-KR" sz="900">
                <a:solidFill>
                  <a:srgbClr val="00B050"/>
                </a:solidFill>
              </a:rPr>
              <a:t>.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 int</a:t>
            </a:r>
            <a:r>
              <a:rPr lang="en-US" altLang="ko-KR" sz="900"/>
              <a:t> </a:t>
            </a:r>
            <a:r>
              <a:rPr lang="en-US" altLang="ko-KR" sz="900" b="1"/>
              <a:t>on_message</a:t>
            </a:r>
            <a:r>
              <a:rPr lang="en-US" altLang="ko-KR" sz="900"/>
              <a:t>(sMESSAGE_NETWORK&amp; _msg)</a:t>
            </a:r>
            <a:r>
              <a:rPr lang="en-US" altLang="ko-KR" sz="900">
                <a:solidFill>
                  <a:srgbClr val="0000FF"/>
                </a:solidFill>
              </a:rPr>
              <a:t> override</a:t>
            </a:r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	// 1) message head</a:t>
            </a:r>
            <a:r>
              <a:rPr lang="ko-KR" altLang="en-US" sz="900">
                <a:solidFill>
                  <a:srgbClr val="00B050"/>
                </a:solidFill>
              </a:rPr>
              <a:t>를 읽습니다</a:t>
            </a:r>
            <a:r>
              <a:rPr lang="en-US" altLang="ko-KR" sz="900">
                <a:solidFill>
                  <a:srgbClr val="00B050"/>
                </a:solidFill>
              </a:rPr>
              <a:t>.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	</a:t>
            </a:r>
            <a:r>
              <a:rPr lang="en-US" altLang="ko-KR" sz="900">
                <a:solidFill>
                  <a:srgbClr val="0000FF"/>
                </a:solidFill>
              </a:rPr>
              <a:t>auto</a:t>
            </a:r>
            <a:r>
              <a:rPr lang="en-US" altLang="ko-KR" sz="900"/>
              <a:t> msg_header = _msg.buf_message.front&lt;sMESSAGE_HEAD&gt;();</a:t>
            </a:r>
          </a:p>
          <a:p>
            <a:pPr defTabSz="360000"/>
            <a:endParaRPr lang="ko-KR" altLang="en-US" sz="900"/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	// 2) message </a:t>
            </a:r>
            <a:r>
              <a:rPr lang="ko-KR" altLang="en-US" sz="900">
                <a:solidFill>
                  <a:srgbClr val="00B050"/>
                </a:solidFill>
              </a:rPr>
              <a:t>종류에 따른 처리를 한다</a:t>
            </a:r>
            <a:r>
              <a:rPr lang="en-US" altLang="ko-KR" sz="900">
                <a:solidFill>
                  <a:srgbClr val="00B050"/>
                </a:solidFill>
              </a:rPr>
              <a:t>.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	</a:t>
            </a:r>
            <a:r>
              <a:rPr lang="en-US" altLang="ko-KR" sz="900">
                <a:solidFill>
                  <a:srgbClr val="0000FF"/>
                </a:solidFill>
              </a:rPr>
              <a:t>switch</a:t>
            </a:r>
            <a:r>
              <a:rPr lang="en-US" altLang="ko-KR" sz="900"/>
              <a:t> (msg_header.message_type)</a:t>
            </a:r>
          </a:p>
          <a:p>
            <a:pPr defTabSz="360000"/>
            <a:r>
              <a:rPr lang="en-US" altLang="ko-KR" sz="900"/>
              <a:t>		{</a:t>
            </a:r>
          </a:p>
          <a:p>
            <a:pPr defTabSz="360000"/>
            <a:r>
              <a:rPr lang="en-US" altLang="ko-KR" sz="900"/>
              <a:t>		</a:t>
            </a:r>
            <a:r>
              <a:rPr lang="en-US" altLang="ko-KR" sz="900">
                <a:solidFill>
                  <a:srgbClr val="0000FF"/>
                </a:solidFill>
              </a:rPr>
              <a:t>case</a:t>
            </a:r>
            <a:r>
              <a:rPr lang="en-US" altLang="ko-KR" sz="900"/>
              <a:t>	eMESSAGE_TYPE::SEND_A:</a:t>
            </a:r>
          </a:p>
          <a:p>
            <a:pPr defTabSz="360000"/>
            <a:r>
              <a:rPr lang="en-US" altLang="ko-KR" sz="900"/>
              <a:t>			std::cout &lt;&lt; " 'eMESSAGE_TYPE::SEND_A' received" &lt;&lt; '\n’;</a:t>
            </a:r>
          </a:p>
          <a:p>
            <a:pPr defTabSz="360000"/>
            <a:r>
              <a:rPr lang="en-US" altLang="ko-KR" sz="900"/>
              <a:t>			</a:t>
            </a:r>
            <a:r>
              <a:rPr lang="en-US" altLang="ko-KR" sz="900">
                <a:solidFill>
                  <a:srgbClr val="0000FF"/>
                </a:solidFill>
              </a:rPr>
              <a:t>break;</a:t>
            </a:r>
          </a:p>
          <a:p>
            <a:pPr defTabSz="360000"/>
            <a:r>
              <a:rPr lang="en-US" altLang="ko-KR" sz="900">
                <a:solidFill>
                  <a:srgbClr val="0000FF"/>
                </a:solidFill>
              </a:rPr>
              <a:t>		…</a:t>
            </a:r>
          </a:p>
          <a:p>
            <a:pPr defTabSz="360000"/>
            <a:r>
              <a:rPr lang="en-US" altLang="ko-KR" sz="900"/>
              <a:t>		</a:t>
            </a:r>
            <a:r>
              <a:rPr lang="en-US" altLang="ko-KR" sz="900">
                <a:solidFill>
                  <a:srgbClr val="0000FF"/>
                </a:solidFill>
              </a:rPr>
              <a:t>break;</a:t>
            </a:r>
          </a:p>
          <a:p>
            <a:pPr defTabSz="360000"/>
            <a:r>
              <a:rPr lang="en-US" altLang="ko-KR" sz="900"/>
              <a:t>		}</a:t>
            </a:r>
          </a:p>
          <a:p>
            <a:pPr defTabSz="360000"/>
            <a:r>
              <a:rPr lang="en-US" altLang="ko-KR" sz="900"/>
              <a:t>		</a:t>
            </a:r>
            <a:r>
              <a:rPr lang="en-US" altLang="ko-KR" sz="900">
                <a:solidFill>
                  <a:srgbClr val="0000FF"/>
                </a:solidFill>
              </a:rPr>
              <a:t>return	1;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r>
              <a:rPr lang="en-US" altLang="ko-KR" sz="900"/>
              <a:t>};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69B4E9-31B7-4F9E-87A7-FABC103B8AB9}"/>
              </a:ext>
            </a:extLst>
          </p:cNvPr>
          <p:cNvSpPr/>
          <p:nvPr/>
        </p:nvSpPr>
        <p:spPr>
          <a:xfrm>
            <a:off x="4609805" y="941924"/>
            <a:ext cx="41275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“CGDK10.net.socket.h”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파일을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include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2D50CC-B0BE-468F-B666-773D705985CF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830626" y="1080588"/>
            <a:ext cx="789689" cy="1871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A8C58EDA-DC5E-48AB-97B9-CD2BB3C465EC}"/>
              </a:ext>
            </a:extLst>
          </p:cNvPr>
          <p:cNvSpPr/>
          <p:nvPr/>
        </p:nvSpPr>
        <p:spPr>
          <a:xfrm>
            <a:off x="4620315" y="99058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10973F-51E2-4EF8-990B-E35FB04B26B1}"/>
              </a:ext>
            </a:extLst>
          </p:cNvPr>
          <p:cNvSpPr/>
          <p:nvPr/>
        </p:nvSpPr>
        <p:spPr>
          <a:xfrm>
            <a:off x="5328987" y="1266471"/>
            <a:ext cx="55312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net::socket::tcp_client&lt;&gt;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상속받아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socket_tcp_client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정의한다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50DC533-6471-41F9-ADC3-7B4F53C90296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4920343" y="1416058"/>
            <a:ext cx="418842" cy="15148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B9D074F2-DAEA-48D0-A531-E6D4C9DFDF8E}"/>
              </a:ext>
            </a:extLst>
          </p:cNvPr>
          <p:cNvSpPr/>
          <p:nvPr/>
        </p:nvSpPr>
        <p:spPr>
          <a:xfrm>
            <a:off x="5339185" y="132605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CA6A354-A893-4DE6-A3F0-E5CD46DC67FF}"/>
              </a:ext>
            </a:extLst>
          </p:cNvPr>
          <p:cNvCxnSpPr>
            <a:cxnSpLocks/>
          </p:cNvCxnSpPr>
          <p:nvPr/>
        </p:nvCxnSpPr>
        <p:spPr>
          <a:xfrm flipH="1">
            <a:off x="5801456" y="1813193"/>
            <a:ext cx="396039" cy="14292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F7CAA82-FFC5-4A39-8DD2-B429387FF7DA}"/>
              </a:ext>
            </a:extLst>
          </p:cNvPr>
          <p:cNvCxnSpPr>
            <a:cxnSpLocks/>
          </p:cNvCxnSpPr>
          <p:nvPr/>
        </p:nvCxnSpPr>
        <p:spPr>
          <a:xfrm flipH="1">
            <a:off x="4589418" y="2380897"/>
            <a:ext cx="1605220" cy="26651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50A8C2B-B9EE-4010-8259-B4373B943356}"/>
              </a:ext>
            </a:extLst>
          </p:cNvPr>
          <p:cNvCxnSpPr>
            <a:cxnSpLocks/>
          </p:cNvCxnSpPr>
          <p:nvPr/>
        </p:nvCxnSpPr>
        <p:spPr>
          <a:xfrm flipH="1">
            <a:off x="4798423" y="3318419"/>
            <a:ext cx="1386565" cy="147597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C974696-02F5-4627-B72B-E7AD5DA808E1}"/>
              </a:ext>
            </a:extLst>
          </p:cNvPr>
          <p:cNvCxnSpPr>
            <a:cxnSpLocks/>
          </p:cNvCxnSpPr>
          <p:nvPr/>
        </p:nvCxnSpPr>
        <p:spPr>
          <a:xfrm flipH="1">
            <a:off x="5225143" y="3859272"/>
            <a:ext cx="1148169" cy="216344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371E761-0A76-4B53-B321-A69900884E9D}"/>
              </a:ext>
            </a:extLst>
          </p:cNvPr>
          <p:cNvSpPr/>
          <p:nvPr/>
        </p:nvSpPr>
        <p:spPr>
          <a:xfrm>
            <a:off x="6026307" y="1612798"/>
            <a:ext cx="36376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‘on_connect’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접속이 되었을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25FFAD-4C90-449B-AE64-AC904B716C80}"/>
              </a:ext>
            </a:extLst>
          </p:cNvPr>
          <p:cNvSpPr/>
          <p:nvPr/>
        </p:nvSpPr>
        <p:spPr>
          <a:xfrm>
            <a:off x="6194638" y="3625758"/>
            <a:ext cx="39682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‘on_message’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메시지가 전송되어 왔을 해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전송된 메시지는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_msg.buf_message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넣어져 전달된다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B0287D-A730-4CEC-9B92-FE4CF9BB225C}"/>
              </a:ext>
            </a:extLst>
          </p:cNvPr>
          <p:cNvSpPr/>
          <p:nvPr/>
        </p:nvSpPr>
        <p:spPr>
          <a:xfrm>
            <a:off x="6017600" y="3055656"/>
            <a:ext cx="36376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‘on_disconnect’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접속된 후 접속이 종료되었을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0D4DF61-9C8C-422F-9337-5C60AA5CFABC}"/>
              </a:ext>
            </a:extLst>
          </p:cNvPr>
          <p:cNvSpPr/>
          <p:nvPr/>
        </p:nvSpPr>
        <p:spPr>
          <a:xfrm>
            <a:off x="6061166" y="2065284"/>
            <a:ext cx="42990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‘on_fail_connect’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접속에 실패했을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이것은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connect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요청하는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client socket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에서만 발생한다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4CE5FB-657B-4D9B-B8A7-F01E63F2F59A}"/>
              </a:ext>
            </a:extLst>
          </p:cNvPr>
          <p:cNvSpPr txBox="1"/>
          <p:nvPr/>
        </p:nvSpPr>
        <p:spPr>
          <a:xfrm>
            <a:off x="1416049" y="567188"/>
            <a:ext cx="10610487" cy="36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간단한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tcp client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예제 소스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1/2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997207" y="-11382"/>
            <a:ext cx="297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tcp_simple.client.source.2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82234-0537-4163-9082-A6E83E754D65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3D5EAA-C0D3-40EF-B44B-3FFAB6452D67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B3E1F6-D6AA-4227-B707-19715CB210DE}"/>
              </a:ext>
            </a:extLst>
          </p:cNvPr>
          <p:cNvSpPr/>
          <p:nvPr/>
        </p:nvSpPr>
        <p:spPr>
          <a:xfrm>
            <a:off x="1788226" y="960017"/>
            <a:ext cx="8962098" cy="2453730"/>
          </a:xfrm>
          <a:custGeom>
            <a:avLst/>
            <a:gdLst>
              <a:gd name="connsiteX0" fmla="*/ 0 w 8962098"/>
              <a:gd name="connsiteY0" fmla="*/ 0 h 2453730"/>
              <a:gd name="connsiteX1" fmla="*/ 868634 w 8962098"/>
              <a:gd name="connsiteY1" fmla="*/ 0 h 2453730"/>
              <a:gd name="connsiteX2" fmla="*/ 1468405 w 8962098"/>
              <a:gd name="connsiteY2" fmla="*/ 0 h 2453730"/>
              <a:gd name="connsiteX3" fmla="*/ 1888935 w 8962098"/>
              <a:gd name="connsiteY3" fmla="*/ 0 h 2453730"/>
              <a:gd name="connsiteX4" fmla="*/ 2488706 w 8962098"/>
              <a:gd name="connsiteY4" fmla="*/ 0 h 2453730"/>
              <a:gd name="connsiteX5" fmla="*/ 3088477 w 8962098"/>
              <a:gd name="connsiteY5" fmla="*/ 0 h 2453730"/>
              <a:gd name="connsiteX6" fmla="*/ 3867490 w 8962098"/>
              <a:gd name="connsiteY6" fmla="*/ 0 h 2453730"/>
              <a:gd name="connsiteX7" fmla="*/ 4288019 w 8962098"/>
              <a:gd name="connsiteY7" fmla="*/ 0 h 2453730"/>
              <a:gd name="connsiteX8" fmla="*/ 4977411 w 8962098"/>
              <a:gd name="connsiteY8" fmla="*/ 0 h 2453730"/>
              <a:gd name="connsiteX9" fmla="*/ 5487562 w 8962098"/>
              <a:gd name="connsiteY9" fmla="*/ 0 h 2453730"/>
              <a:gd name="connsiteX10" fmla="*/ 5908091 w 8962098"/>
              <a:gd name="connsiteY10" fmla="*/ 0 h 2453730"/>
              <a:gd name="connsiteX11" fmla="*/ 6776725 w 8962098"/>
              <a:gd name="connsiteY11" fmla="*/ 0 h 2453730"/>
              <a:gd name="connsiteX12" fmla="*/ 7376496 w 8962098"/>
              <a:gd name="connsiteY12" fmla="*/ 0 h 2453730"/>
              <a:gd name="connsiteX13" fmla="*/ 8155509 w 8962098"/>
              <a:gd name="connsiteY13" fmla="*/ 0 h 2453730"/>
              <a:gd name="connsiteX14" fmla="*/ 8962098 w 8962098"/>
              <a:gd name="connsiteY14" fmla="*/ 0 h 2453730"/>
              <a:gd name="connsiteX15" fmla="*/ 8962098 w 8962098"/>
              <a:gd name="connsiteY15" fmla="*/ 564358 h 2453730"/>
              <a:gd name="connsiteX16" fmla="*/ 8962098 w 8962098"/>
              <a:gd name="connsiteY16" fmla="*/ 1153253 h 2453730"/>
              <a:gd name="connsiteX17" fmla="*/ 8962098 w 8962098"/>
              <a:gd name="connsiteY17" fmla="*/ 1717611 h 2453730"/>
              <a:gd name="connsiteX18" fmla="*/ 8962098 w 8962098"/>
              <a:gd name="connsiteY18" fmla="*/ 2453730 h 2453730"/>
              <a:gd name="connsiteX19" fmla="*/ 8362327 w 8962098"/>
              <a:gd name="connsiteY19" fmla="*/ 2453730 h 2453730"/>
              <a:gd name="connsiteX20" fmla="*/ 7762556 w 8962098"/>
              <a:gd name="connsiteY20" fmla="*/ 2453730 h 2453730"/>
              <a:gd name="connsiteX21" fmla="*/ 6983543 w 8962098"/>
              <a:gd name="connsiteY21" fmla="*/ 2453730 h 2453730"/>
              <a:gd name="connsiteX22" fmla="*/ 6383771 w 8962098"/>
              <a:gd name="connsiteY22" fmla="*/ 2453730 h 2453730"/>
              <a:gd name="connsiteX23" fmla="*/ 5604758 w 8962098"/>
              <a:gd name="connsiteY23" fmla="*/ 2453730 h 2453730"/>
              <a:gd name="connsiteX24" fmla="*/ 5094608 w 8962098"/>
              <a:gd name="connsiteY24" fmla="*/ 2453730 h 2453730"/>
              <a:gd name="connsiteX25" fmla="*/ 4584458 w 8962098"/>
              <a:gd name="connsiteY25" fmla="*/ 2453730 h 2453730"/>
              <a:gd name="connsiteX26" fmla="*/ 3805445 w 8962098"/>
              <a:gd name="connsiteY26" fmla="*/ 2453730 h 2453730"/>
              <a:gd name="connsiteX27" fmla="*/ 3205674 w 8962098"/>
              <a:gd name="connsiteY27" fmla="*/ 2453730 h 2453730"/>
              <a:gd name="connsiteX28" fmla="*/ 2516281 w 8962098"/>
              <a:gd name="connsiteY28" fmla="*/ 2453730 h 2453730"/>
              <a:gd name="connsiteX29" fmla="*/ 1916510 w 8962098"/>
              <a:gd name="connsiteY29" fmla="*/ 2453730 h 2453730"/>
              <a:gd name="connsiteX30" fmla="*/ 1495981 w 8962098"/>
              <a:gd name="connsiteY30" fmla="*/ 2453730 h 2453730"/>
              <a:gd name="connsiteX31" fmla="*/ 627347 w 8962098"/>
              <a:gd name="connsiteY31" fmla="*/ 2453730 h 2453730"/>
              <a:gd name="connsiteX32" fmla="*/ 0 w 8962098"/>
              <a:gd name="connsiteY32" fmla="*/ 2453730 h 2453730"/>
              <a:gd name="connsiteX33" fmla="*/ 0 w 8962098"/>
              <a:gd name="connsiteY33" fmla="*/ 1791223 h 2453730"/>
              <a:gd name="connsiteX34" fmla="*/ 0 w 8962098"/>
              <a:gd name="connsiteY34" fmla="*/ 1128716 h 2453730"/>
              <a:gd name="connsiteX35" fmla="*/ 0 w 8962098"/>
              <a:gd name="connsiteY35" fmla="*/ 0 h 245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453730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6843" y="211546"/>
                  <a:pt x="8934988" y="363856"/>
                  <a:pt x="8962098" y="564358"/>
                </a:cubicBezTo>
                <a:cubicBezTo>
                  <a:pt x="8989208" y="764860"/>
                  <a:pt x="8940554" y="971606"/>
                  <a:pt x="8962098" y="1153253"/>
                </a:cubicBezTo>
                <a:cubicBezTo>
                  <a:pt x="8983642" y="1334901"/>
                  <a:pt x="8969348" y="1602355"/>
                  <a:pt x="8962098" y="1717611"/>
                </a:cubicBezTo>
                <a:cubicBezTo>
                  <a:pt x="8954848" y="1832867"/>
                  <a:pt x="8972831" y="2212607"/>
                  <a:pt x="8962098" y="2453730"/>
                </a:cubicBezTo>
                <a:cubicBezTo>
                  <a:pt x="8687274" y="2466939"/>
                  <a:pt x="8494791" y="2452297"/>
                  <a:pt x="8362327" y="2453730"/>
                </a:cubicBezTo>
                <a:cubicBezTo>
                  <a:pt x="8229863" y="2455163"/>
                  <a:pt x="7913777" y="2445112"/>
                  <a:pt x="7762556" y="2453730"/>
                </a:cubicBezTo>
                <a:cubicBezTo>
                  <a:pt x="7611335" y="2462348"/>
                  <a:pt x="7339701" y="2469397"/>
                  <a:pt x="6983543" y="2453730"/>
                </a:cubicBezTo>
                <a:cubicBezTo>
                  <a:pt x="6627385" y="2438063"/>
                  <a:pt x="6543892" y="2424032"/>
                  <a:pt x="6383771" y="2453730"/>
                </a:cubicBezTo>
                <a:cubicBezTo>
                  <a:pt x="6223650" y="2483428"/>
                  <a:pt x="5764514" y="2434441"/>
                  <a:pt x="5604758" y="2453730"/>
                </a:cubicBezTo>
                <a:cubicBezTo>
                  <a:pt x="5445002" y="2473019"/>
                  <a:pt x="5345731" y="2477735"/>
                  <a:pt x="5094608" y="2453730"/>
                </a:cubicBezTo>
                <a:cubicBezTo>
                  <a:pt x="4843485" y="2429726"/>
                  <a:pt x="4833978" y="2464243"/>
                  <a:pt x="4584458" y="2453730"/>
                </a:cubicBezTo>
                <a:cubicBezTo>
                  <a:pt x="4334938" y="2443218"/>
                  <a:pt x="3996796" y="2421274"/>
                  <a:pt x="3805445" y="2453730"/>
                </a:cubicBezTo>
                <a:cubicBezTo>
                  <a:pt x="3614094" y="2486186"/>
                  <a:pt x="3362298" y="2446844"/>
                  <a:pt x="3205674" y="2453730"/>
                </a:cubicBezTo>
                <a:cubicBezTo>
                  <a:pt x="3049050" y="2460616"/>
                  <a:pt x="2714112" y="2436886"/>
                  <a:pt x="2516281" y="2453730"/>
                </a:cubicBezTo>
                <a:cubicBezTo>
                  <a:pt x="2318450" y="2470574"/>
                  <a:pt x="2190500" y="2451457"/>
                  <a:pt x="1916510" y="2453730"/>
                </a:cubicBezTo>
                <a:cubicBezTo>
                  <a:pt x="1642520" y="2456003"/>
                  <a:pt x="1631050" y="2444207"/>
                  <a:pt x="1495981" y="2453730"/>
                </a:cubicBezTo>
                <a:cubicBezTo>
                  <a:pt x="1360912" y="2463253"/>
                  <a:pt x="904943" y="2446406"/>
                  <a:pt x="627347" y="2453730"/>
                </a:cubicBezTo>
                <a:cubicBezTo>
                  <a:pt x="349751" y="2461054"/>
                  <a:pt x="215136" y="2452501"/>
                  <a:pt x="0" y="2453730"/>
                </a:cubicBezTo>
                <a:cubicBezTo>
                  <a:pt x="31024" y="2294650"/>
                  <a:pt x="-22397" y="2096391"/>
                  <a:pt x="0" y="1791223"/>
                </a:cubicBezTo>
                <a:cubicBezTo>
                  <a:pt x="22397" y="1486055"/>
                  <a:pt x="33001" y="1283435"/>
                  <a:pt x="0" y="1128716"/>
                </a:cubicBezTo>
                <a:cubicBezTo>
                  <a:pt x="-33001" y="973997"/>
                  <a:pt x="-40960" y="274999"/>
                  <a:pt x="0" y="0"/>
                </a:cubicBezTo>
                <a:close/>
              </a:path>
              <a:path w="8962098" h="245373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4707" y="210520"/>
                  <a:pt x="8941371" y="494754"/>
                  <a:pt x="8962098" y="662507"/>
                </a:cubicBezTo>
                <a:cubicBezTo>
                  <a:pt x="8982825" y="830260"/>
                  <a:pt x="8948366" y="1149774"/>
                  <a:pt x="8962098" y="1300477"/>
                </a:cubicBezTo>
                <a:cubicBezTo>
                  <a:pt x="8975831" y="1451180"/>
                  <a:pt x="8942892" y="1668539"/>
                  <a:pt x="8962098" y="1913909"/>
                </a:cubicBezTo>
                <a:cubicBezTo>
                  <a:pt x="8981304" y="2159279"/>
                  <a:pt x="8950861" y="2331282"/>
                  <a:pt x="8962098" y="2453730"/>
                </a:cubicBezTo>
                <a:cubicBezTo>
                  <a:pt x="8798611" y="2462366"/>
                  <a:pt x="8595103" y="2449974"/>
                  <a:pt x="8451948" y="2453730"/>
                </a:cubicBezTo>
                <a:cubicBezTo>
                  <a:pt x="8308793" y="2457487"/>
                  <a:pt x="7904099" y="2411469"/>
                  <a:pt x="7583314" y="2453730"/>
                </a:cubicBezTo>
                <a:cubicBezTo>
                  <a:pt x="7262529" y="2495991"/>
                  <a:pt x="7199930" y="2487559"/>
                  <a:pt x="6893922" y="2453730"/>
                </a:cubicBezTo>
                <a:cubicBezTo>
                  <a:pt x="6587914" y="2419901"/>
                  <a:pt x="6441786" y="2470084"/>
                  <a:pt x="6114908" y="2453730"/>
                </a:cubicBezTo>
                <a:cubicBezTo>
                  <a:pt x="5788030" y="2437376"/>
                  <a:pt x="5709265" y="2449389"/>
                  <a:pt x="5335895" y="2453730"/>
                </a:cubicBezTo>
                <a:cubicBezTo>
                  <a:pt x="4962525" y="2458071"/>
                  <a:pt x="4965753" y="2430664"/>
                  <a:pt x="4736124" y="2453730"/>
                </a:cubicBezTo>
                <a:cubicBezTo>
                  <a:pt x="4506495" y="2476796"/>
                  <a:pt x="4386838" y="2438801"/>
                  <a:pt x="4225974" y="2453730"/>
                </a:cubicBezTo>
                <a:cubicBezTo>
                  <a:pt x="4065110" y="2468660"/>
                  <a:pt x="3752473" y="2418256"/>
                  <a:pt x="3357340" y="2453730"/>
                </a:cubicBezTo>
                <a:cubicBezTo>
                  <a:pt x="2962207" y="2489204"/>
                  <a:pt x="3011953" y="2439277"/>
                  <a:pt x="2667948" y="2453730"/>
                </a:cubicBezTo>
                <a:cubicBezTo>
                  <a:pt x="2323943" y="2468183"/>
                  <a:pt x="2047871" y="2440543"/>
                  <a:pt x="1799314" y="2453730"/>
                </a:cubicBezTo>
                <a:cubicBezTo>
                  <a:pt x="1550757" y="2466917"/>
                  <a:pt x="1180727" y="2445005"/>
                  <a:pt x="1020300" y="2453730"/>
                </a:cubicBezTo>
                <a:cubicBezTo>
                  <a:pt x="859873" y="2462455"/>
                  <a:pt x="498026" y="2503776"/>
                  <a:pt x="0" y="2453730"/>
                </a:cubicBezTo>
                <a:cubicBezTo>
                  <a:pt x="-582" y="2186076"/>
                  <a:pt x="18203" y="2110547"/>
                  <a:pt x="0" y="1840298"/>
                </a:cubicBezTo>
                <a:cubicBezTo>
                  <a:pt x="-18203" y="1570049"/>
                  <a:pt x="-479" y="1520640"/>
                  <a:pt x="0" y="1300477"/>
                </a:cubicBezTo>
                <a:cubicBezTo>
                  <a:pt x="479" y="1080314"/>
                  <a:pt x="17763" y="873432"/>
                  <a:pt x="0" y="736119"/>
                </a:cubicBezTo>
                <a:cubicBezTo>
                  <a:pt x="-17763" y="598806"/>
                  <a:pt x="33405" y="2758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 main()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2) 'socket_tcp'</a:t>
            </a:r>
            <a:r>
              <a:rPr lang="ko-KR" altLang="en-US" sz="1000">
                <a:solidFill>
                  <a:srgbClr val="00B050"/>
                </a:solidFill>
              </a:rPr>
              <a:t>을 사용하는 </a:t>
            </a:r>
            <a:r>
              <a:rPr lang="en-US" altLang="ko-KR" sz="1000">
                <a:solidFill>
                  <a:srgbClr val="00B050"/>
                </a:solidFill>
              </a:rPr>
              <a:t>acceptor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auto</a:t>
            </a:r>
            <a:r>
              <a:rPr lang="en-US" altLang="ko-KR" sz="1000"/>
              <a:t> psocket = make_own&lt;socket_tcp_client&gt;();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3) 20000</a:t>
            </a:r>
            <a:r>
              <a:rPr lang="ko-KR" altLang="en-US" sz="1000">
                <a:solidFill>
                  <a:srgbClr val="00B050"/>
                </a:solidFill>
              </a:rPr>
              <a:t>번 포트에서 접속을 시도한다</a:t>
            </a:r>
            <a:r>
              <a:rPr lang="en-US" altLang="ko-KR" sz="1000">
                <a:solidFill>
                  <a:srgbClr val="00B050"/>
                </a:solidFill>
              </a:rPr>
              <a:t>. (ip::address</a:t>
            </a:r>
            <a:r>
              <a:rPr lang="ko-KR" altLang="en-US" sz="1000">
                <a:solidFill>
                  <a:srgbClr val="00B050"/>
                </a:solidFill>
              </a:rPr>
              <a:t>나 </a:t>
            </a:r>
            <a:r>
              <a:rPr lang="en-US" altLang="ko-KR" sz="1000">
                <a:solidFill>
                  <a:srgbClr val="00B050"/>
                </a:solidFill>
              </a:rPr>
              <a:t>resolver</a:t>
            </a:r>
            <a:r>
              <a:rPr lang="ko-KR" altLang="en-US" sz="1000">
                <a:solidFill>
                  <a:srgbClr val="00B050"/>
                </a:solidFill>
              </a:rPr>
              <a:t>로 설정이 가능하다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psocket-&gt;</a:t>
            </a:r>
            <a:r>
              <a:rPr lang="en-US" altLang="ko-KR" sz="1000" b="1"/>
              <a:t>start</a:t>
            </a:r>
            <a:r>
              <a:rPr lang="en-US" altLang="ko-KR" sz="1000"/>
              <a:t>({ net::ip::address_v4::loopback(), 20000 });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…</a:t>
            </a:r>
            <a:endParaRPr lang="ko-KR" altLang="en-US" sz="1000"/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5) socket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close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psocket-&gt;closesocket();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return</a:t>
            </a:r>
            <a:r>
              <a:rPr lang="en-US" altLang="ko-KR" sz="1000"/>
              <a:t> 0;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5D6EC2-ACF2-40E6-A900-283BBA3D0238}"/>
              </a:ext>
            </a:extLst>
          </p:cNvPr>
          <p:cNvSpPr/>
          <p:nvPr/>
        </p:nvSpPr>
        <p:spPr>
          <a:xfrm>
            <a:off x="6096000" y="1253376"/>
            <a:ext cx="45894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‘socket_tcp_client’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객체를 생성해 접속 시도한다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95D6BA5-3B65-493E-BD81-108636FE98C1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329646" y="1412895"/>
            <a:ext cx="767076" cy="154646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FF260009-2AE5-437A-92AE-5345BB5B62E7}"/>
              </a:ext>
            </a:extLst>
          </p:cNvPr>
          <p:cNvSpPr/>
          <p:nvPr/>
        </p:nvSpPr>
        <p:spPr>
          <a:xfrm>
            <a:off x="6096722" y="1322895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EAD9D-19C8-413C-AF35-791D743D5280}"/>
              </a:ext>
            </a:extLst>
          </p:cNvPr>
          <p:cNvSpPr/>
          <p:nvPr/>
        </p:nvSpPr>
        <p:spPr>
          <a:xfrm>
            <a:off x="4670116" y="2827889"/>
            <a:ext cx="5073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소켓의 접속을 강제종료한다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disconnect()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호출하면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graceful close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할 수 있다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D6C7EE0-D81D-4C8C-93B0-819F80203D34}"/>
              </a:ext>
            </a:extLst>
          </p:cNvPr>
          <p:cNvCxnSpPr>
            <a:cxnSpLocks/>
            <a:stCxn id="22" idx="2"/>
          </p:cNvCxnSpPr>
          <p:nvPr/>
        </p:nvCxnSpPr>
        <p:spPr>
          <a:xfrm flipH="1" flipV="1">
            <a:off x="3856104" y="2815389"/>
            <a:ext cx="814734" cy="17201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98DD3FBA-9352-4CC7-9D14-3B5C83AE128A}"/>
              </a:ext>
            </a:extLst>
          </p:cNvPr>
          <p:cNvSpPr/>
          <p:nvPr/>
        </p:nvSpPr>
        <p:spPr>
          <a:xfrm>
            <a:off x="4670838" y="289740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7D786-D1E1-4FFB-8230-18583EFA80A4}"/>
              </a:ext>
            </a:extLst>
          </p:cNvPr>
          <p:cNvSpPr txBox="1"/>
          <p:nvPr/>
        </p:nvSpPr>
        <p:spPr>
          <a:xfrm>
            <a:off x="1416049" y="567188"/>
            <a:ext cx="10610487" cy="36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간단한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tcp client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예제 소스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2/2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3" y="-11930"/>
            <a:ext cx="407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tcp_simple.client.source.comment.1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7FB2D-A08F-4D91-B6BD-C68828D8300B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800F61-4C69-4FFF-B683-80E420D5FD9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A11F7-2DDA-49B9-9E87-17D4A0A020A1}"/>
              </a:ext>
            </a:extLst>
          </p:cNvPr>
          <p:cNvSpPr txBox="1"/>
          <p:nvPr/>
        </p:nvSpPr>
        <p:spPr>
          <a:xfrm>
            <a:off x="1416050" y="620713"/>
            <a:ext cx="10323104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헤더 파일의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include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사용하기 위해서는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CGDK10.net.socket.h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include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하거나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CGDK10.net.socket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import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1E49B-E12A-4B5F-A1A7-4699063F0937}"/>
              </a:ext>
            </a:extLst>
          </p:cNvPr>
          <p:cNvSpPr txBox="1"/>
          <p:nvPr/>
        </p:nvSpPr>
        <p:spPr>
          <a:xfrm>
            <a:off x="1416050" y="1396101"/>
            <a:ext cx="10044430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socket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클래스의 구현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 b="1"/>
              <a:t>net::socket::tcp_client&lt;&gt;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 받아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 b="1"/>
              <a:t>socket_tcp_client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200" b="1"/>
              <a:t>net::socket::tcp &lt;&gt;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상속받아 클래스 정의하였으나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connect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기능이 필요하다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 b="1"/>
              <a:t>net::socket::tcp_client&lt;&gt;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b="1"/>
              <a:t>net::socket::tcp &lt;&gt;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1200" b="1"/>
              <a:t>net::io::connect_requestable::Ntcp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추가 상속받은 클래스다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server tcp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1200" b="1"/>
              <a:t>net::io::connect_requestable::Ntcp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추가 상속받으면 접속기능이 추가되어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경우 기본적으로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server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훅함수인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on_connect, on_disconnect, on_message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완전히 동일하게 작동한다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client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on_fail_connect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추가적으로 정의해 줄 필요가 있을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F38193-00D0-4DF8-8FE2-26FAE7B9F09A}"/>
              </a:ext>
            </a:extLst>
          </p:cNvPr>
          <p:cNvSpPr/>
          <p:nvPr/>
        </p:nvSpPr>
        <p:spPr>
          <a:xfrm>
            <a:off x="1922137" y="4691129"/>
            <a:ext cx="8796660" cy="1060254"/>
          </a:xfrm>
          <a:custGeom>
            <a:avLst/>
            <a:gdLst>
              <a:gd name="connsiteX0" fmla="*/ 0 w 8796660"/>
              <a:gd name="connsiteY0" fmla="*/ 0 h 1060254"/>
              <a:gd name="connsiteX1" fmla="*/ 412766 w 8796660"/>
              <a:gd name="connsiteY1" fmla="*/ 0 h 1060254"/>
              <a:gd name="connsiteX2" fmla="*/ 1177399 w 8796660"/>
              <a:gd name="connsiteY2" fmla="*/ 0 h 1060254"/>
              <a:gd name="connsiteX3" fmla="*/ 1590165 w 8796660"/>
              <a:gd name="connsiteY3" fmla="*/ 0 h 1060254"/>
              <a:gd name="connsiteX4" fmla="*/ 2002932 w 8796660"/>
              <a:gd name="connsiteY4" fmla="*/ 0 h 1060254"/>
              <a:gd name="connsiteX5" fmla="*/ 2503665 w 8796660"/>
              <a:gd name="connsiteY5" fmla="*/ 0 h 1060254"/>
              <a:gd name="connsiteX6" fmla="*/ 3092364 w 8796660"/>
              <a:gd name="connsiteY6" fmla="*/ 0 h 1060254"/>
              <a:gd name="connsiteX7" fmla="*/ 3505131 w 8796660"/>
              <a:gd name="connsiteY7" fmla="*/ 0 h 1060254"/>
              <a:gd name="connsiteX8" fmla="*/ 4093830 w 8796660"/>
              <a:gd name="connsiteY8" fmla="*/ 0 h 1060254"/>
              <a:gd name="connsiteX9" fmla="*/ 4682530 w 8796660"/>
              <a:gd name="connsiteY9" fmla="*/ 0 h 1060254"/>
              <a:gd name="connsiteX10" fmla="*/ 5447163 w 8796660"/>
              <a:gd name="connsiteY10" fmla="*/ 0 h 1060254"/>
              <a:gd name="connsiteX11" fmla="*/ 5859929 w 8796660"/>
              <a:gd name="connsiteY11" fmla="*/ 0 h 1060254"/>
              <a:gd name="connsiteX12" fmla="*/ 6536595 w 8796660"/>
              <a:gd name="connsiteY12" fmla="*/ 0 h 1060254"/>
              <a:gd name="connsiteX13" fmla="*/ 7037328 w 8796660"/>
              <a:gd name="connsiteY13" fmla="*/ 0 h 1060254"/>
              <a:gd name="connsiteX14" fmla="*/ 7450094 w 8796660"/>
              <a:gd name="connsiteY14" fmla="*/ 0 h 1060254"/>
              <a:gd name="connsiteX15" fmla="*/ 8796660 w 8796660"/>
              <a:gd name="connsiteY15" fmla="*/ 0 h 1060254"/>
              <a:gd name="connsiteX16" fmla="*/ 8796660 w 8796660"/>
              <a:gd name="connsiteY16" fmla="*/ 519524 h 1060254"/>
              <a:gd name="connsiteX17" fmla="*/ 8796660 w 8796660"/>
              <a:gd name="connsiteY17" fmla="*/ 1060254 h 1060254"/>
              <a:gd name="connsiteX18" fmla="*/ 8383894 w 8796660"/>
              <a:gd name="connsiteY18" fmla="*/ 1060254 h 1060254"/>
              <a:gd name="connsiteX19" fmla="*/ 7531294 w 8796660"/>
              <a:gd name="connsiteY19" fmla="*/ 1060254 h 1060254"/>
              <a:gd name="connsiteX20" fmla="*/ 7118528 w 8796660"/>
              <a:gd name="connsiteY20" fmla="*/ 1060254 h 1060254"/>
              <a:gd name="connsiteX21" fmla="*/ 6353895 w 8796660"/>
              <a:gd name="connsiteY21" fmla="*/ 1060254 h 1060254"/>
              <a:gd name="connsiteX22" fmla="*/ 5677229 w 8796660"/>
              <a:gd name="connsiteY22" fmla="*/ 1060254 h 1060254"/>
              <a:gd name="connsiteX23" fmla="*/ 5000563 w 8796660"/>
              <a:gd name="connsiteY23" fmla="*/ 1060254 h 1060254"/>
              <a:gd name="connsiteX24" fmla="*/ 4411863 w 8796660"/>
              <a:gd name="connsiteY24" fmla="*/ 1060254 h 1060254"/>
              <a:gd name="connsiteX25" fmla="*/ 3647231 w 8796660"/>
              <a:gd name="connsiteY25" fmla="*/ 1060254 h 1060254"/>
              <a:gd name="connsiteX26" fmla="*/ 3058531 w 8796660"/>
              <a:gd name="connsiteY26" fmla="*/ 1060254 h 1060254"/>
              <a:gd name="connsiteX27" fmla="*/ 2293898 w 8796660"/>
              <a:gd name="connsiteY27" fmla="*/ 1060254 h 1060254"/>
              <a:gd name="connsiteX28" fmla="*/ 1793165 w 8796660"/>
              <a:gd name="connsiteY28" fmla="*/ 1060254 h 1060254"/>
              <a:gd name="connsiteX29" fmla="*/ 1292432 w 8796660"/>
              <a:gd name="connsiteY29" fmla="*/ 1060254 h 1060254"/>
              <a:gd name="connsiteX30" fmla="*/ 0 w 8796660"/>
              <a:gd name="connsiteY30" fmla="*/ 1060254 h 1060254"/>
              <a:gd name="connsiteX31" fmla="*/ 0 w 8796660"/>
              <a:gd name="connsiteY31" fmla="*/ 540730 h 1060254"/>
              <a:gd name="connsiteX32" fmla="*/ 0 w 8796660"/>
              <a:gd name="connsiteY32" fmla="*/ 0 h 106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96660" h="1060254" fill="none" extrusionOk="0">
                <a:moveTo>
                  <a:pt x="0" y="0"/>
                </a:moveTo>
                <a:cubicBezTo>
                  <a:pt x="164168" y="-17697"/>
                  <a:pt x="319180" y="9890"/>
                  <a:pt x="412766" y="0"/>
                </a:cubicBezTo>
                <a:cubicBezTo>
                  <a:pt x="506352" y="-9890"/>
                  <a:pt x="812338" y="-9202"/>
                  <a:pt x="1177399" y="0"/>
                </a:cubicBezTo>
                <a:cubicBezTo>
                  <a:pt x="1542460" y="9202"/>
                  <a:pt x="1492305" y="15233"/>
                  <a:pt x="1590165" y="0"/>
                </a:cubicBezTo>
                <a:cubicBezTo>
                  <a:pt x="1688025" y="-15233"/>
                  <a:pt x="1881005" y="-1966"/>
                  <a:pt x="2002932" y="0"/>
                </a:cubicBezTo>
                <a:cubicBezTo>
                  <a:pt x="2124859" y="1966"/>
                  <a:pt x="2292116" y="12383"/>
                  <a:pt x="2503665" y="0"/>
                </a:cubicBezTo>
                <a:cubicBezTo>
                  <a:pt x="2715214" y="-12383"/>
                  <a:pt x="2866187" y="-173"/>
                  <a:pt x="3092364" y="0"/>
                </a:cubicBezTo>
                <a:cubicBezTo>
                  <a:pt x="3318541" y="173"/>
                  <a:pt x="3381012" y="-6314"/>
                  <a:pt x="3505131" y="0"/>
                </a:cubicBezTo>
                <a:cubicBezTo>
                  <a:pt x="3629250" y="6314"/>
                  <a:pt x="3938404" y="28311"/>
                  <a:pt x="4093830" y="0"/>
                </a:cubicBezTo>
                <a:cubicBezTo>
                  <a:pt x="4249256" y="-28311"/>
                  <a:pt x="4513232" y="6694"/>
                  <a:pt x="4682530" y="0"/>
                </a:cubicBezTo>
                <a:cubicBezTo>
                  <a:pt x="4851828" y="-6694"/>
                  <a:pt x="5228596" y="37370"/>
                  <a:pt x="5447163" y="0"/>
                </a:cubicBezTo>
                <a:cubicBezTo>
                  <a:pt x="5665730" y="-37370"/>
                  <a:pt x="5703802" y="-9144"/>
                  <a:pt x="5859929" y="0"/>
                </a:cubicBezTo>
                <a:cubicBezTo>
                  <a:pt x="6016056" y="9144"/>
                  <a:pt x="6302582" y="-11825"/>
                  <a:pt x="6536595" y="0"/>
                </a:cubicBezTo>
                <a:cubicBezTo>
                  <a:pt x="6770608" y="11825"/>
                  <a:pt x="6846910" y="-2904"/>
                  <a:pt x="7037328" y="0"/>
                </a:cubicBezTo>
                <a:cubicBezTo>
                  <a:pt x="7227746" y="2904"/>
                  <a:pt x="7258274" y="-14843"/>
                  <a:pt x="7450094" y="0"/>
                </a:cubicBezTo>
                <a:cubicBezTo>
                  <a:pt x="7641914" y="14843"/>
                  <a:pt x="8267283" y="-30583"/>
                  <a:pt x="8796660" y="0"/>
                </a:cubicBezTo>
                <a:cubicBezTo>
                  <a:pt x="8776534" y="134818"/>
                  <a:pt x="8820555" y="265814"/>
                  <a:pt x="8796660" y="519524"/>
                </a:cubicBezTo>
                <a:cubicBezTo>
                  <a:pt x="8772765" y="773234"/>
                  <a:pt x="8805380" y="935934"/>
                  <a:pt x="8796660" y="1060254"/>
                </a:cubicBezTo>
                <a:cubicBezTo>
                  <a:pt x="8611569" y="1040085"/>
                  <a:pt x="8533145" y="1078147"/>
                  <a:pt x="8383894" y="1060254"/>
                </a:cubicBezTo>
                <a:cubicBezTo>
                  <a:pt x="8234643" y="1042361"/>
                  <a:pt x="7706583" y="1088917"/>
                  <a:pt x="7531294" y="1060254"/>
                </a:cubicBezTo>
                <a:cubicBezTo>
                  <a:pt x="7356005" y="1031591"/>
                  <a:pt x="7243746" y="1052735"/>
                  <a:pt x="7118528" y="1060254"/>
                </a:cubicBezTo>
                <a:cubicBezTo>
                  <a:pt x="6993310" y="1067773"/>
                  <a:pt x="6673616" y="1027484"/>
                  <a:pt x="6353895" y="1060254"/>
                </a:cubicBezTo>
                <a:cubicBezTo>
                  <a:pt x="6034174" y="1093024"/>
                  <a:pt x="5965130" y="1070803"/>
                  <a:pt x="5677229" y="1060254"/>
                </a:cubicBezTo>
                <a:cubicBezTo>
                  <a:pt x="5389328" y="1049705"/>
                  <a:pt x="5296173" y="1092678"/>
                  <a:pt x="5000563" y="1060254"/>
                </a:cubicBezTo>
                <a:cubicBezTo>
                  <a:pt x="4704953" y="1027830"/>
                  <a:pt x="4549710" y="1048160"/>
                  <a:pt x="4411863" y="1060254"/>
                </a:cubicBezTo>
                <a:cubicBezTo>
                  <a:pt x="4274016" y="1072348"/>
                  <a:pt x="3817364" y="1080409"/>
                  <a:pt x="3647231" y="1060254"/>
                </a:cubicBezTo>
                <a:cubicBezTo>
                  <a:pt x="3477098" y="1040099"/>
                  <a:pt x="3253020" y="1031400"/>
                  <a:pt x="3058531" y="1060254"/>
                </a:cubicBezTo>
                <a:cubicBezTo>
                  <a:pt x="2864042" y="1089108"/>
                  <a:pt x="2510440" y="1058397"/>
                  <a:pt x="2293898" y="1060254"/>
                </a:cubicBezTo>
                <a:cubicBezTo>
                  <a:pt x="2077356" y="1062111"/>
                  <a:pt x="1916967" y="1045338"/>
                  <a:pt x="1793165" y="1060254"/>
                </a:cubicBezTo>
                <a:cubicBezTo>
                  <a:pt x="1669363" y="1075170"/>
                  <a:pt x="1409728" y="1070027"/>
                  <a:pt x="1292432" y="1060254"/>
                </a:cubicBezTo>
                <a:cubicBezTo>
                  <a:pt x="1175136" y="1050481"/>
                  <a:pt x="609138" y="1090670"/>
                  <a:pt x="0" y="1060254"/>
                </a:cubicBezTo>
                <a:cubicBezTo>
                  <a:pt x="20298" y="867734"/>
                  <a:pt x="-23655" y="796842"/>
                  <a:pt x="0" y="540730"/>
                </a:cubicBezTo>
                <a:cubicBezTo>
                  <a:pt x="23655" y="284618"/>
                  <a:pt x="-19526" y="243605"/>
                  <a:pt x="0" y="0"/>
                </a:cubicBezTo>
                <a:close/>
              </a:path>
              <a:path w="8796660" h="1060254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791350" y="134836"/>
                  <a:pt x="8790357" y="349078"/>
                  <a:pt x="8796660" y="551332"/>
                </a:cubicBezTo>
                <a:cubicBezTo>
                  <a:pt x="8802963" y="753586"/>
                  <a:pt x="8814702" y="812953"/>
                  <a:pt x="8796660" y="1060254"/>
                </a:cubicBezTo>
                <a:cubicBezTo>
                  <a:pt x="8516540" y="1069357"/>
                  <a:pt x="8368039" y="1037625"/>
                  <a:pt x="8119994" y="1060254"/>
                </a:cubicBezTo>
                <a:cubicBezTo>
                  <a:pt x="7871949" y="1082883"/>
                  <a:pt x="7605669" y="1056864"/>
                  <a:pt x="7443328" y="1060254"/>
                </a:cubicBezTo>
                <a:cubicBezTo>
                  <a:pt x="7280987" y="1063644"/>
                  <a:pt x="7025515" y="1056346"/>
                  <a:pt x="6766662" y="1060254"/>
                </a:cubicBezTo>
                <a:cubicBezTo>
                  <a:pt x="6507809" y="1064162"/>
                  <a:pt x="6167902" y="1092997"/>
                  <a:pt x="5914062" y="1060254"/>
                </a:cubicBezTo>
                <a:cubicBezTo>
                  <a:pt x="5660222" y="1027511"/>
                  <a:pt x="5404961" y="1089741"/>
                  <a:pt x="5237396" y="1060254"/>
                </a:cubicBezTo>
                <a:cubicBezTo>
                  <a:pt x="5069831" y="1030767"/>
                  <a:pt x="4655020" y="1042705"/>
                  <a:pt x="4472763" y="1060254"/>
                </a:cubicBezTo>
                <a:cubicBezTo>
                  <a:pt x="4290506" y="1077803"/>
                  <a:pt x="3891580" y="1064589"/>
                  <a:pt x="3708131" y="1060254"/>
                </a:cubicBezTo>
                <a:cubicBezTo>
                  <a:pt x="3524682" y="1055919"/>
                  <a:pt x="3249502" y="1082466"/>
                  <a:pt x="3119431" y="1060254"/>
                </a:cubicBezTo>
                <a:cubicBezTo>
                  <a:pt x="2989360" y="1038042"/>
                  <a:pt x="2775633" y="1068957"/>
                  <a:pt x="2618698" y="1060254"/>
                </a:cubicBezTo>
                <a:cubicBezTo>
                  <a:pt x="2461763" y="1051551"/>
                  <a:pt x="2076650" y="1066942"/>
                  <a:pt x="1766099" y="1060254"/>
                </a:cubicBezTo>
                <a:cubicBezTo>
                  <a:pt x="1455548" y="1053566"/>
                  <a:pt x="1410016" y="1070292"/>
                  <a:pt x="1089433" y="1060254"/>
                </a:cubicBezTo>
                <a:cubicBezTo>
                  <a:pt x="768850" y="1050216"/>
                  <a:pt x="524280" y="1051171"/>
                  <a:pt x="0" y="1060254"/>
                </a:cubicBezTo>
                <a:cubicBezTo>
                  <a:pt x="19293" y="790491"/>
                  <a:pt x="3437" y="642058"/>
                  <a:pt x="0" y="519524"/>
                </a:cubicBezTo>
                <a:cubicBezTo>
                  <a:pt x="-3437" y="396990"/>
                  <a:pt x="22133" y="18709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(v) </a:t>
            </a:r>
            <a:r>
              <a:rPr lang="ko-KR" altLang="en-US" sz="1000">
                <a:solidFill>
                  <a:srgbClr val="00B050"/>
                </a:solidFill>
              </a:rPr>
              <a:t>접속 실패시 호출되는 함수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void </a:t>
            </a:r>
            <a:r>
              <a:rPr lang="en-US" altLang="ko-KR" sz="1000" b="1"/>
              <a:t>on_fail_connect</a:t>
            </a:r>
            <a:r>
              <a:rPr lang="en-US" altLang="ko-KR" sz="1000"/>
              <a:t>(net::io::Iconnective* /*_pconnective*/, </a:t>
            </a:r>
            <a:r>
              <a:rPr lang="en-US" altLang="ko-KR" sz="1000">
                <a:solidFill>
                  <a:srgbClr val="0000FF"/>
                </a:solidFill>
              </a:rPr>
              <a:t>uint64_t</a:t>
            </a:r>
            <a:r>
              <a:rPr lang="en-US" altLang="ko-KR" sz="1000"/>
              <a:t> /*_reason*/)</a:t>
            </a:r>
            <a:r>
              <a:rPr lang="en-US" altLang="ko-KR" sz="1000">
                <a:solidFill>
                  <a:srgbClr val="0000FF"/>
                </a:solidFill>
              </a:rPr>
              <a:t> override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" @ [socket] fail to connecting" &lt;&lt; '\n’;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1E8970-5913-45E7-B479-73365BA3EB3D}"/>
              </a:ext>
            </a:extLst>
          </p:cNvPr>
          <p:cNvSpPr/>
          <p:nvPr/>
        </p:nvSpPr>
        <p:spPr>
          <a:xfrm>
            <a:off x="1842660" y="5739689"/>
            <a:ext cx="9313129" cy="609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전달되어 오는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_pconnective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접속을 요청한 객체로 일반적으로 자기 자신이다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_reason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/>
              <a:t>SOCKET_REASON_FAIL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전달되어 오기 때문에 큰 의미는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E88198-D46B-475B-AD45-8FD73482AAF0}"/>
              </a:ext>
            </a:extLst>
          </p:cNvPr>
          <p:cNvSpPr/>
          <p:nvPr/>
        </p:nvSpPr>
        <p:spPr>
          <a:xfrm>
            <a:off x="1669923" y="4048852"/>
            <a:ext cx="13984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on_fail_connect</a:t>
            </a:r>
            <a:endParaRPr lang="ko-KR" altLang="en-US" sz="12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3EFBBD-CF88-4165-8747-88E5B2A493D0}"/>
              </a:ext>
            </a:extLst>
          </p:cNvPr>
          <p:cNvSpPr/>
          <p:nvPr/>
        </p:nvSpPr>
        <p:spPr>
          <a:xfrm>
            <a:off x="1757007" y="4235326"/>
            <a:ext cx="8852155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 요청이 실패했을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on_fail_coonect()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5" y="12700"/>
            <a:ext cx="420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tcp_simple.client.source.comment.2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8C396-0372-4AEB-BE15-FA98F71CD535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1164D2-0B26-4623-BCC8-A432672FE874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4ABDB-2D77-4B3B-852A-D088AB157F4F}"/>
              </a:ext>
            </a:extLst>
          </p:cNvPr>
          <p:cNvSpPr txBox="1"/>
          <p:nvPr/>
        </p:nvSpPr>
        <p:spPr>
          <a:xfrm>
            <a:off x="1416049" y="550871"/>
            <a:ext cx="9652543" cy="60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‘socket_tcp_client’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객체의 생성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앞에서 정의한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 b="1"/>
              <a:t>socket_tcp_client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생성해 접속시도한다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C015E7-08E4-467D-9226-5C9AA9F39EA0}"/>
              </a:ext>
            </a:extLst>
          </p:cNvPr>
          <p:cNvSpPr/>
          <p:nvPr/>
        </p:nvSpPr>
        <p:spPr>
          <a:xfrm>
            <a:off x="1788226" y="1264813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2) 'socket_tcp'</a:t>
            </a:r>
            <a:r>
              <a:rPr lang="ko-KR" altLang="en-US" sz="1000">
                <a:solidFill>
                  <a:srgbClr val="00B050"/>
                </a:solidFill>
              </a:rPr>
              <a:t>을 사용하는 </a:t>
            </a:r>
            <a:r>
              <a:rPr lang="en-US" altLang="ko-KR" sz="1000">
                <a:solidFill>
                  <a:srgbClr val="00B050"/>
                </a:solidFill>
              </a:rPr>
              <a:t>acceptor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psocket = make_own&lt;socket_tcp_client&gt;();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3) localhost</a:t>
            </a:r>
            <a:r>
              <a:rPr lang="ko-KR" altLang="en-US" sz="1000">
                <a:solidFill>
                  <a:srgbClr val="00B050"/>
                </a:solidFill>
              </a:rPr>
              <a:t> </a:t>
            </a:r>
            <a:r>
              <a:rPr lang="en-US" altLang="ko-KR" sz="1000">
                <a:solidFill>
                  <a:srgbClr val="00B050"/>
                </a:solidFill>
              </a:rPr>
              <a:t>20000</a:t>
            </a:r>
            <a:r>
              <a:rPr lang="ko-KR" altLang="en-US" sz="1000">
                <a:solidFill>
                  <a:srgbClr val="00B050"/>
                </a:solidFill>
              </a:rPr>
              <a:t>번 포트로 접속을 시도한다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psocket-&gt;</a:t>
            </a:r>
            <a:r>
              <a:rPr lang="en-US" altLang="ko-KR" sz="1000" b="1"/>
              <a:t>start</a:t>
            </a:r>
            <a:r>
              <a:rPr lang="en-US" altLang="ko-KR" sz="1000"/>
              <a:t>({ net::ip::address_v4::loopback(), 20000 });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1FF27-0EB6-40EB-BA4C-DB85201EBC68}"/>
              </a:ext>
            </a:extLst>
          </p:cNvPr>
          <p:cNvSpPr txBox="1"/>
          <p:nvPr/>
        </p:nvSpPr>
        <p:spPr>
          <a:xfrm>
            <a:off x="1788226" y="2162455"/>
            <a:ext cx="1004443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 시도 역시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start(..)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 접속할 서버의 주소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(net::ip::tcp_end_point)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전달해 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바로 이 접속할 서버의 주소를 생성하는 다양한 방법이 있을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1306A1-D34A-492B-AF2A-38A55484AF23}"/>
              </a:ext>
            </a:extLst>
          </p:cNvPr>
          <p:cNvSpPr/>
          <p:nvPr/>
        </p:nvSpPr>
        <p:spPr>
          <a:xfrm>
            <a:off x="1669923" y="3308617"/>
            <a:ext cx="12958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ip</a:t>
            </a:r>
            <a:r>
              <a:rPr lang="ko-KR" altLang="en-US" sz="1200" b="1"/>
              <a:t>를 직접 입력</a:t>
            </a:r>
            <a:endParaRPr lang="ko-KR" altLang="en-US" sz="12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8FC31F-6E22-4ACE-A0B8-F8892132EE18}"/>
              </a:ext>
            </a:extLst>
          </p:cNvPr>
          <p:cNvSpPr/>
          <p:nvPr/>
        </p:nvSpPr>
        <p:spPr>
          <a:xfrm>
            <a:off x="1860315" y="3630682"/>
            <a:ext cx="8962098" cy="299295"/>
          </a:xfrm>
          <a:custGeom>
            <a:avLst/>
            <a:gdLst>
              <a:gd name="connsiteX0" fmla="*/ 0 w 8962098"/>
              <a:gd name="connsiteY0" fmla="*/ 0 h 299295"/>
              <a:gd name="connsiteX1" fmla="*/ 420529 w 8962098"/>
              <a:gd name="connsiteY1" fmla="*/ 0 h 299295"/>
              <a:gd name="connsiteX2" fmla="*/ 1109921 w 8962098"/>
              <a:gd name="connsiteY2" fmla="*/ 0 h 299295"/>
              <a:gd name="connsiteX3" fmla="*/ 1799314 w 8962098"/>
              <a:gd name="connsiteY3" fmla="*/ 0 h 299295"/>
              <a:gd name="connsiteX4" fmla="*/ 2578327 w 8962098"/>
              <a:gd name="connsiteY4" fmla="*/ 0 h 299295"/>
              <a:gd name="connsiteX5" fmla="*/ 2998856 w 8962098"/>
              <a:gd name="connsiteY5" fmla="*/ 0 h 299295"/>
              <a:gd name="connsiteX6" fmla="*/ 3419385 w 8962098"/>
              <a:gd name="connsiteY6" fmla="*/ 0 h 299295"/>
              <a:gd name="connsiteX7" fmla="*/ 3929535 w 8962098"/>
              <a:gd name="connsiteY7" fmla="*/ 0 h 299295"/>
              <a:gd name="connsiteX8" fmla="*/ 4529306 w 8962098"/>
              <a:gd name="connsiteY8" fmla="*/ 0 h 299295"/>
              <a:gd name="connsiteX9" fmla="*/ 4949836 w 8962098"/>
              <a:gd name="connsiteY9" fmla="*/ 0 h 299295"/>
              <a:gd name="connsiteX10" fmla="*/ 5549607 w 8962098"/>
              <a:gd name="connsiteY10" fmla="*/ 0 h 299295"/>
              <a:gd name="connsiteX11" fmla="*/ 6149378 w 8962098"/>
              <a:gd name="connsiteY11" fmla="*/ 0 h 299295"/>
              <a:gd name="connsiteX12" fmla="*/ 6928391 w 8962098"/>
              <a:gd name="connsiteY12" fmla="*/ 0 h 299295"/>
              <a:gd name="connsiteX13" fmla="*/ 7348920 w 8962098"/>
              <a:gd name="connsiteY13" fmla="*/ 0 h 299295"/>
              <a:gd name="connsiteX14" fmla="*/ 8038313 w 8962098"/>
              <a:gd name="connsiteY14" fmla="*/ 0 h 299295"/>
              <a:gd name="connsiteX15" fmla="*/ 8962098 w 8962098"/>
              <a:gd name="connsiteY15" fmla="*/ 0 h 299295"/>
              <a:gd name="connsiteX16" fmla="*/ 8962098 w 8962098"/>
              <a:gd name="connsiteY16" fmla="*/ 299295 h 299295"/>
              <a:gd name="connsiteX17" fmla="*/ 8541569 w 8962098"/>
              <a:gd name="connsiteY17" fmla="*/ 299295 h 299295"/>
              <a:gd name="connsiteX18" fmla="*/ 7941798 w 8962098"/>
              <a:gd name="connsiteY18" fmla="*/ 299295 h 299295"/>
              <a:gd name="connsiteX19" fmla="*/ 7431647 w 8962098"/>
              <a:gd name="connsiteY19" fmla="*/ 299295 h 299295"/>
              <a:gd name="connsiteX20" fmla="*/ 6652634 w 8962098"/>
              <a:gd name="connsiteY20" fmla="*/ 299295 h 299295"/>
              <a:gd name="connsiteX21" fmla="*/ 5784000 w 8962098"/>
              <a:gd name="connsiteY21" fmla="*/ 299295 h 299295"/>
              <a:gd name="connsiteX22" fmla="*/ 5363471 w 8962098"/>
              <a:gd name="connsiteY22" fmla="*/ 299295 h 299295"/>
              <a:gd name="connsiteX23" fmla="*/ 4584458 w 8962098"/>
              <a:gd name="connsiteY23" fmla="*/ 299295 h 299295"/>
              <a:gd name="connsiteX24" fmla="*/ 3895066 w 8962098"/>
              <a:gd name="connsiteY24" fmla="*/ 299295 h 299295"/>
              <a:gd name="connsiteX25" fmla="*/ 3205674 w 8962098"/>
              <a:gd name="connsiteY25" fmla="*/ 299295 h 299295"/>
              <a:gd name="connsiteX26" fmla="*/ 2605902 w 8962098"/>
              <a:gd name="connsiteY26" fmla="*/ 299295 h 299295"/>
              <a:gd name="connsiteX27" fmla="*/ 1826889 w 8962098"/>
              <a:gd name="connsiteY27" fmla="*/ 299295 h 299295"/>
              <a:gd name="connsiteX28" fmla="*/ 1227118 w 8962098"/>
              <a:gd name="connsiteY28" fmla="*/ 299295 h 299295"/>
              <a:gd name="connsiteX29" fmla="*/ 0 w 8962098"/>
              <a:gd name="connsiteY29" fmla="*/ 299295 h 299295"/>
              <a:gd name="connsiteX30" fmla="*/ 0 w 8962098"/>
              <a:gd name="connsiteY30" fmla="*/ 0 h 29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299295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68900" y="126163"/>
                  <a:pt x="8972570" y="172226"/>
                  <a:pt x="8962098" y="299295"/>
                </a:cubicBezTo>
                <a:cubicBezTo>
                  <a:pt x="8850386" y="317191"/>
                  <a:pt x="8708589" y="300523"/>
                  <a:pt x="8541569" y="299295"/>
                </a:cubicBezTo>
                <a:cubicBezTo>
                  <a:pt x="8374549" y="298067"/>
                  <a:pt x="8096765" y="292561"/>
                  <a:pt x="7941798" y="299295"/>
                </a:cubicBezTo>
                <a:cubicBezTo>
                  <a:pt x="7786831" y="306029"/>
                  <a:pt x="7566177" y="287563"/>
                  <a:pt x="7431647" y="299295"/>
                </a:cubicBezTo>
                <a:cubicBezTo>
                  <a:pt x="7297117" y="311027"/>
                  <a:pt x="7018011" y="263001"/>
                  <a:pt x="6652634" y="299295"/>
                </a:cubicBezTo>
                <a:cubicBezTo>
                  <a:pt x="6287257" y="335589"/>
                  <a:pt x="6057882" y="328703"/>
                  <a:pt x="5784000" y="299295"/>
                </a:cubicBezTo>
                <a:cubicBezTo>
                  <a:pt x="5510118" y="269887"/>
                  <a:pt x="5539657" y="280162"/>
                  <a:pt x="5363471" y="299295"/>
                </a:cubicBezTo>
                <a:cubicBezTo>
                  <a:pt x="5187285" y="318428"/>
                  <a:pt x="4841659" y="311509"/>
                  <a:pt x="4584458" y="299295"/>
                </a:cubicBezTo>
                <a:cubicBezTo>
                  <a:pt x="4327257" y="287081"/>
                  <a:pt x="4039189" y="265611"/>
                  <a:pt x="3895066" y="299295"/>
                </a:cubicBezTo>
                <a:cubicBezTo>
                  <a:pt x="3750943" y="332979"/>
                  <a:pt x="3401168" y="294261"/>
                  <a:pt x="3205674" y="299295"/>
                </a:cubicBezTo>
                <a:cubicBezTo>
                  <a:pt x="3010180" y="304329"/>
                  <a:pt x="2759549" y="292725"/>
                  <a:pt x="2605902" y="299295"/>
                </a:cubicBezTo>
                <a:cubicBezTo>
                  <a:pt x="2452255" y="305865"/>
                  <a:pt x="2183047" y="314962"/>
                  <a:pt x="1826889" y="299295"/>
                </a:cubicBezTo>
                <a:cubicBezTo>
                  <a:pt x="1470731" y="283628"/>
                  <a:pt x="1380877" y="328160"/>
                  <a:pt x="1227118" y="299295"/>
                </a:cubicBezTo>
                <a:cubicBezTo>
                  <a:pt x="1073359" y="270430"/>
                  <a:pt x="290229" y="337982"/>
                  <a:pt x="0" y="299295"/>
                </a:cubicBezTo>
                <a:cubicBezTo>
                  <a:pt x="-8689" y="228001"/>
                  <a:pt x="5900" y="98197"/>
                  <a:pt x="0" y="0"/>
                </a:cubicBezTo>
                <a:close/>
              </a:path>
              <a:path w="8962098" h="29929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1759" y="137477"/>
                  <a:pt x="8950247" y="206996"/>
                  <a:pt x="8962098" y="299295"/>
                </a:cubicBezTo>
                <a:cubicBezTo>
                  <a:pt x="8581962" y="287371"/>
                  <a:pt x="8458871" y="275402"/>
                  <a:pt x="8183085" y="299295"/>
                </a:cubicBezTo>
                <a:cubicBezTo>
                  <a:pt x="7907299" y="323188"/>
                  <a:pt x="7572570" y="284001"/>
                  <a:pt x="7314451" y="299295"/>
                </a:cubicBezTo>
                <a:cubicBezTo>
                  <a:pt x="7056332" y="314589"/>
                  <a:pt x="6862630" y="303756"/>
                  <a:pt x="6625059" y="299295"/>
                </a:cubicBezTo>
                <a:cubicBezTo>
                  <a:pt x="6387488" y="294834"/>
                  <a:pt x="6230415" y="289751"/>
                  <a:pt x="5935666" y="299295"/>
                </a:cubicBezTo>
                <a:cubicBezTo>
                  <a:pt x="5640917" y="308839"/>
                  <a:pt x="5387817" y="257034"/>
                  <a:pt x="5067032" y="299295"/>
                </a:cubicBezTo>
                <a:cubicBezTo>
                  <a:pt x="4746247" y="341556"/>
                  <a:pt x="4683648" y="333124"/>
                  <a:pt x="4377640" y="299295"/>
                </a:cubicBezTo>
                <a:cubicBezTo>
                  <a:pt x="4071632" y="265466"/>
                  <a:pt x="3923134" y="310760"/>
                  <a:pt x="3598627" y="299295"/>
                </a:cubicBezTo>
                <a:cubicBezTo>
                  <a:pt x="3274120" y="287830"/>
                  <a:pt x="3192984" y="294954"/>
                  <a:pt x="2819614" y="299295"/>
                </a:cubicBezTo>
                <a:cubicBezTo>
                  <a:pt x="2446244" y="303636"/>
                  <a:pt x="2449472" y="276229"/>
                  <a:pt x="2219843" y="299295"/>
                </a:cubicBezTo>
                <a:cubicBezTo>
                  <a:pt x="1990214" y="322361"/>
                  <a:pt x="1870557" y="284366"/>
                  <a:pt x="1709693" y="299295"/>
                </a:cubicBezTo>
                <a:cubicBezTo>
                  <a:pt x="1548829" y="314225"/>
                  <a:pt x="1236483" y="267945"/>
                  <a:pt x="841058" y="299295"/>
                </a:cubicBezTo>
                <a:cubicBezTo>
                  <a:pt x="445633" y="330645"/>
                  <a:pt x="201602" y="285053"/>
                  <a:pt x="0" y="299295"/>
                </a:cubicBezTo>
                <a:cubicBezTo>
                  <a:pt x="-8760" y="157553"/>
                  <a:pt x="9422" y="783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/>
              <a:t>psocket-&gt;start({ </a:t>
            </a:r>
            <a:r>
              <a:rPr lang="en-US" altLang="ko-KR" sz="1000" b="1"/>
              <a:t>net::ip::address_v4({192,168.0.100})</a:t>
            </a:r>
            <a:r>
              <a:rPr lang="en-US" altLang="ko-KR" sz="1000"/>
              <a:t>, 20000 });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F65C493-945F-4565-86B0-EDC63A0E968C}"/>
              </a:ext>
            </a:extLst>
          </p:cNvPr>
          <p:cNvSpPr/>
          <p:nvPr/>
        </p:nvSpPr>
        <p:spPr>
          <a:xfrm>
            <a:off x="1691694" y="4392835"/>
            <a:ext cx="12573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200" b="1"/>
              <a:t>문자열로 입력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96EAC6-1C52-4292-821E-DCE26AAA6792}"/>
              </a:ext>
            </a:extLst>
          </p:cNvPr>
          <p:cNvSpPr/>
          <p:nvPr/>
        </p:nvSpPr>
        <p:spPr>
          <a:xfrm>
            <a:off x="1860315" y="4714900"/>
            <a:ext cx="8962098" cy="299295"/>
          </a:xfrm>
          <a:custGeom>
            <a:avLst/>
            <a:gdLst>
              <a:gd name="connsiteX0" fmla="*/ 0 w 8962098"/>
              <a:gd name="connsiteY0" fmla="*/ 0 h 299295"/>
              <a:gd name="connsiteX1" fmla="*/ 420529 w 8962098"/>
              <a:gd name="connsiteY1" fmla="*/ 0 h 299295"/>
              <a:gd name="connsiteX2" fmla="*/ 1109921 w 8962098"/>
              <a:gd name="connsiteY2" fmla="*/ 0 h 299295"/>
              <a:gd name="connsiteX3" fmla="*/ 1799314 w 8962098"/>
              <a:gd name="connsiteY3" fmla="*/ 0 h 299295"/>
              <a:gd name="connsiteX4" fmla="*/ 2578327 w 8962098"/>
              <a:gd name="connsiteY4" fmla="*/ 0 h 299295"/>
              <a:gd name="connsiteX5" fmla="*/ 2998856 w 8962098"/>
              <a:gd name="connsiteY5" fmla="*/ 0 h 299295"/>
              <a:gd name="connsiteX6" fmla="*/ 3419385 w 8962098"/>
              <a:gd name="connsiteY6" fmla="*/ 0 h 299295"/>
              <a:gd name="connsiteX7" fmla="*/ 3929535 w 8962098"/>
              <a:gd name="connsiteY7" fmla="*/ 0 h 299295"/>
              <a:gd name="connsiteX8" fmla="*/ 4529306 w 8962098"/>
              <a:gd name="connsiteY8" fmla="*/ 0 h 299295"/>
              <a:gd name="connsiteX9" fmla="*/ 4949836 w 8962098"/>
              <a:gd name="connsiteY9" fmla="*/ 0 h 299295"/>
              <a:gd name="connsiteX10" fmla="*/ 5549607 w 8962098"/>
              <a:gd name="connsiteY10" fmla="*/ 0 h 299295"/>
              <a:gd name="connsiteX11" fmla="*/ 6149378 w 8962098"/>
              <a:gd name="connsiteY11" fmla="*/ 0 h 299295"/>
              <a:gd name="connsiteX12" fmla="*/ 6928391 w 8962098"/>
              <a:gd name="connsiteY12" fmla="*/ 0 h 299295"/>
              <a:gd name="connsiteX13" fmla="*/ 7348920 w 8962098"/>
              <a:gd name="connsiteY13" fmla="*/ 0 h 299295"/>
              <a:gd name="connsiteX14" fmla="*/ 8038313 w 8962098"/>
              <a:gd name="connsiteY14" fmla="*/ 0 h 299295"/>
              <a:gd name="connsiteX15" fmla="*/ 8962098 w 8962098"/>
              <a:gd name="connsiteY15" fmla="*/ 0 h 299295"/>
              <a:gd name="connsiteX16" fmla="*/ 8962098 w 8962098"/>
              <a:gd name="connsiteY16" fmla="*/ 299295 h 299295"/>
              <a:gd name="connsiteX17" fmla="*/ 8541569 w 8962098"/>
              <a:gd name="connsiteY17" fmla="*/ 299295 h 299295"/>
              <a:gd name="connsiteX18" fmla="*/ 7941798 w 8962098"/>
              <a:gd name="connsiteY18" fmla="*/ 299295 h 299295"/>
              <a:gd name="connsiteX19" fmla="*/ 7431647 w 8962098"/>
              <a:gd name="connsiteY19" fmla="*/ 299295 h 299295"/>
              <a:gd name="connsiteX20" fmla="*/ 6652634 w 8962098"/>
              <a:gd name="connsiteY20" fmla="*/ 299295 h 299295"/>
              <a:gd name="connsiteX21" fmla="*/ 5784000 w 8962098"/>
              <a:gd name="connsiteY21" fmla="*/ 299295 h 299295"/>
              <a:gd name="connsiteX22" fmla="*/ 5363471 w 8962098"/>
              <a:gd name="connsiteY22" fmla="*/ 299295 h 299295"/>
              <a:gd name="connsiteX23" fmla="*/ 4584458 w 8962098"/>
              <a:gd name="connsiteY23" fmla="*/ 299295 h 299295"/>
              <a:gd name="connsiteX24" fmla="*/ 3895066 w 8962098"/>
              <a:gd name="connsiteY24" fmla="*/ 299295 h 299295"/>
              <a:gd name="connsiteX25" fmla="*/ 3205674 w 8962098"/>
              <a:gd name="connsiteY25" fmla="*/ 299295 h 299295"/>
              <a:gd name="connsiteX26" fmla="*/ 2605902 w 8962098"/>
              <a:gd name="connsiteY26" fmla="*/ 299295 h 299295"/>
              <a:gd name="connsiteX27" fmla="*/ 1826889 w 8962098"/>
              <a:gd name="connsiteY27" fmla="*/ 299295 h 299295"/>
              <a:gd name="connsiteX28" fmla="*/ 1227118 w 8962098"/>
              <a:gd name="connsiteY28" fmla="*/ 299295 h 299295"/>
              <a:gd name="connsiteX29" fmla="*/ 0 w 8962098"/>
              <a:gd name="connsiteY29" fmla="*/ 299295 h 299295"/>
              <a:gd name="connsiteX30" fmla="*/ 0 w 8962098"/>
              <a:gd name="connsiteY30" fmla="*/ 0 h 29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299295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68900" y="126163"/>
                  <a:pt x="8972570" y="172226"/>
                  <a:pt x="8962098" y="299295"/>
                </a:cubicBezTo>
                <a:cubicBezTo>
                  <a:pt x="8850386" y="317191"/>
                  <a:pt x="8708589" y="300523"/>
                  <a:pt x="8541569" y="299295"/>
                </a:cubicBezTo>
                <a:cubicBezTo>
                  <a:pt x="8374549" y="298067"/>
                  <a:pt x="8096765" y="292561"/>
                  <a:pt x="7941798" y="299295"/>
                </a:cubicBezTo>
                <a:cubicBezTo>
                  <a:pt x="7786831" y="306029"/>
                  <a:pt x="7566177" y="287563"/>
                  <a:pt x="7431647" y="299295"/>
                </a:cubicBezTo>
                <a:cubicBezTo>
                  <a:pt x="7297117" y="311027"/>
                  <a:pt x="7018011" y="263001"/>
                  <a:pt x="6652634" y="299295"/>
                </a:cubicBezTo>
                <a:cubicBezTo>
                  <a:pt x="6287257" y="335589"/>
                  <a:pt x="6057882" y="328703"/>
                  <a:pt x="5784000" y="299295"/>
                </a:cubicBezTo>
                <a:cubicBezTo>
                  <a:pt x="5510118" y="269887"/>
                  <a:pt x="5539657" y="280162"/>
                  <a:pt x="5363471" y="299295"/>
                </a:cubicBezTo>
                <a:cubicBezTo>
                  <a:pt x="5187285" y="318428"/>
                  <a:pt x="4841659" y="311509"/>
                  <a:pt x="4584458" y="299295"/>
                </a:cubicBezTo>
                <a:cubicBezTo>
                  <a:pt x="4327257" y="287081"/>
                  <a:pt x="4039189" y="265611"/>
                  <a:pt x="3895066" y="299295"/>
                </a:cubicBezTo>
                <a:cubicBezTo>
                  <a:pt x="3750943" y="332979"/>
                  <a:pt x="3401168" y="294261"/>
                  <a:pt x="3205674" y="299295"/>
                </a:cubicBezTo>
                <a:cubicBezTo>
                  <a:pt x="3010180" y="304329"/>
                  <a:pt x="2759549" y="292725"/>
                  <a:pt x="2605902" y="299295"/>
                </a:cubicBezTo>
                <a:cubicBezTo>
                  <a:pt x="2452255" y="305865"/>
                  <a:pt x="2183047" y="314962"/>
                  <a:pt x="1826889" y="299295"/>
                </a:cubicBezTo>
                <a:cubicBezTo>
                  <a:pt x="1470731" y="283628"/>
                  <a:pt x="1380877" y="328160"/>
                  <a:pt x="1227118" y="299295"/>
                </a:cubicBezTo>
                <a:cubicBezTo>
                  <a:pt x="1073359" y="270430"/>
                  <a:pt x="290229" y="337982"/>
                  <a:pt x="0" y="299295"/>
                </a:cubicBezTo>
                <a:cubicBezTo>
                  <a:pt x="-8689" y="228001"/>
                  <a:pt x="5900" y="98197"/>
                  <a:pt x="0" y="0"/>
                </a:cubicBezTo>
                <a:close/>
              </a:path>
              <a:path w="8962098" h="29929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1759" y="137477"/>
                  <a:pt x="8950247" y="206996"/>
                  <a:pt x="8962098" y="299295"/>
                </a:cubicBezTo>
                <a:cubicBezTo>
                  <a:pt x="8581962" y="287371"/>
                  <a:pt x="8458871" y="275402"/>
                  <a:pt x="8183085" y="299295"/>
                </a:cubicBezTo>
                <a:cubicBezTo>
                  <a:pt x="7907299" y="323188"/>
                  <a:pt x="7572570" y="284001"/>
                  <a:pt x="7314451" y="299295"/>
                </a:cubicBezTo>
                <a:cubicBezTo>
                  <a:pt x="7056332" y="314589"/>
                  <a:pt x="6862630" y="303756"/>
                  <a:pt x="6625059" y="299295"/>
                </a:cubicBezTo>
                <a:cubicBezTo>
                  <a:pt x="6387488" y="294834"/>
                  <a:pt x="6230415" y="289751"/>
                  <a:pt x="5935666" y="299295"/>
                </a:cubicBezTo>
                <a:cubicBezTo>
                  <a:pt x="5640917" y="308839"/>
                  <a:pt x="5387817" y="257034"/>
                  <a:pt x="5067032" y="299295"/>
                </a:cubicBezTo>
                <a:cubicBezTo>
                  <a:pt x="4746247" y="341556"/>
                  <a:pt x="4683648" y="333124"/>
                  <a:pt x="4377640" y="299295"/>
                </a:cubicBezTo>
                <a:cubicBezTo>
                  <a:pt x="4071632" y="265466"/>
                  <a:pt x="3923134" y="310760"/>
                  <a:pt x="3598627" y="299295"/>
                </a:cubicBezTo>
                <a:cubicBezTo>
                  <a:pt x="3274120" y="287830"/>
                  <a:pt x="3192984" y="294954"/>
                  <a:pt x="2819614" y="299295"/>
                </a:cubicBezTo>
                <a:cubicBezTo>
                  <a:pt x="2446244" y="303636"/>
                  <a:pt x="2449472" y="276229"/>
                  <a:pt x="2219843" y="299295"/>
                </a:cubicBezTo>
                <a:cubicBezTo>
                  <a:pt x="1990214" y="322361"/>
                  <a:pt x="1870557" y="284366"/>
                  <a:pt x="1709693" y="299295"/>
                </a:cubicBezTo>
                <a:cubicBezTo>
                  <a:pt x="1548829" y="314225"/>
                  <a:pt x="1236483" y="267945"/>
                  <a:pt x="841058" y="299295"/>
                </a:cubicBezTo>
                <a:cubicBezTo>
                  <a:pt x="445633" y="330645"/>
                  <a:pt x="201602" y="285053"/>
                  <a:pt x="0" y="299295"/>
                </a:cubicBezTo>
                <a:cubicBezTo>
                  <a:pt x="-8760" y="157553"/>
                  <a:pt x="9422" y="783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/>
              <a:t>psocket-&gt;start({ net::ip::</a:t>
            </a:r>
            <a:r>
              <a:rPr lang="en-US" altLang="ko-KR" sz="1000" b="1"/>
              <a:t>make_address_v4(“192.168.0.100”)</a:t>
            </a:r>
            <a:r>
              <a:rPr lang="en-US" altLang="ko-KR" sz="1000"/>
              <a:t>, 20000 });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350034-AB5C-4440-B095-B96B0191712B}"/>
              </a:ext>
            </a:extLst>
          </p:cNvPr>
          <p:cNvSpPr/>
          <p:nvPr/>
        </p:nvSpPr>
        <p:spPr>
          <a:xfrm>
            <a:off x="1722174" y="5477055"/>
            <a:ext cx="11211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DNS</a:t>
            </a:r>
            <a:r>
              <a:rPr lang="ko-KR" altLang="en-US" sz="1200" b="1"/>
              <a:t>일 경우</a:t>
            </a:r>
            <a:endParaRPr lang="ko-KR" altLang="en-US" sz="12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6E6657-FFF0-4700-854A-6731E3C381B2}"/>
              </a:ext>
            </a:extLst>
          </p:cNvPr>
          <p:cNvSpPr/>
          <p:nvPr/>
        </p:nvSpPr>
        <p:spPr>
          <a:xfrm>
            <a:off x="1860315" y="5799120"/>
            <a:ext cx="8962098" cy="299295"/>
          </a:xfrm>
          <a:custGeom>
            <a:avLst/>
            <a:gdLst>
              <a:gd name="connsiteX0" fmla="*/ 0 w 8962098"/>
              <a:gd name="connsiteY0" fmla="*/ 0 h 299295"/>
              <a:gd name="connsiteX1" fmla="*/ 420529 w 8962098"/>
              <a:gd name="connsiteY1" fmla="*/ 0 h 299295"/>
              <a:gd name="connsiteX2" fmla="*/ 1109921 w 8962098"/>
              <a:gd name="connsiteY2" fmla="*/ 0 h 299295"/>
              <a:gd name="connsiteX3" fmla="*/ 1799314 w 8962098"/>
              <a:gd name="connsiteY3" fmla="*/ 0 h 299295"/>
              <a:gd name="connsiteX4" fmla="*/ 2578327 w 8962098"/>
              <a:gd name="connsiteY4" fmla="*/ 0 h 299295"/>
              <a:gd name="connsiteX5" fmla="*/ 2998856 w 8962098"/>
              <a:gd name="connsiteY5" fmla="*/ 0 h 299295"/>
              <a:gd name="connsiteX6" fmla="*/ 3419385 w 8962098"/>
              <a:gd name="connsiteY6" fmla="*/ 0 h 299295"/>
              <a:gd name="connsiteX7" fmla="*/ 3929535 w 8962098"/>
              <a:gd name="connsiteY7" fmla="*/ 0 h 299295"/>
              <a:gd name="connsiteX8" fmla="*/ 4529306 w 8962098"/>
              <a:gd name="connsiteY8" fmla="*/ 0 h 299295"/>
              <a:gd name="connsiteX9" fmla="*/ 4949836 w 8962098"/>
              <a:gd name="connsiteY9" fmla="*/ 0 h 299295"/>
              <a:gd name="connsiteX10" fmla="*/ 5549607 w 8962098"/>
              <a:gd name="connsiteY10" fmla="*/ 0 h 299295"/>
              <a:gd name="connsiteX11" fmla="*/ 6149378 w 8962098"/>
              <a:gd name="connsiteY11" fmla="*/ 0 h 299295"/>
              <a:gd name="connsiteX12" fmla="*/ 6928391 w 8962098"/>
              <a:gd name="connsiteY12" fmla="*/ 0 h 299295"/>
              <a:gd name="connsiteX13" fmla="*/ 7348920 w 8962098"/>
              <a:gd name="connsiteY13" fmla="*/ 0 h 299295"/>
              <a:gd name="connsiteX14" fmla="*/ 8038313 w 8962098"/>
              <a:gd name="connsiteY14" fmla="*/ 0 h 299295"/>
              <a:gd name="connsiteX15" fmla="*/ 8962098 w 8962098"/>
              <a:gd name="connsiteY15" fmla="*/ 0 h 299295"/>
              <a:gd name="connsiteX16" fmla="*/ 8962098 w 8962098"/>
              <a:gd name="connsiteY16" fmla="*/ 299295 h 299295"/>
              <a:gd name="connsiteX17" fmla="*/ 8541569 w 8962098"/>
              <a:gd name="connsiteY17" fmla="*/ 299295 h 299295"/>
              <a:gd name="connsiteX18" fmla="*/ 7941798 w 8962098"/>
              <a:gd name="connsiteY18" fmla="*/ 299295 h 299295"/>
              <a:gd name="connsiteX19" fmla="*/ 7431647 w 8962098"/>
              <a:gd name="connsiteY19" fmla="*/ 299295 h 299295"/>
              <a:gd name="connsiteX20" fmla="*/ 6652634 w 8962098"/>
              <a:gd name="connsiteY20" fmla="*/ 299295 h 299295"/>
              <a:gd name="connsiteX21" fmla="*/ 5784000 w 8962098"/>
              <a:gd name="connsiteY21" fmla="*/ 299295 h 299295"/>
              <a:gd name="connsiteX22" fmla="*/ 5363471 w 8962098"/>
              <a:gd name="connsiteY22" fmla="*/ 299295 h 299295"/>
              <a:gd name="connsiteX23" fmla="*/ 4584458 w 8962098"/>
              <a:gd name="connsiteY23" fmla="*/ 299295 h 299295"/>
              <a:gd name="connsiteX24" fmla="*/ 3895066 w 8962098"/>
              <a:gd name="connsiteY24" fmla="*/ 299295 h 299295"/>
              <a:gd name="connsiteX25" fmla="*/ 3205674 w 8962098"/>
              <a:gd name="connsiteY25" fmla="*/ 299295 h 299295"/>
              <a:gd name="connsiteX26" fmla="*/ 2605902 w 8962098"/>
              <a:gd name="connsiteY26" fmla="*/ 299295 h 299295"/>
              <a:gd name="connsiteX27" fmla="*/ 1826889 w 8962098"/>
              <a:gd name="connsiteY27" fmla="*/ 299295 h 299295"/>
              <a:gd name="connsiteX28" fmla="*/ 1227118 w 8962098"/>
              <a:gd name="connsiteY28" fmla="*/ 299295 h 299295"/>
              <a:gd name="connsiteX29" fmla="*/ 0 w 8962098"/>
              <a:gd name="connsiteY29" fmla="*/ 299295 h 299295"/>
              <a:gd name="connsiteX30" fmla="*/ 0 w 8962098"/>
              <a:gd name="connsiteY30" fmla="*/ 0 h 29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299295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68900" y="126163"/>
                  <a:pt x="8972570" y="172226"/>
                  <a:pt x="8962098" y="299295"/>
                </a:cubicBezTo>
                <a:cubicBezTo>
                  <a:pt x="8850386" y="317191"/>
                  <a:pt x="8708589" y="300523"/>
                  <a:pt x="8541569" y="299295"/>
                </a:cubicBezTo>
                <a:cubicBezTo>
                  <a:pt x="8374549" y="298067"/>
                  <a:pt x="8096765" y="292561"/>
                  <a:pt x="7941798" y="299295"/>
                </a:cubicBezTo>
                <a:cubicBezTo>
                  <a:pt x="7786831" y="306029"/>
                  <a:pt x="7566177" y="287563"/>
                  <a:pt x="7431647" y="299295"/>
                </a:cubicBezTo>
                <a:cubicBezTo>
                  <a:pt x="7297117" y="311027"/>
                  <a:pt x="7018011" y="263001"/>
                  <a:pt x="6652634" y="299295"/>
                </a:cubicBezTo>
                <a:cubicBezTo>
                  <a:pt x="6287257" y="335589"/>
                  <a:pt x="6057882" y="328703"/>
                  <a:pt x="5784000" y="299295"/>
                </a:cubicBezTo>
                <a:cubicBezTo>
                  <a:pt x="5510118" y="269887"/>
                  <a:pt x="5539657" y="280162"/>
                  <a:pt x="5363471" y="299295"/>
                </a:cubicBezTo>
                <a:cubicBezTo>
                  <a:pt x="5187285" y="318428"/>
                  <a:pt x="4841659" y="311509"/>
                  <a:pt x="4584458" y="299295"/>
                </a:cubicBezTo>
                <a:cubicBezTo>
                  <a:pt x="4327257" y="287081"/>
                  <a:pt x="4039189" y="265611"/>
                  <a:pt x="3895066" y="299295"/>
                </a:cubicBezTo>
                <a:cubicBezTo>
                  <a:pt x="3750943" y="332979"/>
                  <a:pt x="3401168" y="294261"/>
                  <a:pt x="3205674" y="299295"/>
                </a:cubicBezTo>
                <a:cubicBezTo>
                  <a:pt x="3010180" y="304329"/>
                  <a:pt x="2759549" y="292725"/>
                  <a:pt x="2605902" y="299295"/>
                </a:cubicBezTo>
                <a:cubicBezTo>
                  <a:pt x="2452255" y="305865"/>
                  <a:pt x="2183047" y="314962"/>
                  <a:pt x="1826889" y="299295"/>
                </a:cubicBezTo>
                <a:cubicBezTo>
                  <a:pt x="1470731" y="283628"/>
                  <a:pt x="1380877" y="328160"/>
                  <a:pt x="1227118" y="299295"/>
                </a:cubicBezTo>
                <a:cubicBezTo>
                  <a:pt x="1073359" y="270430"/>
                  <a:pt x="290229" y="337982"/>
                  <a:pt x="0" y="299295"/>
                </a:cubicBezTo>
                <a:cubicBezTo>
                  <a:pt x="-8689" y="228001"/>
                  <a:pt x="5900" y="98197"/>
                  <a:pt x="0" y="0"/>
                </a:cubicBezTo>
                <a:close/>
              </a:path>
              <a:path w="8962098" h="29929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1759" y="137477"/>
                  <a:pt x="8950247" y="206996"/>
                  <a:pt x="8962098" y="299295"/>
                </a:cubicBezTo>
                <a:cubicBezTo>
                  <a:pt x="8581962" y="287371"/>
                  <a:pt x="8458871" y="275402"/>
                  <a:pt x="8183085" y="299295"/>
                </a:cubicBezTo>
                <a:cubicBezTo>
                  <a:pt x="7907299" y="323188"/>
                  <a:pt x="7572570" y="284001"/>
                  <a:pt x="7314451" y="299295"/>
                </a:cubicBezTo>
                <a:cubicBezTo>
                  <a:pt x="7056332" y="314589"/>
                  <a:pt x="6862630" y="303756"/>
                  <a:pt x="6625059" y="299295"/>
                </a:cubicBezTo>
                <a:cubicBezTo>
                  <a:pt x="6387488" y="294834"/>
                  <a:pt x="6230415" y="289751"/>
                  <a:pt x="5935666" y="299295"/>
                </a:cubicBezTo>
                <a:cubicBezTo>
                  <a:pt x="5640917" y="308839"/>
                  <a:pt x="5387817" y="257034"/>
                  <a:pt x="5067032" y="299295"/>
                </a:cubicBezTo>
                <a:cubicBezTo>
                  <a:pt x="4746247" y="341556"/>
                  <a:pt x="4683648" y="333124"/>
                  <a:pt x="4377640" y="299295"/>
                </a:cubicBezTo>
                <a:cubicBezTo>
                  <a:pt x="4071632" y="265466"/>
                  <a:pt x="3923134" y="310760"/>
                  <a:pt x="3598627" y="299295"/>
                </a:cubicBezTo>
                <a:cubicBezTo>
                  <a:pt x="3274120" y="287830"/>
                  <a:pt x="3192984" y="294954"/>
                  <a:pt x="2819614" y="299295"/>
                </a:cubicBezTo>
                <a:cubicBezTo>
                  <a:pt x="2446244" y="303636"/>
                  <a:pt x="2449472" y="276229"/>
                  <a:pt x="2219843" y="299295"/>
                </a:cubicBezTo>
                <a:cubicBezTo>
                  <a:pt x="1990214" y="322361"/>
                  <a:pt x="1870557" y="284366"/>
                  <a:pt x="1709693" y="299295"/>
                </a:cubicBezTo>
                <a:cubicBezTo>
                  <a:pt x="1548829" y="314225"/>
                  <a:pt x="1236483" y="267945"/>
                  <a:pt x="841058" y="299295"/>
                </a:cubicBezTo>
                <a:cubicBezTo>
                  <a:pt x="445633" y="330645"/>
                  <a:pt x="201602" y="285053"/>
                  <a:pt x="0" y="299295"/>
                </a:cubicBezTo>
                <a:cubicBezTo>
                  <a:pt x="-8760" y="157553"/>
                  <a:pt x="9422" y="783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/>
              <a:t>psocket-&gt;start({ </a:t>
            </a:r>
            <a:r>
              <a:rPr lang="en-US" altLang="ko-KR" sz="1000" b="1"/>
              <a:t>net::ip::tcp::resolver().resolve( “www.cgcii.co.kr”, “20000”)</a:t>
            </a:r>
            <a:r>
              <a:rPr lang="en-US" altLang="ko-KR" sz="1000"/>
              <a:t>);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491237-7E2F-4FC5-8CFF-274577733EEE}"/>
              </a:ext>
            </a:extLst>
          </p:cNvPr>
          <p:cNvSpPr/>
          <p:nvPr/>
        </p:nvSpPr>
        <p:spPr>
          <a:xfrm>
            <a:off x="1860315" y="3990990"/>
            <a:ext cx="5718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숫자로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직접 입력할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address_v4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address_v6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입력한다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DC22-1647-4DC5-982B-B7E9332DF807}"/>
              </a:ext>
            </a:extLst>
          </p:cNvPr>
          <p:cNvSpPr/>
          <p:nvPr/>
        </p:nvSpPr>
        <p:spPr>
          <a:xfrm>
            <a:off x="1860315" y="5066502"/>
            <a:ext cx="79432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문자열로 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localhost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것이라면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make_address_v4, make_address_v6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함수를 사용하면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40AE05-C7B1-4C20-8295-DF67F7922DF6}"/>
              </a:ext>
            </a:extLst>
          </p:cNvPr>
          <p:cNvSpPr/>
          <p:nvPr/>
        </p:nvSpPr>
        <p:spPr>
          <a:xfrm>
            <a:off x="1860315" y="6142016"/>
            <a:ext cx="6821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DNS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resolver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port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service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문자열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역시 같이 주어져야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5" y="12700"/>
            <a:ext cx="407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tcp_simple.client.source.comment.3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8C396-0372-4AEB-BE15-FA98F71CD535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1164D2-0B26-4623-BCC8-A432672FE874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4ABDB-2D77-4B3B-852A-D088AB157F4F}"/>
              </a:ext>
            </a:extLst>
          </p:cNvPr>
          <p:cNvSpPr txBox="1"/>
          <p:nvPr/>
        </p:nvSpPr>
        <p:spPr>
          <a:xfrm>
            <a:off x="1416049" y="550871"/>
            <a:ext cx="965254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socket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을 종료한다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접속을 종료하고 싶으면 간단히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closesocket()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호출하면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접속의 종료는 강제 접속 종료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(abortive close)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정상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우와한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접속 종료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(graceful close)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구분된다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C015E7-08E4-467D-9226-5C9AA9F39EA0}"/>
              </a:ext>
            </a:extLst>
          </p:cNvPr>
          <p:cNvSpPr/>
          <p:nvPr/>
        </p:nvSpPr>
        <p:spPr>
          <a:xfrm>
            <a:off x="1788226" y="5296896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접속종료  직전 전송하는 데이터</a:t>
            </a:r>
            <a:r>
              <a:rPr lang="en-US" altLang="ko-KR" sz="1000">
                <a:solidFill>
                  <a:srgbClr val="00B050"/>
                </a:solidFill>
              </a:rPr>
              <a:t>… </a:t>
            </a:r>
            <a:r>
              <a:rPr lang="ko-KR" altLang="en-US" sz="1000">
                <a:solidFill>
                  <a:srgbClr val="00B050"/>
                </a:solidFill>
              </a:rPr>
              <a:t>정상접속 종료</a:t>
            </a:r>
            <a:r>
              <a:rPr lang="en-US" altLang="ko-KR" sz="1000">
                <a:solidFill>
                  <a:srgbClr val="00B050"/>
                </a:solidFill>
              </a:rPr>
              <a:t>(graceful close)</a:t>
            </a:r>
            <a:r>
              <a:rPr lang="ko-KR" altLang="en-US" sz="1000">
                <a:solidFill>
                  <a:srgbClr val="00B050"/>
                </a:solidFill>
              </a:rPr>
              <a:t>이므로 이것까지 모두 전송되고 접속 종료된다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psocket-&gt;send(buf_faa));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정상 접속 종료</a:t>
            </a:r>
            <a:r>
              <a:rPr lang="en-US" altLang="ko-KR" sz="1000">
                <a:solidFill>
                  <a:srgbClr val="00B050"/>
                </a:solidFill>
              </a:rPr>
              <a:t> (graceful close) </a:t>
            </a:r>
            <a:r>
              <a:rPr lang="ko-KR" altLang="en-US" sz="1000">
                <a:solidFill>
                  <a:srgbClr val="00B050"/>
                </a:solidFill>
              </a:rPr>
              <a:t>를 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psocket-&gt;</a:t>
            </a:r>
            <a:r>
              <a:rPr lang="en-US" altLang="ko-KR" sz="1000" b="1"/>
              <a:t>disconnect </a:t>
            </a:r>
            <a:r>
              <a:rPr lang="en-US" altLang="ko-KR" sz="1000"/>
              <a:t>();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1FF27-0EB6-40EB-BA4C-DB85201EBC68}"/>
              </a:ext>
            </a:extLst>
          </p:cNvPr>
          <p:cNvSpPr txBox="1"/>
          <p:nvPr/>
        </p:nvSpPr>
        <p:spPr>
          <a:xfrm>
            <a:off x="1788226" y="1756891"/>
            <a:ext cx="1004443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closesocket()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호출한다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강제 접속 종료를 말한다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소켓의 모든 처리는 강제 중단되며 소켓은 할당해제된다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전송 버퍼에 남아 있는 데이터는 전송되지 않고 종료된다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B07879-5C2A-4E25-85D7-3DF787EB3660}"/>
              </a:ext>
            </a:extLst>
          </p:cNvPr>
          <p:cNvSpPr/>
          <p:nvPr/>
        </p:nvSpPr>
        <p:spPr>
          <a:xfrm>
            <a:off x="1669923" y="1540778"/>
            <a:ext cx="13085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abortive close</a:t>
            </a:r>
            <a:endParaRPr lang="ko-KR" altLang="en-US" sz="1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4C3E36-4FB1-4972-AFCF-6F35B42362A1}"/>
              </a:ext>
            </a:extLst>
          </p:cNvPr>
          <p:cNvSpPr/>
          <p:nvPr/>
        </p:nvSpPr>
        <p:spPr>
          <a:xfrm>
            <a:off x="1788226" y="2719120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접속종료  직전 전송하는 데이터</a:t>
            </a:r>
            <a:r>
              <a:rPr lang="en-US" altLang="ko-KR" sz="1000">
                <a:solidFill>
                  <a:srgbClr val="00B050"/>
                </a:solidFill>
              </a:rPr>
              <a:t>… </a:t>
            </a:r>
            <a:r>
              <a:rPr lang="ko-KR" altLang="en-US" sz="1000">
                <a:solidFill>
                  <a:srgbClr val="00B050"/>
                </a:solidFill>
              </a:rPr>
              <a:t>강제 접속 종료이므로 전송이 되지 않을 수 있다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psocket-&gt;send(buf_faa));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강제 접속 종료</a:t>
            </a:r>
            <a:r>
              <a:rPr lang="en-US" altLang="ko-KR" sz="1000">
                <a:solidFill>
                  <a:srgbClr val="00B050"/>
                </a:solidFill>
              </a:rPr>
              <a:t> (abortive close) </a:t>
            </a:r>
            <a:r>
              <a:rPr lang="ko-KR" altLang="en-US" sz="1000">
                <a:solidFill>
                  <a:srgbClr val="00B050"/>
                </a:solidFill>
              </a:rPr>
              <a:t>를 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psocket-&gt;</a:t>
            </a:r>
            <a:r>
              <a:rPr lang="en-US" altLang="ko-KR" sz="1000" b="1"/>
              <a:t>closesocket </a:t>
            </a:r>
            <a:r>
              <a:rPr lang="en-US" altLang="ko-KR" sz="1000"/>
              <a:t>();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D79255-DED4-41A9-9E1B-39C951DF934D}"/>
              </a:ext>
            </a:extLst>
          </p:cNvPr>
          <p:cNvSpPr/>
          <p:nvPr/>
        </p:nvSpPr>
        <p:spPr>
          <a:xfrm>
            <a:off x="1669922" y="3844440"/>
            <a:ext cx="12942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graceful close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089932-7D81-4C40-B14E-3462E03E5F8C}"/>
              </a:ext>
            </a:extLst>
          </p:cNvPr>
          <p:cNvSpPr txBox="1"/>
          <p:nvPr/>
        </p:nvSpPr>
        <p:spPr>
          <a:xfrm>
            <a:off x="1792577" y="4069025"/>
            <a:ext cx="10044430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disconnect()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호출한다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정상 접속 종료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(graceful close)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호출 순간 더 이상 전송을 받지 못하게 한 후 전송버퍼에 남아 있는 모든 데이터를  전송한  후 접속 종료한다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이 상태에서 상대에게서 데이터를  수신받을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상호 데이터를 모두 송수신 한후 접속을 종료한다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이상적인 접속 종료지만 비정상적인 상황인 경우 접속 종료 처리의 완료가 상당히 지연되는 상태가 발생할 수 있다는 단점이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99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1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DAE95-D71D-43B4-9709-B2085C72181D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4AF62C-F345-4C41-BE99-294498BC04D7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1630</Words>
  <Application>Microsoft Office PowerPoint</Application>
  <PresentationFormat>와이드스크린</PresentationFormat>
  <Paragraphs>161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287</cp:revision>
  <dcterms:created xsi:type="dcterms:W3CDTF">2019-08-08T18:29:33Z</dcterms:created>
  <dcterms:modified xsi:type="dcterms:W3CDTF">2020-01-22T19:48:46Z</dcterms:modified>
</cp:coreProperties>
</file>