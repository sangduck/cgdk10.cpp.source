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2" y="36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2C2850C-3195-4D5E-A688-80706BB8E5F3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43120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Idestroyable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ko-KR" altLang="en-US" sz="1400" dirty="0"/>
              <a:t>객체 풀</a:t>
            </a:r>
            <a:r>
              <a:rPr lang="en-US" altLang="ko-KR" sz="1400" dirty="0"/>
              <a:t>(object</a:t>
            </a:r>
            <a:r>
              <a:rPr lang="ko-KR" altLang="en-US" sz="1400" dirty="0"/>
              <a:t> </a:t>
            </a:r>
            <a:r>
              <a:rPr lang="en-US" altLang="ko-KR" sz="1400" dirty="0"/>
              <a:t>pool)</a:t>
            </a:r>
            <a:endParaRPr lang="ko-KR" altLang="en-US" sz="14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SOCKET.TCP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ko-KR" altLang="en-US" sz="1400" dirty="0"/>
              <a:t>은 표준 </a:t>
            </a:r>
            <a:r>
              <a:rPr lang="ko-KR" altLang="en-US" sz="1400" dirty="0" err="1"/>
              <a:t>스마트포인터와</a:t>
            </a:r>
            <a:r>
              <a:rPr lang="ko-KR" altLang="en-US" sz="1400" dirty="0"/>
              <a:t> 다르게 객체 자체가 </a:t>
            </a:r>
            <a:r>
              <a:rPr lang="ko-KR" altLang="en-US" sz="1400" dirty="0" err="1"/>
              <a:t>참조계수르르</a:t>
            </a:r>
            <a:r>
              <a:rPr lang="ko-KR" altLang="en-US" sz="1400" dirty="0"/>
              <a:t> 가짐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</a:t>
            </a:r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상속받은 객체를 대상으로만 처리를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296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132</cp:revision>
  <dcterms:created xsi:type="dcterms:W3CDTF">2019-08-08T18:29:33Z</dcterms:created>
  <dcterms:modified xsi:type="dcterms:W3CDTF">2020-01-22T00:06:30Z</dcterms:modified>
</cp:coreProperties>
</file>