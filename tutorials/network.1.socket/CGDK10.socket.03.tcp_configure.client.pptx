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6" r:id="rId4"/>
    <p:sldId id="261" r:id="rId5"/>
    <p:sldId id="262" r:id="rId6"/>
    <p:sldId id="267" r:id="rId7"/>
    <p:sldId id="268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1" userDrawn="1">
          <p15:clr>
            <a:srgbClr val="A4A3A4"/>
          </p15:clr>
        </p15:guide>
        <p15:guide id="2" pos="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876"/>
      </p:cViewPr>
      <p:guideLst>
        <p:guide orient="horz" pos="391"/>
        <p:guide pos="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2A7E5-9D6C-4D49-9F84-6FD5581D5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DF23D0-ACA9-4109-859D-3ECB447A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C36A17-8D0E-4BD4-9D11-B7A7E9E9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2E944-0ED1-4607-A36C-5BB69830A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B9B9D4-8BBC-476D-8064-35CFCD6B7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82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19A54-E745-4CC6-BB95-027B31215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27CD9-8FD6-41DB-92D5-543810226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C1E69F-6A0C-4988-A80C-D9E07998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A0A22F-E157-407D-9059-6BA690D7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25A3EE-62DB-427A-BC57-1105595D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98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695-5C44-4966-9A13-1C984D986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B4F0D-22E9-4085-831F-FD98A827D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917BF-93D8-4FAE-9057-B5DC34BF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4F97A2-C5F5-4A31-8A8E-9DB0E5BF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D523A-5E78-4084-9250-EA62E800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6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C6390-10D0-4FD4-A9C5-512525EC4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AF698-79AC-473D-91BE-2AC4B6A9A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47004C-44EF-4C97-90AD-CEC005B13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2DA3BB-F86B-423B-ADF0-0C45FFA7F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BA172-663F-4746-A340-81A5A245E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CEE4-F0CB-4000-8737-D35FA8E9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08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33FDE-6868-41BC-989B-C7995DAA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CE7D6-2226-4B65-8C8E-7CC6A6A5A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092D66-1FD3-41EB-97C7-DE6FA7F9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733F04-26EC-425A-A594-4302ABE0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B9B29-E3A0-4BA3-A785-C6DCCEF71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93CB7F-B41A-4C1B-ABF3-7333EA9C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4B76826-AE98-4493-AE44-3F7ACB5B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49C020-97C1-43ED-95BF-408B8BF8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90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E3F6-CD7E-4531-9825-DA1294BB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364A65-7602-4E2F-AB3A-1DB84F3C2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B370FC8-7EFF-42A1-A3DD-2E35F1F49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EA32FA-FEE4-4DBD-930C-A337BE21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63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D4FEF22-CFFB-471E-8960-DC35A80D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8E9B52-4735-4887-B334-2DAF9484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849622-257C-4566-88C3-8C0E40D10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71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14B03-A7BA-4811-B9E6-F4B68F507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AABAA1-C57E-4FE1-B2AD-CB2F1C6B5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1A1A2C-F9BA-416A-BBF9-D65DDE042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EEA2E-4425-4FB2-B940-D630ECB6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5F14BC-4609-49B0-B88F-71ED21D8B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B2F4A1-01AF-4213-B737-2A01F210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58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43167-4408-4C58-ADD5-FC60A11ED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678274A-E2D6-47D8-8667-1D77CFAB2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9D13A-7EED-4A00-A107-5A9D6EE8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2886C8-A6B0-4365-8DF4-783E16274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C8015C-9296-41FD-8594-A6F545A4C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82F2D0-7A4D-4569-A726-EFB2F9A6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2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FE90C-3B64-42E6-831B-DF1AF8BE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F9955E-804B-4847-A548-B8FAB8A8F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16D88-EA8C-4E33-9AA0-265D828D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26A646-1DCD-47EA-9189-479181E5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40B22C-804C-4B5E-BC7E-9728A7D2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03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C339A3-C568-40CC-80EA-0D67438C8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0BA901-4156-43E5-997D-B97D55256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3A72-6D07-48D1-A145-8C8FC73B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FE233-6062-4295-98E2-CDA8399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A950D5-233D-4487-955B-863FE15E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24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FC0F-2DDD-468F-8DBD-6A2807FE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676674-756A-42FE-BD0C-C3CECBFD8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A869F-4294-4684-B447-EA0E579528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7EA6-29B8-4261-8591-86CDF1CF1D8C}" type="datetimeFigureOut">
              <a:rPr lang="ko-KR" altLang="en-US" smtClean="0"/>
              <a:t>2019-08-09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C5D8D2-D0ED-4DCE-B1CA-EB46F385A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2C4440-5EEA-42C9-BA7E-B3A419EF5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37E-C6F5-4F1F-8BC6-9FCD4A222D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37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100C2E4-ECAB-4A25-97DE-F1822C12C67F}"/>
              </a:ext>
            </a:extLst>
          </p:cNvPr>
          <p:cNvSpPr/>
          <p:nvPr/>
        </p:nvSpPr>
        <p:spPr>
          <a:xfrm>
            <a:off x="0" y="0"/>
            <a:ext cx="141605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416050" y="5671126"/>
            <a:ext cx="448000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  <a:endParaRPr lang="en-US" altLang="ko-KR" sz="1400" dirty="0"/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en-US" altLang="ko-KR" sz="1400" dirty="0"/>
              <a:t>CGD::</a:t>
            </a:r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Idestroyable</a:t>
            </a:r>
            <a:r>
              <a:rPr lang="en-US" altLang="ko-KR" sz="1400" dirty="0"/>
              <a:t> </a:t>
            </a:r>
            <a:r>
              <a:rPr lang="ko-KR" altLang="en-US" sz="1400" dirty="0"/>
              <a:t>인터페이스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ko-KR" altLang="en-US" sz="1400" dirty="0"/>
              <a:t>객체 풀</a:t>
            </a:r>
            <a:r>
              <a:rPr lang="en-US" altLang="ko-KR" sz="1400" dirty="0"/>
              <a:t>(object</a:t>
            </a:r>
            <a:r>
              <a:rPr lang="ko-KR" altLang="en-US" sz="1400" dirty="0"/>
              <a:t> </a:t>
            </a:r>
            <a:r>
              <a:rPr lang="en-US" altLang="ko-KR" sz="1400" dirty="0"/>
              <a:t>pool)</a:t>
            </a:r>
            <a:endParaRPr lang="ko-KR" altLang="en-US" sz="1400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63D706D0-7F00-44B7-8338-DA6DCD0C282B}"/>
              </a:ext>
            </a:extLst>
          </p:cNvPr>
          <p:cNvSpPr txBox="1">
            <a:spLocks/>
          </p:cNvSpPr>
          <p:nvPr/>
        </p:nvSpPr>
        <p:spPr>
          <a:xfrm>
            <a:off x="378690" y="347663"/>
            <a:ext cx="8260545" cy="66833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 err="1">
                <a:solidFill>
                  <a:schemeClr val="bg1">
                    <a:lumMod val="50000"/>
                  </a:schemeClr>
                </a:solidFill>
              </a:rPr>
              <a:t>CGC.II..</a:t>
            </a:r>
            <a:r>
              <a:rPr lang="en-US" altLang="ko-KR" sz="3200" b="1" dirty="0" err="1"/>
              <a:t>SOCKET.TCP..configure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97255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20713"/>
            <a:ext cx="7708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ko-KR" altLang="en-US" sz="1400" dirty="0"/>
              <a:t>은 표준 </a:t>
            </a:r>
            <a:r>
              <a:rPr lang="ko-KR" altLang="en-US" sz="1400" dirty="0" err="1"/>
              <a:t>스마트포인터와</a:t>
            </a:r>
            <a:r>
              <a:rPr lang="ko-KR" altLang="en-US" sz="1400" dirty="0"/>
              <a:t> 다르게 객체 자체가 </a:t>
            </a:r>
            <a:r>
              <a:rPr lang="ko-KR" altLang="en-US" sz="1400" dirty="0" err="1"/>
              <a:t>참조계수르르</a:t>
            </a:r>
            <a:r>
              <a:rPr lang="ko-KR" altLang="en-US" sz="1400" dirty="0"/>
              <a:t> 가짐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/>
              <a:t>따라서 </a:t>
            </a:r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상속받은 객체를 대상으로만 처리를 함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16B627-B0A0-40AA-B3F1-143A5BBBD840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FF3B4D-F082-4DC2-AFB1-F9A04176DE90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9D42E0-7B2D-4648-B67E-2BFBE5814C23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245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844EEB-D581-472B-8D50-6E9E9AB439CE}"/>
              </a:ext>
            </a:extLst>
          </p:cNvPr>
          <p:cNvSpPr txBox="1"/>
          <p:nvPr/>
        </p:nvSpPr>
        <p:spPr>
          <a:xfrm>
            <a:off x="1855892" y="-12879"/>
            <a:ext cx="3804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object_ptr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Ireferenceable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AAE6A-E161-4680-A41E-C84804B8053E}"/>
              </a:ext>
            </a:extLst>
          </p:cNvPr>
          <p:cNvSpPr txBox="1"/>
          <p:nvPr/>
        </p:nvSpPr>
        <p:spPr>
          <a:xfrm>
            <a:off x="1416050" y="648085"/>
            <a:ext cx="89309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Object_ptr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혹은 </a:t>
            </a:r>
            <a:r>
              <a:rPr lang="en-US" altLang="ko-KR" sz="1400" dirty="0"/>
              <a:t>NEW&lt;T&gt;() </a:t>
            </a:r>
            <a:r>
              <a:rPr lang="ko-KR" altLang="en-US" sz="1400" dirty="0"/>
              <a:t>함수로 원하는 객체 동적 할당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DBE5E-E08F-4485-A0A1-8C1E0028A631}"/>
              </a:ext>
            </a:extLst>
          </p:cNvPr>
          <p:cNvSpPr txBox="1"/>
          <p:nvPr/>
        </p:nvSpPr>
        <p:spPr>
          <a:xfrm>
            <a:off x="1416050" y="3121223"/>
            <a:ext cx="7261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own_ptr</a:t>
            </a:r>
            <a:r>
              <a:rPr lang="en-US" altLang="ko-KR" sz="1400" dirty="0"/>
              <a:t>&lt;T&gt;</a:t>
            </a:r>
            <a:r>
              <a:rPr lang="ko-KR" altLang="en-US" sz="1400" dirty="0"/>
              <a:t>의 동적 할당은 </a:t>
            </a:r>
            <a:r>
              <a:rPr lang="en-US" altLang="ko-KR" sz="1400" dirty="0" err="1"/>
              <a:t>make_own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가능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376CD-1029-457C-9A3E-FFC2A5AE1BD6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18FB9-9089-4DEC-B4E4-2F41FA93DD7B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AEE7E7A-C3F9-4BDA-8CEF-1B975D0C3A74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13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D1A0A4-3BBF-473D-B6F6-765C2E02345A}"/>
              </a:ext>
            </a:extLst>
          </p:cNvPr>
          <p:cNvSpPr txBox="1"/>
          <p:nvPr/>
        </p:nvSpPr>
        <p:spPr>
          <a:xfrm>
            <a:off x="1855892" y="-11382"/>
            <a:ext cx="339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CGD::</a:t>
            </a:r>
            <a:r>
              <a:rPr lang="en-US" altLang="ko-KR" b="1" dirty="0" err="1"/>
              <a:t>own_ptr</a:t>
            </a:r>
            <a:r>
              <a:rPr lang="en-US" altLang="ko-KR" b="1" dirty="0"/>
              <a:t> &amp;</a:t>
            </a:r>
            <a:r>
              <a:rPr lang="ko-KR" altLang="en-US" b="1" dirty="0"/>
              <a:t> </a:t>
            </a:r>
            <a:r>
              <a:rPr lang="en-US" altLang="ko-KR" b="1" dirty="0" err="1"/>
              <a:t>Idestroyable</a:t>
            </a:r>
            <a:endParaRPr lang="ko-KR" altLang="en-US" b="1" dirty="0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A2105E-14D1-4432-8536-C8D29B2DD845}"/>
              </a:ext>
            </a:extLst>
          </p:cNvPr>
          <p:cNvSpPr txBox="1"/>
          <p:nvPr/>
        </p:nvSpPr>
        <p:spPr>
          <a:xfrm>
            <a:off x="1416050" y="620713"/>
            <a:ext cx="716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유일하게 하나만 존재하는 동적 객체를 위한 것</a:t>
            </a:r>
            <a:endParaRPr lang="en-US" altLang="ko-KR" sz="1400" dirty="0"/>
          </a:p>
          <a:p>
            <a:r>
              <a:rPr lang="ko-KR" altLang="en-US" sz="1400" dirty="0"/>
              <a:t>소멸될 때 </a:t>
            </a:r>
            <a:r>
              <a:rPr lang="en-US" altLang="ko-KR" sz="1400" dirty="0"/>
              <a:t>destroy()</a:t>
            </a:r>
            <a:r>
              <a:rPr lang="ko-KR" altLang="en-US" sz="1400" dirty="0"/>
              <a:t>함수를 호출해준다</a:t>
            </a:r>
            <a:r>
              <a:rPr lang="en-US" altLang="ko-KR" sz="1400" dirty="0"/>
              <a:t>.</a:t>
            </a:r>
          </a:p>
          <a:p>
            <a:r>
              <a:rPr lang="ko-KR" altLang="en-US" sz="1400" dirty="0" err="1"/>
              <a:t>순환참조</a:t>
            </a:r>
            <a:r>
              <a:rPr lang="ko-KR" altLang="en-US" sz="1400" dirty="0"/>
              <a:t> 문제를 해결하기 위해서도 사용</a:t>
            </a:r>
            <a:r>
              <a:rPr lang="en-US" altLang="ko-KR"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86ADFB-B5C7-4BD5-BE49-926036824C84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93640-ABDC-4F42-9C1A-02ED41CAF266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84537C-C1C2-4B0D-8697-8217999CE1CD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4197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풀</a:t>
            </a:r>
            <a:r>
              <a:rPr lang="en-US" altLang="ko-KR" b="1" dirty="0"/>
              <a:t>.object</a:t>
            </a:r>
            <a:r>
              <a:rPr lang="ko-KR" altLang="en-US" b="1" dirty="0"/>
              <a:t> </a:t>
            </a:r>
            <a:r>
              <a:rPr lang="en-US" altLang="ko-KR" b="1" dirty="0"/>
              <a:t>pool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0483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en-US" altLang="ko-KR" sz="1400" dirty="0"/>
              <a:t> </a:t>
            </a:r>
            <a:r>
              <a:rPr lang="ko-KR" altLang="en-US" sz="1400" dirty="0"/>
              <a:t>대신 </a:t>
            </a:r>
            <a:r>
              <a:rPr lang="en-US" altLang="ko-KR" sz="1400" dirty="0" err="1"/>
              <a:t>Ipoolable</a:t>
            </a:r>
            <a:r>
              <a:rPr lang="ko-KR" altLang="en-US" sz="1400" dirty="0"/>
              <a:t>을 상속받으면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함수 호출 시 자동으로 풀에서 할당을 받음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ko-KR" altLang="en-US" sz="1400" dirty="0"/>
              <a:t>할당해제시 자동으로 풀로 다시 </a:t>
            </a:r>
            <a:r>
              <a:rPr lang="ko-KR" altLang="en-US" sz="1400" dirty="0" err="1"/>
              <a:t>돌아감</a:t>
            </a:r>
            <a:r>
              <a:rPr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644326-5966-4BE8-B87A-BAF4B480482E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D35E4-88F9-42B2-83DD-0AA65C4AFBC9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B6DA0D3-AF9C-43E0-B610-D245889D9F47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00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127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객체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854FC3-83B1-4810-845D-2E245C8938C1}"/>
              </a:ext>
            </a:extLst>
          </p:cNvPr>
          <p:cNvSpPr txBox="1"/>
          <p:nvPr/>
        </p:nvSpPr>
        <p:spPr>
          <a:xfrm>
            <a:off x="1416050" y="620713"/>
            <a:ext cx="9751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Ireferenceable</a:t>
            </a:r>
            <a:r>
              <a:rPr lang="ko-KR" altLang="en-US" sz="1400" dirty="0"/>
              <a:t>을 상속받아 </a:t>
            </a:r>
            <a:r>
              <a:rPr lang="en-US" altLang="ko-KR" sz="1400" dirty="0" err="1"/>
              <a:t>make_object</a:t>
            </a:r>
            <a:r>
              <a:rPr lang="en-US" altLang="ko-KR" sz="1400" dirty="0"/>
              <a:t>&lt;T&gt;()</a:t>
            </a:r>
            <a:r>
              <a:rPr lang="ko-KR" altLang="en-US" sz="1400" dirty="0"/>
              <a:t>로 할당 받은 모든 객체는 내부적으로 통계를 냄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메모리릭</a:t>
            </a:r>
            <a:r>
              <a:rPr lang="ko-KR" altLang="en-US" sz="1400" dirty="0"/>
              <a:t> 등과 같은 문제가 발생시 확인 가능</a:t>
            </a:r>
            <a:r>
              <a:rPr lang="en-US" altLang="ko-KR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3BAF40-511F-4280-9B0F-3DA111408462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38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부제목 2">
            <a:extLst>
              <a:ext uri="{FF2B5EF4-FFF2-40B4-BE49-F238E27FC236}">
                <a16:creationId xmlns:a16="http://schemas.microsoft.com/office/drawing/2014/main" id="{E5A044BC-98F9-4389-A756-1BDDB9FE8F2E}"/>
              </a:ext>
            </a:extLst>
          </p:cNvPr>
          <p:cNvSpPr txBox="1">
            <a:spLocks/>
          </p:cNvSpPr>
          <p:nvPr/>
        </p:nvSpPr>
        <p:spPr>
          <a:xfrm>
            <a:off x="9743758" y="6608604"/>
            <a:ext cx="2426208" cy="238379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700" dirty="0"/>
              <a:t>© 2016. </a:t>
            </a:r>
            <a:r>
              <a:rPr lang="en-US" altLang="ko-KR" sz="700" b="1" dirty="0"/>
              <a:t>CGCIII</a:t>
            </a:r>
            <a:r>
              <a:rPr lang="en-US" altLang="ko-KR" sz="700" dirty="0"/>
              <a:t> all rights reserved.</a:t>
            </a:r>
            <a:endParaRPr lang="ko-KR" altLang="en-US" sz="7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096BE-5EB3-479C-A55F-F6BF55CD54B4}"/>
              </a:ext>
            </a:extLst>
          </p:cNvPr>
          <p:cNvSpPr txBox="1"/>
          <p:nvPr/>
        </p:nvSpPr>
        <p:spPr>
          <a:xfrm>
            <a:off x="1868592" y="0"/>
            <a:ext cx="634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FAQ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8BA61-B650-4A92-BD27-814B7E1E2E78}"/>
              </a:ext>
            </a:extLst>
          </p:cNvPr>
          <p:cNvSpPr txBox="1"/>
          <p:nvPr/>
        </p:nvSpPr>
        <p:spPr>
          <a:xfrm>
            <a:off x="538480" y="15240"/>
            <a:ext cx="1317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OBJECT SYSTEM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1650E-1B67-421A-BF6A-1BF89648C6CE}"/>
              </a:ext>
            </a:extLst>
          </p:cNvPr>
          <p:cNvSpPr txBox="1"/>
          <p:nvPr/>
        </p:nvSpPr>
        <p:spPr>
          <a:xfrm>
            <a:off x="18926" y="15240"/>
            <a:ext cx="702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CGC.II..</a:t>
            </a:r>
            <a:endParaRPr lang="ko-KR" altLang="en-US" sz="1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362E6D-A6B2-4CDD-A469-E33822357EB6}"/>
              </a:ext>
            </a:extLst>
          </p:cNvPr>
          <p:cNvSpPr/>
          <p:nvPr/>
        </p:nvSpPr>
        <p:spPr>
          <a:xfrm>
            <a:off x="1822873" y="14197"/>
            <a:ext cx="45719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26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290</Words>
  <Application>Microsoft Office PowerPoint</Application>
  <PresentationFormat>와이드스크린</PresentationFormat>
  <Paragraphs>40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상현 조</dc:creator>
  <cp:lastModifiedBy>상현 조</cp:lastModifiedBy>
  <cp:revision>130</cp:revision>
  <dcterms:created xsi:type="dcterms:W3CDTF">2019-08-08T18:29:33Z</dcterms:created>
  <dcterms:modified xsi:type="dcterms:W3CDTF">2019-08-09T11:03:49Z</dcterms:modified>
</cp:coreProperties>
</file>