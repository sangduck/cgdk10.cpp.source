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66" r:id="rId4"/>
    <p:sldId id="261" r:id="rId5"/>
    <p:sldId id="270" r:id="rId6"/>
    <p:sldId id="269" r:id="rId7"/>
    <p:sldId id="272" r:id="rId8"/>
    <p:sldId id="26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>
        <p:scale>
          <a:sx n="106" d="100"/>
          <a:sy n="106" d="100"/>
        </p:scale>
        <p:origin x="-222" y="51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gciii.co.kr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C461E28-1D68-47BD-A407-1908C324D3F6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5052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object_ptr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Ireferenceable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  <a:endParaRPr lang="en-US" altLang="ko-KR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own_ptr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Idestroyable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1600" dirty="0"/>
              <a:t>객체 풀</a:t>
            </a:r>
            <a:r>
              <a:rPr lang="en-US" altLang="ko-KR" sz="1600" dirty="0"/>
              <a:t>(object</a:t>
            </a:r>
            <a:r>
              <a:rPr lang="ko-KR" altLang="en-US" sz="1600" dirty="0"/>
              <a:t> </a:t>
            </a:r>
            <a:r>
              <a:rPr lang="en-US" altLang="ko-KR" sz="1600" dirty="0"/>
              <a:t>pool)</a:t>
            </a:r>
            <a:endParaRPr lang="ko-KR" altLang="en-US" sz="16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9375458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SOCKET</a:t>
            </a:r>
            <a:r>
              <a:rPr lang="en-US" altLang="ko-KR" sz="3200" b="1"/>
              <a:t>.HTTP.server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2D56A3-D18F-451D-B721-11E6BEFFF0D3}"/>
              </a:ext>
            </a:extLst>
          </p:cNvPr>
          <p:cNvSpPr txBox="1"/>
          <p:nvPr/>
        </p:nvSpPr>
        <p:spPr>
          <a:xfrm>
            <a:off x="1416049" y="578901"/>
            <a:ext cx="9783173" cy="309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http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socket?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웹서비스를 위한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프로토콜을 지원하는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 일반적인 웹서버를 제적하는 용도로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http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일반적인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websocket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프로토콜을 지원한다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protocol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response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형태로 동작한다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1. [client]HTTP 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접속을 시도한다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2. [client]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접속이 성립되면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‘HTTP_REQUEST’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메시지를 전송한다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3. [server] ‘HTTP_REQUEST’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메시지를 받으면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on_message(sMESSAGE_HTTP_REQUEST&amp;)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호출한다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4. [server] ‘HTTP_RESPONSE’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메시지를 적성해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client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에 응답 메시지를 전송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.5. 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787817B-ED20-46F4-B076-6B7851857FF0}"/>
              </a:ext>
            </a:extLst>
          </p:cNvPr>
          <p:cNvCxnSpPr>
            <a:cxnSpLocks/>
          </p:cNvCxnSpPr>
          <p:nvPr/>
        </p:nvCxnSpPr>
        <p:spPr>
          <a:xfrm>
            <a:off x="2839316" y="4389986"/>
            <a:ext cx="9525" cy="1626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84C24B-0AD9-4E41-B8AE-270447610BDA}"/>
              </a:ext>
            </a:extLst>
          </p:cNvPr>
          <p:cNvSpPr/>
          <p:nvPr/>
        </p:nvSpPr>
        <p:spPr>
          <a:xfrm>
            <a:off x="2202258" y="3978524"/>
            <a:ext cx="1449436" cy="38472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ko-KR" sz="1000" b="1"/>
              <a:t>http</a:t>
            </a:r>
            <a:r>
              <a:rPr lang="ko-KR" altLang="en-US" sz="1000" b="1"/>
              <a:t> </a:t>
            </a:r>
            <a:r>
              <a:rPr lang="en-US" altLang="ko-KR" sz="1000" b="1"/>
              <a:t>client</a:t>
            </a:r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일반적으로 웹브라우저</a:t>
            </a:r>
            <a:r>
              <a:rPr lang="en-US" altLang="ko-KR" sz="900"/>
              <a:t>)</a:t>
            </a:r>
            <a:endParaRPr lang="ko-KR" altLang="en-US" sz="90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1F39719-DF66-4CA7-9CA6-87FF215288CB}"/>
              </a:ext>
            </a:extLst>
          </p:cNvPr>
          <p:cNvCxnSpPr>
            <a:cxnSpLocks/>
          </p:cNvCxnSpPr>
          <p:nvPr/>
        </p:nvCxnSpPr>
        <p:spPr>
          <a:xfrm>
            <a:off x="6483061" y="4427711"/>
            <a:ext cx="0" cy="778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C0005F-C4E2-46F1-BB4A-A03B18E2DB07}"/>
              </a:ext>
            </a:extLst>
          </p:cNvPr>
          <p:cNvSpPr/>
          <p:nvPr/>
        </p:nvSpPr>
        <p:spPr>
          <a:xfrm>
            <a:off x="6064814" y="4016249"/>
            <a:ext cx="1011815" cy="38472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ko-KR" sz="1000" b="1"/>
              <a:t>http</a:t>
            </a:r>
            <a:r>
              <a:rPr lang="ko-KR" altLang="en-US" sz="1000" b="1"/>
              <a:t> </a:t>
            </a:r>
            <a:r>
              <a:rPr lang="en-US" altLang="ko-KR" sz="1000" b="1"/>
              <a:t>acceptor</a:t>
            </a:r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웹서버</a:t>
            </a:r>
            <a:r>
              <a:rPr lang="en-US" altLang="ko-KR" sz="900"/>
              <a:t>)</a:t>
            </a:r>
            <a:endParaRPr lang="ko-KR" altLang="en-US" sz="90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AADC2A4-973E-480F-AC02-19456658FF45}"/>
              </a:ext>
            </a:extLst>
          </p:cNvPr>
          <p:cNvCxnSpPr>
            <a:cxnSpLocks/>
          </p:cNvCxnSpPr>
          <p:nvPr/>
        </p:nvCxnSpPr>
        <p:spPr>
          <a:xfrm>
            <a:off x="2839316" y="4676775"/>
            <a:ext cx="3571009" cy="47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36B9E00-E6F7-46CC-8F7F-E2568D249D7F}"/>
              </a:ext>
            </a:extLst>
          </p:cNvPr>
          <p:cNvCxnSpPr>
            <a:cxnSpLocks/>
          </p:cNvCxnSpPr>
          <p:nvPr/>
        </p:nvCxnSpPr>
        <p:spPr>
          <a:xfrm flipH="1">
            <a:off x="2828925" y="5562600"/>
            <a:ext cx="4705353" cy="1143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6FC4C3-2B68-48FB-B58E-E3CD631C2388}"/>
              </a:ext>
            </a:extLst>
          </p:cNvPr>
          <p:cNvSpPr/>
          <p:nvPr/>
        </p:nvSpPr>
        <p:spPr>
          <a:xfrm>
            <a:off x="2806932" y="5241776"/>
            <a:ext cx="13917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/>
              <a:t>send HTTP REQUEST</a:t>
            </a:r>
            <a:endParaRPr lang="ko-KR" altLang="en-US" sz="100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974D8BF-3394-4F28-81BF-8548C8756A01}"/>
              </a:ext>
            </a:extLst>
          </p:cNvPr>
          <p:cNvCxnSpPr>
            <a:cxnSpLocks/>
          </p:cNvCxnSpPr>
          <p:nvPr/>
        </p:nvCxnSpPr>
        <p:spPr>
          <a:xfrm flipV="1">
            <a:off x="2847975" y="5438775"/>
            <a:ext cx="4686300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7FE426-83A5-49DE-986C-3162F0225668}"/>
              </a:ext>
            </a:extLst>
          </p:cNvPr>
          <p:cNvSpPr/>
          <p:nvPr/>
        </p:nvSpPr>
        <p:spPr>
          <a:xfrm>
            <a:off x="2824076" y="4433174"/>
            <a:ext cx="11240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/>
              <a:t>request connect</a:t>
            </a:r>
            <a:endParaRPr lang="ko-KR" altLang="en-US" sz="100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E2E23E7-374F-468B-A9F5-645789960009}"/>
              </a:ext>
            </a:extLst>
          </p:cNvPr>
          <p:cNvCxnSpPr>
            <a:cxnSpLocks/>
          </p:cNvCxnSpPr>
          <p:nvPr/>
        </p:nvCxnSpPr>
        <p:spPr>
          <a:xfrm flipH="1">
            <a:off x="2828925" y="4924425"/>
            <a:ext cx="3562351" cy="762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86E48A-25D3-4041-B9B5-1EBEFDBBC07F}"/>
              </a:ext>
            </a:extLst>
          </p:cNvPr>
          <p:cNvSpPr/>
          <p:nvPr/>
        </p:nvSpPr>
        <p:spPr>
          <a:xfrm>
            <a:off x="2854557" y="4768381"/>
            <a:ext cx="12330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/>
              <a:t>okay~ connected!</a:t>
            </a:r>
            <a:endParaRPr lang="ko-KR" altLang="en-US" sz="10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B611A1F-16E7-43C0-845F-685865943A04}"/>
              </a:ext>
            </a:extLst>
          </p:cNvPr>
          <p:cNvSpPr/>
          <p:nvPr/>
        </p:nvSpPr>
        <p:spPr>
          <a:xfrm>
            <a:off x="5993562" y="5589645"/>
            <a:ext cx="15311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/>
              <a:t>send ‘HTTP RESPONSE’</a:t>
            </a:r>
            <a:endParaRPr lang="ko-KR" altLang="en-US" sz="100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3CD9E2C-D8DD-4285-B5F5-038C4C317C7D}"/>
              </a:ext>
            </a:extLst>
          </p:cNvPr>
          <p:cNvCxnSpPr>
            <a:cxnSpLocks/>
          </p:cNvCxnSpPr>
          <p:nvPr/>
        </p:nvCxnSpPr>
        <p:spPr>
          <a:xfrm>
            <a:off x="7631776" y="5274950"/>
            <a:ext cx="0" cy="7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5462CE9-0D50-4DEC-B9EA-9FB3D5ECE4C6}"/>
              </a:ext>
            </a:extLst>
          </p:cNvPr>
          <p:cNvSpPr/>
          <p:nvPr/>
        </p:nvSpPr>
        <p:spPr>
          <a:xfrm>
            <a:off x="6808006" y="4930163"/>
            <a:ext cx="1651414" cy="38472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ko-KR" sz="1000" b="1"/>
              <a:t>http</a:t>
            </a:r>
            <a:r>
              <a:rPr lang="ko-KR" altLang="en-US" sz="1000" b="1"/>
              <a:t> </a:t>
            </a:r>
            <a:r>
              <a:rPr lang="en-US" altLang="ko-KR" sz="1000" b="1"/>
              <a:t>server session</a:t>
            </a:r>
          </a:p>
          <a:p>
            <a:pPr algn="ctr"/>
            <a:r>
              <a:rPr lang="en-US" altLang="ko-KR" sz="900">
                <a:latin typeface="HY신명조" panose="02030600000101010101" pitchFamily="18" charset="-127"/>
                <a:ea typeface="HY신명조" panose="02030600000101010101" pitchFamily="18" charset="-127"/>
              </a:rPr>
              <a:t>(net::socket::http_server)</a:t>
            </a:r>
            <a:endParaRPr lang="ko-KR" altLang="en-US" sz="9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78D575B-4529-4BC4-8E50-AD6F2FA825B3}"/>
              </a:ext>
            </a:extLst>
          </p:cNvPr>
          <p:cNvSpPr/>
          <p:nvPr/>
        </p:nvSpPr>
        <p:spPr>
          <a:xfrm>
            <a:off x="7534275" y="5430780"/>
            <a:ext cx="180958" cy="2289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2906418-D70B-4CF9-9759-EB4261223EA3}"/>
              </a:ext>
            </a:extLst>
          </p:cNvPr>
          <p:cNvSpPr/>
          <p:nvPr/>
        </p:nvSpPr>
        <p:spPr>
          <a:xfrm>
            <a:off x="7688926" y="5337096"/>
            <a:ext cx="26853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on_message(</a:t>
            </a:r>
            <a:r>
              <a:rPr lang="fr-FR" altLang="ko-KR" sz="1000" b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sMESSAGE_HTTP_REQUEST</a:t>
            </a:r>
            <a:r>
              <a:rPr lang="fr-FR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</a:t>
            </a:r>
            <a:r>
              <a:rPr lang="fr-FR" altLang="ko-KR" sz="100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_msg</a:t>
            </a:r>
            <a:r>
              <a:rPr lang="fr-FR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endParaRPr lang="ko-KR" altLang="en-US" sz="100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8B822A4-B12F-47A9-80DF-114A2CABB40B}"/>
              </a:ext>
            </a:extLst>
          </p:cNvPr>
          <p:cNvSpPr/>
          <p:nvPr/>
        </p:nvSpPr>
        <p:spPr>
          <a:xfrm>
            <a:off x="6411044" y="4707944"/>
            <a:ext cx="180255" cy="1974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BBB14ABC-4B77-4326-80C3-368D169ED9D2}"/>
              </a:ext>
            </a:extLst>
          </p:cNvPr>
          <p:cNvCxnSpPr>
            <a:cxnSpLocks/>
            <a:stCxn id="52" idx="3"/>
            <a:endCxn id="26" idx="0"/>
          </p:cNvCxnSpPr>
          <p:nvPr/>
        </p:nvCxnSpPr>
        <p:spPr>
          <a:xfrm>
            <a:off x="6591299" y="4806660"/>
            <a:ext cx="1042414" cy="123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ECFBB1F-8ED6-4705-948B-6FA551F59723}"/>
              </a:ext>
            </a:extLst>
          </p:cNvPr>
          <p:cNvSpPr/>
          <p:nvPr/>
        </p:nvSpPr>
        <p:spPr>
          <a:xfrm>
            <a:off x="6733420" y="4580993"/>
            <a:ext cx="18517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create HTTP server session</a:t>
            </a:r>
            <a:endParaRPr lang="ko-KR" altLang="en-US" sz="10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638142C-0662-4C4E-ADFF-41DF1BE234D8}"/>
              </a:ext>
            </a:extLst>
          </p:cNvPr>
          <p:cNvSpPr/>
          <p:nvPr/>
        </p:nvSpPr>
        <p:spPr>
          <a:xfrm>
            <a:off x="7602790" y="5644998"/>
            <a:ext cx="8098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/>
              <a:t>disconnect</a:t>
            </a:r>
            <a:endParaRPr lang="ko-KR" altLang="en-US" sz="100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1FC2634-7B52-49D9-B700-C6528E760CF4}"/>
              </a:ext>
            </a:extLst>
          </p:cNvPr>
          <p:cNvSpPr/>
          <p:nvPr/>
        </p:nvSpPr>
        <p:spPr>
          <a:xfrm>
            <a:off x="2685081" y="5830580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×</a:t>
            </a:r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974F7CD-96C6-4590-B472-0687933B9FFB}"/>
              </a:ext>
            </a:extLst>
          </p:cNvPr>
          <p:cNvSpPr/>
          <p:nvPr/>
        </p:nvSpPr>
        <p:spPr>
          <a:xfrm>
            <a:off x="7458491" y="5805332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×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95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46030-149B-4AEA-8AA8-45C1EE5F4DA2}"/>
              </a:ext>
            </a:extLst>
          </p:cNvPr>
          <p:cNvSpPr txBox="1"/>
          <p:nvPr/>
        </p:nvSpPr>
        <p:spPr>
          <a:xfrm>
            <a:off x="1416049" y="578901"/>
            <a:ext cx="9783173" cy="1434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http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server session (http socket)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으로 클라이언트에서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받아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response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해주는 역할을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websocket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지원해준다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사실상 일반적인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websocket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대한 구분 없이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net::socket::http_server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상속받아 구현하낟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27C19F-1794-4737-8D63-F514A748D7DD}"/>
              </a:ext>
            </a:extLst>
          </p:cNvPr>
          <p:cNvSpPr/>
          <p:nvPr/>
        </p:nvSpPr>
        <p:spPr>
          <a:xfrm>
            <a:off x="1761271" y="2071878"/>
            <a:ext cx="8962098" cy="1368030"/>
          </a:xfrm>
          <a:custGeom>
            <a:avLst/>
            <a:gdLst>
              <a:gd name="connsiteX0" fmla="*/ 0 w 8962098"/>
              <a:gd name="connsiteY0" fmla="*/ 0 h 1368030"/>
              <a:gd name="connsiteX1" fmla="*/ 420529 w 8962098"/>
              <a:gd name="connsiteY1" fmla="*/ 0 h 1368030"/>
              <a:gd name="connsiteX2" fmla="*/ 1199542 w 8962098"/>
              <a:gd name="connsiteY2" fmla="*/ 0 h 1368030"/>
              <a:gd name="connsiteX3" fmla="*/ 1620072 w 8962098"/>
              <a:gd name="connsiteY3" fmla="*/ 0 h 1368030"/>
              <a:gd name="connsiteX4" fmla="*/ 2040601 w 8962098"/>
              <a:gd name="connsiteY4" fmla="*/ 0 h 1368030"/>
              <a:gd name="connsiteX5" fmla="*/ 2550751 w 8962098"/>
              <a:gd name="connsiteY5" fmla="*/ 0 h 1368030"/>
              <a:gd name="connsiteX6" fmla="*/ 3150522 w 8962098"/>
              <a:gd name="connsiteY6" fmla="*/ 0 h 1368030"/>
              <a:gd name="connsiteX7" fmla="*/ 3571051 w 8962098"/>
              <a:gd name="connsiteY7" fmla="*/ 0 h 1368030"/>
              <a:gd name="connsiteX8" fmla="*/ 4170823 w 8962098"/>
              <a:gd name="connsiteY8" fmla="*/ 0 h 1368030"/>
              <a:gd name="connsiteX9" fmla="*/ 4770594 w 8962098"/>
              <a:gd name="connsiteY9" fmla="*/ 0 h 1368030"/>
              <a:gd name="connsiteX10" fmla="*/ 5549607 w 8962098"/>
              <a:gd name="connsiteY10" fmla="*/ 0 h 1368030"/>
              <a:gd name="connsiteX11" fmla="*/ 5970136 w 8962098"/>
              <a:gd name="connsiteY11" fmla="*/ 0 h 1368030"/>
              <a:gd name="connsiteX12" fmla="*/ 6659528 w 8962098"/>
              <a:gd name="connsiteY12" fmla="*/ 0 h 1368030"/>
              <a:gd name="connsiteX13" fmla="*/ 7169678 w 8962098"/>
              <a:gd name="connsiteY13" fmla="*/ 0 h 1368030"/>
              <a:gd name="connsiteX14" fmla="*/ 7590208 w 8962098"/>
              <a:gd name="connsiteY14" fmla="*/ 0 h 1368030"/>
              <a:gd name="connsiteX15" fmla="*/ 8962098 w 8962098"/>
              <a:gd name="connsiteY15" fmla="*/ 0 h 1368030"/>
              <a:gd name="connsiteX16" fmla="*/ 8962098 w 8962098"/>
              <a:gd name="connsiteY16" fmla="*/ 670335 h 1368030"/>
              <a:gd name="connsiteX17" fmla="*/ 8962098 w 8962098"/>
              <a:gd name="connsiteY17" fmla="*/ 1368030 h 1368030"/>
              <a:gd name="connsiteX18" fmla="*/ 8541569 w 8962098"/>
              <a:gd name="connsiteY18" fmla="*/ 1368030 h 1368030"/>
              <a:gd name="connsiteX19" fmla="*/ 7672935 w 8962098"/>
              <a:gd name="connsiteY19" fmla="*/ 1368030 h 1368030"/>
              <a:gd name="connsiteX20" fmla="*/ 7252405 w 8962098"/>
              <a:gd name="connsiteY20" fmla="*/ 1368030 h 1368030"/>
              <a:gd name="connsiteX21" fmla="*/ 6473392 w 8962098"/>
              <a:gd name="connsiteY21" fmla="*/ 1368030 h 1368030"/>
              <a:gd name="connsiteX22" fmla="*/ 5784000 w 8962098"/>
              <a:gd name="connsiteY22" fmla="*/ 1368030 h 1368030"/>
              <a:gd name="connsiteX23" fmla="*/ 5094608 w 8962098"/>
              <a:gd name="connsiteY23" fmla="*/ 1368030 h 1368030"/>
              <a:gd name="connsiteX24" fmla="*/ 4494837 w 8962098"/>
              <a:gd name="connsiteY24" fmla="*/ 1368030 h 1368030"/>
              <a:gd name="connsiteX25" fmla="*/ 3715824 w 8962098"/>
              <a:gd name="connsiteY25" fmla="*/ 1368030 h 1368030"/>
              <a:gd name="connsiteX26" fmla="*/ 3116053 w 8962098"/>
              <a:gd name="connsiteY26" fmla="*/ 1368030 h 1368030"/>
              <a:gd name="connsiteX27" fmla="*/ 2337039 w 8962098"/>
              <a:gd name="connsiteY27" fmla="*/ 1368030 h 1368030"/>
              <a:gd name="connsiteX28" fmla="*/ 1826889 w 8962098"/>
              <a:gd name="connsiteY28" fmla="*/ 1368030 h 1368030"/>
              <a:gd name="connsiteX29" fmla="*/ 1316739 w 8962098"/>
              <a:gd name="connsiteY29" fmla="*/ 1368030 h 1368030"/>
              <a:gd name="connsiteX30" fmla="*/ 0 w 8962098"/>
              <a:gd name="connsiteY30" fmla="*/ 1368030 h 1368030"/>
              <a:gd name="connsiteX31" fmla="*/ 0 w 8962098"/>
              <a:gd name="connsiteY31" fmla="*/ 697695 h 1368030"/>
              <a:gd name="connsiteX32" fmla="*/ 0 w 8962098"/>
              <a:gd name="connsiteY32" fmla="*/ 0 h 1368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68030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89349" y="143092"/>
                  <a:pt x="8930822" y="437333"/>
                  <a:pt x="8962098" y="670335"/>
                </a:cubicBezTo>
                <a:cubicBezTo>
                  <a:pt x="8993374" y="903337"/>
                  <a:pt x="8961049" y="1225743"/>
                  <a:pt x="8962098" y="1368030"/>
                </a:cubicBezTo>
                <a:cubicBezTo>
                  <a:pt x="8773150" y="1353697"/>
                  <a:pt x="8713881" y="1347716"/>
                  <a:pt x="8541569" y="1368030"/>
                </a:cubicBezTo>
                <a:cubicBezTo>
                  <a:pt x="8369257" y="1388344"/>
                  <a:pt x="7946817" y="1397438"/>
                  <a:pt x="7672935" y="1368030"/>
                </a:cubicBezTo>
                <a:cubicBezTo>
                  <a:pt x="7399053" y="1338622"/>
                  <a:pt x="7433511" y="1357558"/>
                  <a:pt x="7252405" y="1368030"/>
                </a:cubicBezTo>
                <a:cubicBezTo>
                  <a:pt x="7071299" y="1378503"/>
                  <a:pt x="6730593" y="1380244"/>
                  <a:pt x="6473392" y="1368030"/>
                </a:cubicBezTo>
                <a:cubicBezTo>
                  <a:pt x="6216191" y="1355816"/>
                  <a:pt x="5928123" y="1334346"/>
                  <a:pt x="5784000" y="1368030"/>
                </a:cubicBezTo>
                <a:cubicBezTo>
                  <a:pt x="5639877" y="1401714"/>
                  <a:pt x="5290102" y="1362996"/>
                  <a:pt x="5094608" y="1368030"/>
                </a:cubicBezTo>
                <a:cubicBezTo>
                  <a:pt x="4899114" y="1373064"/>
                  <a:pt x="4646058" y="1359412"/>
                  <a:pt x="4494837" y="1368030"/>
                </a:cubicBezTo>
                <a:cubicBezTo>
                  <a:pt x="4343616" y="1376648"/>
                  <a:pt x="4071982" y="1383697"/>
                  <a:pt x="3715824" y="1368030"/>
                </a:cubicBezTo>
                <a:cubicBezTo>
                  <a:pt x="3359666" y="1352363"/>
                  <a:pt x="3269812" y="1396895"/>
                  <a:pt x="3116053" y="1368030"/>
                </a:cubicBezTo>
                <a:cubicBezTo>
                  <a:pt x="2962294" y="1339165"/>
                  <a:pt x="2501003" y="1352409"/>
                  <a:pt x="2337039" y="1368030"/>
                </a:cubicBezTo>
                <a:cubicBezTo>
                  <a:pt x="2173075" y="1383651"/>
                  <a:pt x="2078012" y="1392035"/>
                  <a:pt x="1826889" y="1368030"/>
                </a:cubicBezTo>
                <a:cubicBezTo>
                  <a:pt x="1575766" y="1344026"/>
                  <a:pt x="1566259" y="1378543"/>
                  <a:pt x="1316739" y="1368030"/>
                </a:cubicBezTo>
                <a:cubicBezTo>
                  <a:pt x="1067219" y="1357518"/>
                  <a:pt x="586745" y="1396862"/>
                  <a:pt x="0" y="1368030"/>
                </a:cubicBezTo>
                <a:cubicBezTo>
                  <a:pt x="-15321" y="1128078"/>
                  <a:pt x="9977" y="901414"/>
                  <a:pt x="0" y="697695"/>
                </a:cubicBezTo>
                <a:cubicBezTo>
                  <a:pt x="-9977" y="493976"/>
                  <a:pt x="14119" y="329340"/>
                  <a:pt x="0" y="0"/>
                </a:cubicBezTo>
                <a:close/>
              </a:path>
              <a:path w="8962098" h="1368030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8138" y="255368"/>
                  <a:pt x="8965092" y="472909"/>
                  <a:pt x="8962098" y="711376"/>
                </a:cubicBezTo>
                <a:cubicBezTo>
                  <a:pt x="8959104" y="949843"/>
                  <a:pt x="8977169" y="1157937"/>
                  <a:pt x="8962098" y="1368030"/>
                </a:cubicBezTo>
                <a:cubicBezTo>
                  <a:pt x="8742154" y="1343376"/>
                  <a:pt x="8448095" y="1346434"/>
                  <a:pt x="8272706" y="1368030"/>
                </a:cubicBezTo>
                <a:cubicBezTo>
                  <a:pt x="8097317" y="1389626"/>
                  <a:pt x="7820885" y="1372491"/>
                  <a:pt x="7583314" y="1368030"/>
                </a:cubicBezTo>
                <a:cubicBezTo>
                  <a:pt x="7345743" y="1363569"/>
                  <a:pt x="7187503" y="1353133"/>
                  <a:pt x="6893922" y="1368030"/>
                </a:cubicBezTo>
                <a:cubicBezTo>
                  <a:pt x="6600341" y="1382927"/>
                  <a:pt x="6348884" y="1327875"/>
                  <a:pt x="6025287" y="1368030"/>
                </a:cubicBezTo>
                <a:cubicBezTo>
                  <a:pt x="5701690" y="1408185"/>
                  <a:pt x="5641903" y="1401859"/>
                  <a:pt x="5335895" y="1368030"/>
                </a:cubicBezTo>
                <a:cubicBezTo>
                  <a:pt x="5029887" y="1334201"/>
                  <a:pt x="4881389" y="1379495"/>
                  <a:pt x="4556882" y="1368030"/>
                </a:cubicBezTo>
                <a:cubicBezTo>
                  <a:pt x="4232375" y="1356565"/>
                  <a:pt x="4151239" y="1363689"/>
                  <a:pt x="3777869" y="1368030"/>
                </a:cubicBezTo>
                <a:cubicBezTo>
                  <a:pt x="3404499" y="1372371"/>
                  <a:pt x="3407727" y="1344964"/>
                  <a:pt x="3178098" y="1368030"/>
                </a:cubicBezTo>
                <a:cubicBezTo>
                  <a:pt x="2948469" y="1391096"/>
                  <a:pt x="2828812" y="1353101"/>
                  <a:pt x="2667948" y="1368030"/>
                </a:cubicBezTo>
                <a:cubicBezTo>
                  <a:pt x="2507084" y="1382960"/>
                  <a:pt x="2194447" y="1332556"/>
                  <a:pt x="1799314" y="1368030"/>
                </a:cubicBezTo>
                <a:cubicBezTo>
                  <a:pt x="1404181" y="1403504"/>
                  <a:pt x="1251049" y="1356011"/>
                  <a:pt x="1109921" y="1368030"/>
                </a:cubicBezTo>
                <a:cubicBezTo>
                  <a:pt x="968793" y="1380049"/>
                  <a:pt x="382880" y="1356634"/>
                  <a:pt x="0" y="1368030"/>
                </a:cubicBezTo>
                <a:cubicBezTo>
                  <a:pt x="-24301" y="1028563"/>
                  <a:pt x="19178" y="881208"/>
                  <a:pt x="0" y="670335"/>
                </a:cubicBezTo>
                <a:cubicBezTo>
                  <a:pt x="-19178" y="459463"/>
                  <a:pt x="2626" y="18393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1) socket_web </a:t>
            </a:r>
            <a:r>
              <a:rPr lang="ko-KR" altLang="en-US" sz="1000">
                <a:solidFill>
                  <a:srgbClr val="00B050"/>
                </a:solidFill>
              </a:rPr>
              <a:t>클래스를 정의한다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class</a:t>
            </a:r>
            <a:r>
              <a:rPr lang="en-US" altLang="ko-KR" sz="1000"/>
              <a:t> socket_web : </a:t>
            </a:r>
            <a:r>
              <a:rPr lang="en-US" altLang="ko-KR" sz="1000">
                <a:solidFill>
                  <a:srgbClr val="0000FF"/>
                </a:solidFill>
              </a:rPr>
              <a:t>public</a:t>
            </a:r>
            <a:r>
              <a:rPr lang="en-US" altLang="ko-KR" sz="1000"/>
              <a:t> net::socket::</a:t>
            </a:r>
            <a:r>
              <a:rPr lang="en-US" altLang="ko-KR" sz="1000" b="1"/>
              <a:t>http_server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(v) </a:t>
            </a:r>
            <a:r>
              <a:rPr lang="ko-KR" altLang="en-US" sz="1000">
                <a:solidFill>
                  <a:srgbClr val="00B050"/>
                </a:solidFill>
              </a:rPr>
              <a:t>메시지를 수신했을 때 호출 되는 함수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virtual int</a:t>
            </a:r>
            <a:r>
              <a:rPr lang="en-US" altLang="ko-KR" sz="1000"/>
              <a:t> on_message(</a:t>
            </a:r>
            <a:r>
              <a:rPr lang="en-US" altLang="ko-KR" sz="1000" b="1"/>
              <a:t>sMESSAGE_HTTP_REQUEST</a:t>
            </a:r>
            <a:r>
              <a:rPr lang="en-US" altLang="ko-KR" sz="1000"/>
              <a:t>&amp; _msg)</a:t>
            </a:r>
            <a:r>
              <a:rPr lang="en-US" altLang="ko-KR" sz="1000">
                <a:solidFill>
                  <a:srgbClr val="0000FF"/>
                </a:solidFill>
              </a:rPr>
              <a:t> override</a:t>
            </a:r>
            <a:r>
              <a:rPr lang="en-US" altLang="ko-KR" sz="1000"/>
              <a:t>;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virtual int</a:t>
            </a:r>
            <a:r>
              <a:rPr lang="en-US" altLang="ko-KR" sz="1000"/>
              <a:t> on_message(sMESSAGE_HTTP&amp; _msg)</a:t>
            </a:r>
            <a:r>
              <a:rPr lang="en-US" altLang="ko-KR" sz="1000">
                <a:solidFill>
                  <a:srgbClr val="0000FF"/>
                </a:solidFill>
              </a:rPr>
              <a:t> override</a:t>
            </a:r>
            <a:r>
              <a:rPr lang="en-US" altLang="ko-KR" sz="1000"/>
              <a:t>;</a:t>
            </a:r>
          </a:p>
          <a:p>
            <a:pPr defTabSz="360000"/>
            <a:r>
              <a:rPr lang="en-US" altLang="ko-KR" sz="1000"/>
              <a:t>};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B16811-87F6-4E2B-83D3-42D39C935501}"/>
              </a:ext>
            </a:extLst>
          </p:cNvPr>
          <p:cNvSpPr/>
          <p:nvPr/>
        </p:nvSpPr>
        <p:spPr>
          <a:xfrm>
            <a:off x="5660139" y="2279064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net::socket::</a:t>
            </a:r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http_server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상속받는다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55CE1F8-DCD1-4A8C-B43E-17562FEF341D}"/>
              </a:ext>
            </a:extLst>
          </p:cNvPr>
          <p:cNvSpPr/>
          <p:nvPr/>
        </p:nvSpPr>
        <p:spPr>
          <a:xfrm>
            <a:off x="5670649" y="2317896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921452A-6911-42BE-8363-21380DB930BE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924425" y="2407896"/>
            <a:ext cx="746224" cy="4002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5F7F2E-94AE-4BC1-BF50-C2DE13BB9DD5}"/>
              </a:ext>
            </a:extLst>
          </p:cNvPr>
          <p:cNvSpPr/>
          <p:nvPr/>
        </p:nvSpPr>
        <p:spPr>
          <a:xfrm>
            <a:off x="6743642" y="2624620"/>
            <a:ext cx="368708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 </a:t>
            </a:r>
            <a:r>
              <a:rPr lang="en-US" altLang="ko-KR" sz="1000">
                <a:solidFill>
                  <a:srgbClr val="0000FF"/>
                </a:solidFill>
              </a:rPr>
              <a:t>sMESSAGE_HTTP_REQUEST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받는 함수를 재정의 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일반적인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http request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 경우 이  함수가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0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9EEB856-EB25-44D1-9E90-EE9A5EA4E31C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438900" y="2754543"/>
            <a:ext cx="334604" cy="11513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7D6F106A-C4F2-47B4-BA65-D94E73A3F73E}"/>
              </a:ext>
            </a:extLst>
          </p:cNvPr>
          <p:cNvSpPr/>
          <p:nvPr/>
        </p:nvSpPr>
        <p:spPr>
          <a:xfrm>
            <a:off x="6773504" y="266454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D3EDED-4961-49C6-BBE5-5042E0724A55}"/>
              </a:ext>
            </a:extLst>
          </p:cNvPr>
          <p:cNvSpPr/>
          <p:nvPr/>
        </p:nvSpPr>
        <p:spPr>
          <a:xfrm>
            <a:off x="6743642" y="3028006"/>
            <a:ext cx="43434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server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sMESSAGE_HTTP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web socket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 때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F142171-6F42-4C78-AA15-502870245B2A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5800725" y="3076575"/>
            <a:ext cx="972779" cy="81354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AC04CFE1-A5B9-443E-901F-975060EFA0AA}"/>
              </a:ext>
            </a:extLst>
          </p:cNvPr>
          <p:cNvSpPr/>
          <p:nvPr/>
        </p:nvSpPr>
        <p:spPr>
          <a:xfrm>
            <a:off x="6773504" y="3067929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663749" y="4773217"/>
            <a:ext cx="92233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클라이언트에서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했을 경우 이 함수가 호출된다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클라이언트로 부터 전달받은 데이터를 읽어 반드시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respons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해주어야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접속을  끊어버리거나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내용은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sMESSAGE_HTTP_REQUEST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구조체를 통해 전달되며 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응답 전송은 반드시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sMESSAGE_HTTP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구조체에 값을 넣어 전송해야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물론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프로토콜에 맞춰 문자열로 직접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http_response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메시지를 작성해 전달해도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09F474-21BD-4F3B-90F7-462547050B4A}"/>
              </a:ext>
            </a:extLst>
          </p:cNvPr>
          <p:cNvSpPr/>
          <p:nvPr/>
        </p:nvSpPr>
        <p:spPr>
          <a:xfrm>
            <a:off x="1761270" y="678240"/>
            <a:ext cx="9097229" cy="3984131"/>
          </a:xfrm>
          <a:custGeom>
            <a:avLst/>
            <a:gdLst>
              <a:gd name="connsiteX0" fmla="*/ 0 w 9097229"/>
              <a:gd name="connsiteY0" fmla="*/ 0 h 3984131"/>
              <a:gd name="connsiteX1" fmla="*/ 699787 w 9097229"/>
              <a:gd name="connsiteY1" fmla="*/ 0 h 3984131"/>
              <a:gd name="connsiteX2" fmla="*/ 1126657 w 9097229"/>
              <a:gd name="connsiteY2" fmla="*/ 0 h 3984131"/>
              <a:gd name="connsiteX3" fmla="*/ 1826444 w 9097229"/>
              <a:gd name="connsiteY3" fmla="*/ 0 h 3984131"/>
              <a:gd name="connsiteX4" fmla="*/ 2344286 w 9097229"/>
              <a:gd name="connsiteY4" fmla="*/ 0 h 3984131"/>
              <a:gd name="connsiteX5" fmla="*/ 2771156 w 9097229"/>
              <a:gd name="connsiteY5" fmla="*/ 0 h 3984131"/>
              <a:gd name="connsiteX6" fmla="*/ 3652887 w 9097229"/>
              <a:gd name="connsiteY6" fmla="*/ 0 h 3984131"/>
              <a:gd name="connsiteX7" fmla="*/ 4261702 w 9097229"/>
              <a:gd name="connsiteY7" fmla="*/ 0 h 3984131"/>
              <a:gd name="connsiteX8" fmla="*/ 5052461 w 9097229"/>
              <a:gd name="connsiteY8" fmla="*/ 0 h 3984131"/>
              <a:gd name="connsiteX9" fmla="*/ 5752248 w 9097229"/>
              <a:gd name="connsiteY9" fmla="*/ 0 h 3984131"/>
              <a:gd name="connsiteX10" fmla="*/ 6270090 w 9097229"/>
              <a:gd name="connsiteY10" fmla="*/ 0 h 3984131"/>
              <a:gd name="connsiteX11" fmla="*/ 6696960 w 9097229"/>
              <a:gd name="connsiteY11" fmla="*/ 0 h 3984131"/>
              <a:gd name="connsiteX12" fmla="*/ 7578692 w 9097229"/>
              <a:gd name="connsiteY12" fmla="*/ 0 h 3984131"/>
              <a:gd name="connsiteX13" fmla="*/ 8278478 w 9097229"/>
              <a:gd name="connsiteY13" fmla="*/ 0 h 3984131"/>
              <a:gd name="connsiteX14" fmla="*/ 9097229 w 9097229"/>
              <a:gd name="connsiteY14" fmla="*/ 0 h 3984131"/>
              <a:gd name="connsiteX15" fmla="*/ 9097229 w 9097229"/>
              <a:gd name="connsiteY15" fmla="*/ 544498 h 3984131"/>
              <a:gd name="connsiteX16" fmla="*/ 9097229 w 9097229"/>
              <a:gd name="connsiteY16" fmla="*/ 1248361 h 3984131"/>
              <a:gd name="connsiteX17" fmla="*/ 9097229 w 9097229"/>
              <a:gd name="connsiteY17" fmla="*/ 1952224 h 3984131"/>
              <a:gd name="connsiteX18" fmla="*/ 9097229 w 9097229"/>
              <a:gd name="connsiteY18" fmla="*/ 2695929 h 3984131"/>
              <a:gd name="connsiteX19" fmla="*/ 9097229 w 9097229"/>
              <a:gd name="connsiteY19" fmla="*/ 3984131 h 3984131"/>
              <a:gd name="connsiteX20" fmla="*/ 8306470 w 9097229"/>
              <a:gd name="connsiteY20" fmla="*/ 3984131 h 3984131"/>
              <a:gd name="connsiteX21" fmla="*/ 7515711 w 9097229"/>
              <a:gd name="connsiteY21" fmla="*/ 3984131 h 3984131"/>
              <a:gd name="connsiteX22" fmla="*/ 6906896 w 9097229"/>
              <a:gd name="connsiteY22" fmla="*/ 3984131 h 3984131"/>
              <a:gd name="connsiteX23" fmla="*/ 6207109 w 9097229"/>
              <a:gd name="connsiteY23" fmla="*/ 3984131 h 3984131"/>
              <a:gd name="connsiteX24" fmla="*/ 5598295 w 9097229"/>
              <a:gd name="connsiteY24" fmla="*/ 3984131 h 3984131"/>
              <a:gd name="connsiteX25" fmla="*/ 5171425 w 9097229"/>
              <a:gd name="connsiteY25" fmla="*/ 3984131 h 3984131"/>
              <a:gd name="connsiteX26" fmla="*/ 4289693 w 9097229"/>
              <a:gd name="connsiteY26" fmla="*/ 3984131 h 3984131"/>
              <a:gd name="connsiteX27" fmla="*/ 3771851 w 9097229"/>
              <a:gd name="connsiteY27" fmla="*/ 3984131 h 3984131"/>
              <a:gd name="connsiteX28" fmla="*/ 2890120 w 9097229"/>
              <a:gd name="connsiteY28" fmla="*/ 3984131 h 3984131"/>
              <a:gd name="connsiteX29" fmla="*/ 2190333 w 9097229"/>
              <a:gd name="connsiteY29" fmla="*/ 3984131 h 3984131"/>
              <a:gd name="connsiteX30" fmla="*/ 1490546 w 9097229"/>
              <a:gd name="connsiteY30" fmla="*/ 3984131 h 3984131"/>
              <a:gd name="connsiteX31" fmla="*/ 881731 w 9097229"/>
              <a:gd name="connsiteY31" fmla="*/ 3984131 h 3984131"/>
              <a:gd name="connsiteX32" fmla="*/ 0 w 9097229"/>
              <a:gd name="connsiteY32" fmla="*/ 3984131 h 3984131"/>
              <a:gd name="connsiteX33" fmla="*/ 0 w 9097229"/>
              <a:gd name="connsiteY33" fmla="*/ 3359950 h 3984131"/>
              <a:gd name="connsiteX34" fmla="*/ 0 w 9097229"/>
              <a:gd name="connsiteY34" fmla="*/ 2656087 h 3984131"/>
              <a:gd name="connsiteX35" fmla="*/ 0 w 9097229"/>
              <a:gd name="connsiteY35" fmla="*/ 1992066 h 3984131"/>
              <a:gd name="connsiteX36" fmla="*/ 0 w 9097229"/>
              <a:gd name="connsiteY36" fmla="*/ 1248361 h 3984131"/>
              <a:gd name="connsiteX37" fmla="*/ 0 w 9097229"/>
              <a:gd name="connsiteY37" fmla="*/ 703863 h 3984131"/>
              <a:gd name="connsiteX38" fmla="*/ 0 w 9097229"/>
              <a:gd name="connsiteY38" fmla="*/ 0 h 3984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097229" h="3984131" fill="none" extrusionOk="0">
                <a:moveTo>
                  <a:pt x="0" y="0"/>
                </a:moveTo>
                <a:cubicBezTo>
                  <a:pt x="189896" y="-6332"/>
                  <a:pt x="462508" y="-25385"/>
                  <a:pt x="699787" y="0"/>
                </a:cubicBezTo>
                <a:cubicBezTo>
                  <a:pt x="937066" y="25385"/>
                  <a:pt x="949857" y="10196"/>
                  <a:pt x="1126657" y="0"/>
                </a:cubicBezTo>
                <a:cubicBezTo>
                  <a:pt x="1303457" y="-10196"/>
                  <a:pt x="1581960" y="15790"/>
                  <a:pt x="1826444" y="0"/>
                </a:cubicBezTo>
                <a:cubicBezTo>
                  <a:pt x="2070928" y="-15790"/>
                  <a:pt x="2096314" y="16417"/>
                  <a:pt x="2344286" y="0"/>
                </a:cubicBezTo>
                <a:cubicBezTo>
                  <a:pt x="2592258" y="-16417"/>
                  <a:pt x="2633304" y="-14680"/>
                  <a:pt x="2771156" y="0"/>
                </a:cubicBezTo>
                <a:cubicBezTo>
                  <a:pt x="2909008" y="14680"/>
                  <a:pt x="3276367" y="25620"/>
                  <a:pt x="3652887" y="0"/>
                </a:cubicBezTo>
                <a:cubicBezTo>
                  <a:pt x="4029407" y="-25620"/>
                  <a:pt x="4072820" y="21956"/>
                  <a:pt x="4261702" y="0"/>
                </a:cubicBezTo>
                <a:cubicBezTo>
                  <a:pt x="4450584" y="-21956"/>
                  <a:pt x="4816736" y="15303"/>
                  <a:pt x="5052461" y="0"/>
                </a:cubicBezTo>
                <a:cubicBezTo>
                  <a:pt x="5288186" y="-15303"/>
                  <a:pt x="5530432" y="-22850"/>
                  <a:pt x="5752248" y="0"/>
                </a:cubicBezTo>
                <a:cubicBezTo>
                  <a:pt x="5974064" y="22850"/>
                  <a:pt x="6112806" y="17945"/>
                  <a:pt x="6270090" y="0"/>
                </a:cubicBezTo>
                <a:cubicBezTo>
                  <a:pt x="6427374" y="-17945"/>
                  <a:pt x="6553058" y="9475"/>
                  <a:pt x="6696960" y="0"/>
                </a:cubicBezTo>
                <a:cubicBezTo>
                  <a:pt x="6840862" y="-9475"/>
                  <a:pt x="7312295" y="-853"/>
                  <a:pt x="7578692" y="0"/>
                </a:cubicBezTo>
                <a:cubicBezTo>
                  <a:pt x="7845089" y="853"/>
                  <a:pt x="8020593" y="-15926"/>
                  <a:pt x="8278478" y="0"/>
                </a:cubicBezTo>
                <a:cubicBezTo>
                  <a:pt x="8536363" y="15926"/>
                  <a:pt x="8914117" y="3901"/>
                  <a:pt x="9097229" y="0"/>
                </a:cubicBezTo>
                <a:cubicBezTo>
                  <a:pt x="9118188" y="154650"/>
                  <a:pt x="9100559" y="369393"/>
                  <a:pt x="9097229" y="544498"/>
                </a:cubicBezTo>
                <a:cubicBezTo>
                  <a:pt x="9093899" y="719603"/>
                  <a:pt x="9064209" y="1071340"/>
                  <a:pt x="9097229" y="1248361"/>
                </a:cubicBezTo>
                <a:cubicBezTo>
                  <a:pt x="9130249" y="1425382"/>
                  <a:pt x="9075869" y="1794679"/>
                  <a:pt x="9097229" y="1952224"/>
                </a:cubicBezTo>
                <a:cubicBezTo>
                  <a:pt x="9118589" y="2109769"/>
                  <a:pt x="9084110" y="2530713"/>
                  <a:pt x="9097229" y="2695929"/>
                </a:cubicBezTo>
                <a:cubicBezTo>
                  <a:pt x="9110348" y="2861145"/>
                  <a:pt x="9104199" y="3473641"/>
                  <a:pt x="9097229" y="3984131"/>
                </a:cubicBezTo>
                <a:cubicBezTo>
                  <a:pt x="8930486" y="4020543"/>
                  <a:pt x="8577657" y="4020209"/>
                  <a:pt x="8306470" y="3984131"/>
                </a:cubicBezTo>
                <a:cubicBezTo>
                  <a:pt x="8035283" y="3948053"/>
                  <a:pt x="7702768" y="3968681"/>
                  <a:pt x="7515711" y="3984131"/>
                </a:cubicBezTo>
                <a:cubicBezTo>
                  <a:pt x="7328654" y="3999581"/>
                  <a:pt x="7161571" y="3958444"/>
                  <a:pt x="6906896" y="3984131"/>
                </a:cubicBezTo>
                <a:cubicBezTo>
                  <a:pt x="6652221" y="4009818"/>
                  <a:pt x="6493708" y="3964147"/>
                  <a:pt x="6207109" y="3984131"/>
                </a:cubicBezTo>
                <a:cubicBezTo>
                  <a:pt x="5920510" y="4004115"/>
                  <a:pt x="5882194" y="4003353"/>
                  <a:pt x="5598295" y="3984131"/>
                </a:cubicBezTo>
                <a:cubicBezTo>
                  <a:pt x="5314396" y="3964909"/>
                  <a:pt x="5300850" y="3970805"/>
                  <a:pt x="5171425" y="3984131"/>
                </a:cubicBezTo>
                <a:cubicBezTo>
                  <a:pt x="5042000" y="3997458"/>
                  <a:pt x="4483190" y="3957740"/>
                  <a:pt x="4289693" y="3984131"/>
                </a:cubicBezTo>
                <a:cubicBezTo>
                  <a:pt x="4096196" y="4010522"/>
                  <a:pt x="3955229" y="3979245"/>
                  <a:pt x="3771851" y="3984131"/>
                </a:cubicBezTo>
                <a:cubicBezTo>
                  <a:pt x="3588473" y="3989017"/>
                  <a:pt x="3072327" y="3989958"/>
                  <a:pt x="2890120" y="3984131"/>
                </a:cubicBezTo>
                <a:cubicBezTo>
                  <a:pt x="2707913" y="3978304"/>
                  <a:pt x="2361706" y="4015710"/>
                  <a:pt x="2190333" y="3984131"/>
                </a:cubicBezTo>
                <a:cubicBezTo>
                  <a:pt x="2018960" y="3952552"/>
                  <a:pt x="1790074" y="3956977"/>
                  <a:pt x="1490546" y="3984131"/>
                </a:cubicBezTo>
                <a:cubicBezTo>
                  <a:pt x="1191018" y="4011285"/>
                  <a:pt x="1023375" y="4001718"/>
                  <a:pt x="881731" y="3984131"/>
                </a:cubicBezTo>
                <a:cubicBezTo>
                  <a:pt x="740088" y="3966544"/>
                  <a:pt x="266387" y="3985667"/>
                  <a:pt x="0" y="3984131"/>
                </a:cubicBezTo>
                <a:cubicBezTo>
                  <a:pt x="-28417" y="3857729"/>
                  <a:pt x="-23523" y="3637095"/>
                  <a:pt x="0" y="3359950"/>
                </a:cubicBezTo>
                <a:cubicBezTo>
                  <a:pt x="23523" y="3082805"/>
                  <a:pt x="-5402" y="2887895"/>
                  <a:pt x="0" y="2656087"/>
                </a:cubicBezTo>
                <a:cubicBezTo>
                  <a:pt x="5402" y="2424279"/>
                  <a:pt x="14432" y="2289244"/>
                  <a:pt x="0" y="1992066"/>
                </a:cubicBezTo>
                <a:cubicBezTo>
                  <a:pt x="-14432" y="1694888"/>
                  <a:pt x="-17316" y="1517416"/>
                  <a:pt x="0" y="1248361"/>
                </a:cubicBezTo>
                <a:cubicBezTo>
                  <a:pt x="17316" y="979307"/>
                  <a:pt x="5187" y="830405"/>
                  <a:pt x="0" y="703863"/>
                </a:cubicBezTo>
                <a:cubicBezTo>
                  <a:pt x="-5187" y="577321"/>
                  <a:pt x="-32929" y="146833"/>
                  <a:pt x="0" y="0"/>
                </a:cubicBezTo>
                <a:close/>
              </a:path>
              <a:path w="9097229" h="3984131" stroke="0" extrusionOk="0">
                <a:moveTo>
                  <a:pt x="0" y="0"/>
                </a:moveTo>
                <a:cubicBezTo>
                  <a:pt x="133781" y="23256"/>
                  <a:pt x="332755" y="28433"/>
                  <a:pt x="608815" y="0"/>
                </a:cubicBezTo>
                <a:cubicBezTo>
                  <a:pt x="884876" y="-28433"/>
                  <a:pt x="1090204" y="16881"/>
                  <a:pt x="1399574" y="0"/>
                </a:cubicBezTo>
                <a:cubicBezTo>
                  <a:pt x="1708944" y="-16881"/>
                  <a:pt x="2059614" y="12498"/>
                  <a:pt x="2281305" y="0"/>
                </a:cubicBezTo>
                <a:cubicBezTo>
                  <a:pt x="2502996" y="-12498"/>
                  <a:pt x="2503017" y="-20786"/>
                  <a:pt x="2708175" y="0"/>
                </a:cubicBezTo>
                <a:cubicBezTo>
                  <a:pt x="2913333" y="20786"/>
                  <a:pt x="3147217" y="14361"/>
                  <a:pt x="3407962" y="0"/>
                </a:cubicBezTo>
                <a:cubicBezTo>
                  <a:pt x="3668707" y="-14361"/>
                  <a:pt x="3693619" y="10828"/>
                  <a:pt x="3834832" y="0"/>
                </a:cubicBezTo>
                <a:cubicBezTo>
                  <a:pt x="3976045" y="-10828"/>
                  <a:pt x="4163800" y="-21090"/>
                  <a:pt x="4261702" y="0"/>
                </a:cubicBezTo>
                <a:cubicBezTo>
                  <a:pt x="4359604" y="21090"/>
                  <a:pt x="4756190" y="-31445"/>
                  <a:pt x="5052461" y="0"/>
                </a:cubicBezTo>
                <a:cubicBezTo>
                  <a:pt x="5348732" y="31445"/>
                  <a:pt x="5421042" y="22741"/>
                  <a:pt x="5661276" y="0"/>
                </a:cubicBezTo>
                <a:cubicBezTo>
                  <a:pt x="5901510" y="-22741"/>
                  <a:pt x="6261382" y="-25675"/>
                  <a:pt x="6543007" y="0"/>
                </a:cubicBezTo>
                <a:cubicBezTo>
                  <a:pt x="6824632" y="25675"/>
                  <a:pt x="7039363" y="-1077"/>
                  <a:pt x="7242794" y="0"/>
                </a:cubicBezTo>
                <a:cubicBezTo>
                  <a:pt x="7446225" y="1077"/>
                  <a:pt x="7613392" y="-8593"/>
                  <a:pt x="7760636" y="0"/>
                </a:cubicBezTo>
                <a:cubicBezTo>
                  <a:pt x="7907880" y="8593"/>
                  <a:pt x="8605372" y="14151"/>
                  <a:pt x="9097229" y="0"/>
                </a:cubicBezTo>
                <a:cubicBezTo>
                  <a:pt x="9090796" y="292707"/>
                  <a:pt x="9094483" y="558785"/>
                  <a:pt x="9097229" y="743704"/>
                </a:cubicBezTo>
                <a:cubicBezTo>
                  <a:pt x="9099975" y="928623"/>
                  <a:pt x="9107924" y="1280060"/>
                  <a:pt x="9097229" y="1447568"/>
                </a:cubicBezTo>
                <a:cubicBezTo>
                  <a:pt x="9086534" y="1615076"/>
                  <a:pt x="9129063" y="1803091"/>
                  <a:pt x="9097229" y="2111589"/>
                </a:cubicBezTo>
                <a:cubicBezTo>
                  <a:pt x="9065395" y="2420087"/>
                  <a:pt x="9074621" y="2501246"/>
                  <a:pt x="9097229" y="2656087"/>
                </a:cubicBezTo>
                <a:cubicBezTo>
                  <a:pt x="9119837" y="2810928"/>
                  <a:pt x="9077591" y="3029569"/>
                  <a:pt x="9097229" y="3240427"/>
                </a:cubicBezTo>
                <a:cubicBezTo>
                  <a:pt x="9116867" y="3451285"/>
                  <a:pt x="9079777" y="3822818"/>
                  <a:pt x="9097229" y="3984131"/>
                </a:cubicBezTo>
                <a:cubicBezTo>
                  <a:pt x="8869611" y="4005191"/>
                  <a:pt x="8598887" y="3967107"/>
                  <a:pt x="8397442" y="3984131"/>
                </a:cubicBezTo>
                <a:cubicBezTo>
                  <a:pt x="8195997" y="4001155"/>
                  <a:pt x="7785621" y="4008576"/>
                  <a:pt x="7606683" y="3984131"/>
                </a:cubicBezTo>
                <a:cubicBezTo>
                  <a:pt x="7427745" y="3959686"/>
                  <a:pt x="7134775" y="3949410"/>
                  <a:pt x="6815924" y="3984131"/>
                </a:cubicBezTo>
                <a:cubicBezTo>
                  <a:pt x="6497073" y="4018852"/>
                  <a:pt x="6369221" y="3962566"/>
                  <a:pt x="6207109" y="3984131"/>
                </a:cubicBezTo>
                <a:cubicBezTo>
                  <a:pt x="6044997" y="4005696"/>
                  <a:pt x="5802315" y="3966602"/>
                  <a:pt x="5689267" y="3984131"/>
                </a:cubicBezTo>
                <a:cubicBezTo>
                  <a:pt x="5576219" y="4001660"/>
                  <a:pt x="5064427" y="3991545"/>
                  <a:pt x="4807536" y="3984131"/>
                </a:cubicBezTo>
                <a:cubicBezTo>
                  <a:pt x="4550645" y="3976717"/>
                  <a:pt x="4280133" y="4002041"/>
                  <a:pt x="4107749" y="3984131"/>
                </a:cubicBezTo>
                <a:cubicBezTo>
                  <a:pt x="3935365" y="3966221"/>
                  <a:pt x="3465381" y="3959952"/>
                  <a:pt x="3226017" y="3984131"/>
                </a:cubicBezTo>
                <a:cubicBezTo>
                  <a:pt x="2986653" y="4008310"/>
                  <a:pt x="2808533" y="3948222"/>
                  <a:pt x="2435258" y="3984131"/>
                </a:cubicBezTo>
                <a:cubicBezTo>
                  <a:pt x="2061983" y="4020040"/>
                  <a:pt x="2120257" y="3966282"/>
                  <a:pt x="1917416" y="3984131"/>
                </a:cubicBezTo>
                <a:cubicBezTo>
                  <a:pt x="1714575" y="4001980"/>
                  <a:pt x="1482829" y="3979447"/>
                  <a:pt x="1217629" y="3984131"/>
                </a:cubicBezTo>
                <a:cubicBezTo>
                  <a:pt x="952429" y="3988815"/>
                  <a:pt x="740750" y="3991549"/>
                  <a:pt x="608815" y="3984131"/>
                </a:cubicBezTo>
                <a:cubicBezTo>
                  <a:pt x="476880" y="3976713"/>
                  <a:pt x="138947" y="3997080"/>
                  <a:pt x="0" y="3984131"/>
                </a:cubicBezTo>
                <a:cubicBezTo>
                  <a:pt x="7233" y="3695480"/>
                  <a:pt x="-23758" y="3510311"/>
                  <a:pt x="0" y="3359950"/>
                </a:cubicBezTo>
                <a:cubicBezTo>
                  <a:pt x="23758" y="3209589"/>
                  <a:pt x="-31249" y="2812538"/>
                  <a:pt x="0" y="2616246"/>
                </a:cubicBezTo>
                <a:cubicBezTo>
                  <a:pt x="31249" y="2419954"/>
                  <a:pt x="757" y="2207884"/>
                  <a:pt x="0" y="2071748"/>
                </a:cubicBezTo>
                <a:cubicBezTo>
                  <a:pt x="-757" y="1935612"/>
                  <a:pt x="1464" y="1785265"/>
                  <a:pt x="0" y="1527250"/>
                </a:cubicBezTo>
                <a:cubicBezTo>
                  <a:pt x="-1464" y="1269235"/>
                  <a:pt x="22677" y="1144656"/>
                  <a:pt x="0" y="942911"/>
                </a:cubicBezTo>
                <a:cubicBezTo>
                  <a:pt x="-22677" y="741166"/>
                  <a:pt x="30889" y="21527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72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int </a:t>
            </a:r>
            <a:r>
              <a:rPr lang="en-US" altLang="ko-KR" sz="1000"/>
              <a:t>socket_web::on_message(</a:t>
            </a:r>
            <a:r>
              <a:rPr lang="en-US" altLang="ko-KR" sz="1000" b="1"/>
              <a:t>sMESSAGE_HTTP_REQUEST</a:t>
            </a:r>
            <a:r>
              <a:rPr lang="en-US" altLang="ko-KR" sz="1000"/>
              <a:t>&amp; _msg)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B050"/>
                </a:solidFill>
              </a:rPr>
              <a:t>// 1) </a:t>
            </a:r>
            <a:r>
              <a:rPr lang="ko-KR" altLang="en-US" sz="1000">
                <a:solidFill>
                  <a:srgbClr val="00B050"/>
                </a:solidFill>
              </a:rPr>
              <a:t>전송받은 요청 메시지의 헤더 정보를 출력한다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std::cout &lt;&lt; " - protocol: " &lt;&lt; to_string&lt;char&gt;(_msg.protocol) &lt;&lt; " version: " &lt;&lt; _msg.version_major() &lt;&lt; "." &lt;&lt; _msg.version_minor() &lt;&lt; '\n’;</a:t>
            </a:r>
          </a:p>
          <a:p>
            <a:pPr defTabSz="360000"/>
            <a:r>
              <a:rPr lang="en-US" altLang="ko-KR" sz="1000"/>
              <a:t>	std::cout &lt;&lt; " - method: " &lt;&lt; to_string&lt;char&gt;(_msg.method) &lt;&lt; '\n’;</a:t>
            </a:r>
          </a:p>
          <a:p>
            <a:pPr defTabSz="360000"/>
            <a:r>
              <a:rPr lang="en-US" altLang="ko-KR" sz="1000"/>
              <a:t>	std::cout &lt;&lt; " - path: " &lt;&lt; _msg.path &lt;&lt; '\n</a:t>
            </a:r>
            <a:r>
              <a:rPr lang="en-US" altLang="ko-KR" sz="1000" i="1"/>
              <a:t>’;</a:t>
            </a:r>
          </a:p>
          <a:p>
            <a:pPr defTabSz="360000"/>
            <a:r>
              <a:rPr lang="da-DK" altLang="ko-KR" sz="1000"/>
              <a:t>	</a:t>
            </a:r>
            <a:r>
              <a:rPr lang="da-DK" altLang="ko-KR" sz="1000">
                <a:solidFill>
                  <a:srgbClr val="0000FF"/>
                </a:solidFill>
              </a:rPr>
              <a:t>for</a:t>
            </a:r>
            <a:r>
              <a:rPr lang="da-DK" altLang="ko-KR" sz="1000"/>
              <a:t> (</a:t>
            </a:r>
            <a:r>
              <a:rPr lang="da-DK" altLang="ko-KR" sz="1000">
                <a:solidFill>
                  <a:srgbClr val="0000FF"/>
                </a:solidFill>
              </a:rPr>
              <a:t>auto</a:t>
            </a:r>
            <a:r>
              <a:rPr lang="da-DK" altLang="ko-KR" sz="1000"/>
              <a:t>&amp; iter : _msg.list_parameter)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/>
              <a:t>		std::cout &lt;&lt; ' ' &lt;&lt; iter.key &lt;&lt; ": " &lt;&lt; iter.value &lt;&lt; '\n’;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B050"/>
                </a:solidFill>
              </a:rPr>
              <a:t>// 2) </a:t>
            </a:r>
            <a:r>
              <a:rPr lang="ko-KR" altLang="en-US" sz="1000">
                <a:solidFill>
                  <a:srgbClr val="00B050"/>
                </a:solidFill>
              </a:rPr>
              <a:t>응답 메시지를 작성해 전송한다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da-DK" altLang="ko-KR" sz="1000"/>
              <a:t>	</a:t>
            </a:r>
            <a:r>
              <a:rPr lang="da-DK" altLang="ko-KR" sz="1000" b="1"/>
              <a:t>sMESSAGE_HTTP</a:t>
            </a:r>
            <a:r>
              <a:rPr lang="da-DK" altLang="ko-KR" sz="1000"/>
              <a:t> msg_http_response;</a:t>
            </a:r>
          </a:p>
          <a:p>
            <a:pPr defTabSz="360000"/>
            <a:r>
              <a:rPr lang="en-US" altLang="ko-KR" sz="1000"/>
              <a:t>	msg_http_response.</a:t>
            </a:r>
            <a:r>
              <a:rPr lang="en-US" altLang="ko-KR" sz="1000" b="1"/>
              <a:t>version</a:t>
            </a:r>
            <a:r>
              <a:rPr lang="en-US" altLang="ko-KR" sz="1000"/>
              <a:t> = _msg.version;</a:t>
            </a:r>
          </a:p>
          <a:p>
            <a:pPr defTabSz="360000"/>
            <a:r>
              <a:rPr lang="en-US" altLang="ko-KR" sz="1000"/>
              <a:t>	</a:t>
            </a:r>
            <a:r>
              <a:rPr lang="pl-PL" altLang="ko-KR" sz="1000"/>
              <a:t>msg_http_response.</a:t>
            </a:r>
            <a:r>
              <a:rPr lang="pl-PL" altLang="ko-KR" sz="1000" b="1"/>
              <a:t>status_code</a:t>
            </a:r>
            <a:r>
              <a:rPr lang="pl-PL" altLang="ko-KR" sz="1000"/>
              <a:t> = eHTTP_STATUS_CODE::OK_;</a:t>
            </a:r>
          </a:p>
          <a:p>
            <a:pPr defTabSz="360000"/>
            <a:r>
              <a:rPr lang="en-US" altLang="ko-KR" sz="1000"/>
              <a:t>	msg_http_response.</a:t>
            </a:r>
            <a:r>
              <a:rPr lang="en-US" altLang="ko-KR" sz="1000" b="1"/>
              <a:t>status_message</a:t>
            </a:r>
            <a:r>
              <a:rPr lang="en-US" altLang="ko-KR" sz="1000"/>
              <a:t> = to_string&lt;char&gt;(msg_http_response.status_code);</a:t>
            </a:r>
          </a:p>
          <a:p>
            <a:pPr defTabSz="360000"/>
            <a:r>
              <a:rPr lang="en-US" altLang="ko-KR" sz="1000"/>
              <a:t>	msg_http_response.</a:t>
            </a:r>
            <a:r>
              <a:rPr lang="en-US" altLang="ko-KR" sz="1000" b="1"/>
              <a:t>list_headers</a:t>
            </a:r>
            <a:r>
              <a:rPr lang="en-US" altLang="ko-KR" sz="1000"/>
              <a:t>.push_back({ "Access-Control-Allow_Origin", "www.cgcii.co.kr" });</a:t>
            </a:r>
          </a:p>
          <a:p>
            <a:pPr defTabSz="360000"/>
            <a:r>
              <a:rPr lang="en-US" altLang="ko-KR" sz="1000"/>
              <a:t>	msg_http_response.</a:t>
            </a:r>
            <a:r>
              <a:rPr lang="en-US" altLang="ko-KR" sz="1000" b="1"/>
              <a:t>buf_content</a:t>
            </a:r>
            <a:r>
              <a:rPr lang="en-US" altLang="ko-KR" sz="1000"/>
              <a:t> = make_shared_buffer(text("&lt;html&gt;&lt;body&gt;&lt;h1&gt;hellow CGCII webserver!&lt;/h1&gt;&lt;/body&gt;&lt;/html&gt;\r\n"));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	</a:t>
            </a:r>
            <a:r>
              <a:rPr lang="en-US" altLang="ko-KR" sz="1000" b="1"/>
              <a:t>send</a:t>
            </a:r>
            <a:r>
              <a:rPr lang="en-US" altLang="ko-KR" sz="1000"/>
              <a:t>(make_shared_buffer(msg_http_response));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B050"/>
                </a:solidFill>
              </a:rPr>
              <a:t>// return) 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return</a:t>
            </a:r>
            <a:r>
              <a:rPr lang="en-US" altLang="ko-KR" sz="1000"/>
              <a:t> 1;</a:t>
            </a:r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76BA6F-61CC-48CD-B0A8-20F737D73594}"/>
              </a:ext>
            </a:extLst>
          </p:cNvPr>
          <p:cNvSpPr/>
          <p:nvPr/>
        </p:nvSpPr>
        <p:spPr>
          <a:xfrm>
            <a:off x="5860164" y="980739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전송 받은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http_request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정보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A79BAB0-1EB4-4957-9D54-DB0503875A57}"/>
              </a:ext>
            </a:extLst>
          </p:cNvPr>
          <p:cNvCxnSpPr>
            <a:cxnSpLocks/>
          </p:cNvCxnSpPr>
          <p:nvPr/>
        </p:nvCxnSpPr>
        <p:spPr>
          <a:xfrm flipH="1" flipV="1">
            <a:off x="5381625" y="1000125"/>
            <a:ext cx="489049" cy="109446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B8B820-677D-4D9E-BFA1-5190F53DF7F5}"/>
              </a:ext>
            </a:extLst>
          </p:cNvPr>
          <p:cNvSpPr/>
          <p:nvPr/>
        </p:nvSpPr>
        <p:spPr>
          <a:xfrm>
            <a:off x="935739" y="3124200"/>
            <a:ext cx="133121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http_response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515FED5-F97B-49BB-8F53-FE300361C84C}"/>
              </a:ext>
            </a:extLst>
          </p:cNvPr>
          <p:cNvSpPr/>
          <p:nvPr/>
        </p:nvSpPr>
        <p:spPr>
          <a:xfrm>
            <a:off x="946249" y="317255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5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46CC8AF7-B3D4-4D4C-A83D-4AA71F375CFA}"/>
              </a:ext>
            </a:extLst>
          </p:cNvPr>
          <p:cNvSpPr/>
          <p:nvPr/>
        </p:nvSpPr>
        <p:spPr>
          <a:xfrm>
            <a:off x="2209800" y="2733675"/>
            <a:ext cx="114300" cy="1066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F658D19-8801-4EA7-BC24-5E2A95E12A02}"/>
              </a:ext>
            </a:extLst>
          </p:cNvPr>
          <p:cNvSpPr/>
          <p:nvPr/>
        </p:nvSpPr>
        <p:spPr>
          <a:xfrm>
            <a:off x="916689" y="1628775"/>
            <a:ext cx="133121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http_response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23C9726-15AB-4BE5-87C7-227B1316E263}"/>
              </a:ext>
            </a:extLst>
          </p:cNvPr>
          <p:cNvSpPr/>
          <p:nvPr/>
        </p:nvSpPr>
        <p:spPr>
          <a:xfrm>
            <a:off x="927199" y="168665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94CFD45A-C73C-4CFE-BEDD-37BE395DAA10}"/>
              </a:ext>
            </a:extLst>
          </p:cNvPr>
          <p:cNvSpPr/>
          <p:nvPr/>
        </p:nvSpPr>
        <p:spPr>
          <a:xfrm>
            <a:off x="2190750" y="1238250"/>
            <a:ext cx="114300" cy="1066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0F86AB9A-5438-4405-A987-940A81B1FB81}"/>
              </a:ext>
            </a:extLst>
          </p:cNvPr>
          <p:cNvSpPr/>
          <p:nvPr/>
        </p:nvSpPr>
        <p:spPr>
          <a:xfrm>
            <a:off x="6896099" y="1906943"/>
            <a:ext cx="4835599" cy="2064769"/>
          </a:xfrm>
          <a:custGeom>
            <a:avLst/>
            <a:gdLst>
              <a:gd name="connsiteX0" fmla="*/ 0 w 4835599"/>
              <a:gd name="connsiteY0" fmla="*/ 0 h 2064769"/>
              <a:gd name="connsiteX1" fmla="*/ 594088 w 4835599"/>
              <a:gd name="connsiteY1" fmla="*/ 0 h 2064769"/>
              <a:gd name="connsiteX2" fmla="*/ 1236532 w 4835599"/>
              <a:gd name="connsiteY2" fmla="*/ 0 h 2064769"/>
              <a:gd name="connsiteX3" fmla="*/ 1927332 w 4835599"/>
              <a:gd name="connsiteY3" fmla="*/ 0 h 2064769"/>
              <a:gd name="connsiteX4" fmla="*/ 2473063 w 4835599"/>
              <a:gd name="connsiteY4" fmla="*/ 0 h 2064769"/>
              <a:gd name="connsiteX5" fmla="*/ 3212219 w 4835599"/>
              <a:gd name="connsiteY5" fmla="*/ 0 h 2064769"/>
              <a:gd name="connsiteX6" fmla="*/ 3951375 w 4835599"/>
              <a:gd name="connsiteY6" fmla="*/ 0 h 2064769"/>
              <a:gd name="connsiteX7" fmla="*/ 4835599 w 4835599"/>
              <a:gd name="connsiteY7" fmla="*/ 0 h 2064769"/>
              <a:gd name="connsiteX8" fmla="*/ 4835599 w 4835599"/>
              <a:gd name="connsiteY8" fmla="*/ 646961 h 2064769"/>
              <a:gd name="connsiteX9" fmla="*/ 4835599 w 4835599"/>
              <a:gd name="connsiteY9" fmla="*/ 1314570 h 2064769"/>
              <a:gd name="connsiteX10" fmla="*/ 4835599 w 4835599"/>
              <a:gd name="connsiteY10" fmla="*/ 2064769 h 2064769"/>
              <a:gd name="connsiteX11" fmla="*/ 4193155 w 4835599"/>
              <a:gd name="connsiteY11" fmla="*/ 2064769 h 2064769"/>
              <a:gd name="connsiteX12" fmla="*/ 3405643 w 4835599"/>
              <a:gd name="connsiteY12" fmla="*/ 2064769 h 2064769"/>
              <a:gd name="connsiteX13" fmla="*/ 2859911 w 4835599"/>
              <a:gd name="connsiteY13" fmla="*/ 2064769 h 2064769"/>
              <a:gd name="connsiteX14" fmla="*/ 2314180 w 4835599"/>
              <a:gd name="connsiteY14" fmla="*/ 2064769 h 2064769"/>
              <a:gd name="connsiteX15" fmla="*/ 1720092 w 4835599"/>
              <a:gd name="connsiteY15" fmla="*/ 2064769 h 2064769"/>
              <a:gd name="connsiteX16" fmla="*/ 1077648 w 4835599"/>
              <a:gd name="connsiteY16" fmla="*/ 2064769 h 2064769"/>
              <a:gd name="connsiteX17" fmla="*/ 0 w 4835599"/>
              <a:gd name="connsiteY17" fmla="*/ 2064769 h 2064769"/>
              <a:gd name="connsiteX18" fmla="*/ 0 w 4835599"/>
              <a:gd name="connsiteY18" fmla="*/ 1397160 h 2064769"/>
              <a:gd name="connsiteX19" fmla="*/ 0 w 4835599"/>
              <a:gd name="connsiteY19" fmla="*/ 708904 h 2064769"/>
              <a:gd name="connsiteX20" fmla="*/ 0 w 4835599"/>
              <a:gd name="connsiteY20" fmla="*/ 0 h 206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35599" h="2064769" fill="none" extrusionOk="0">
                <a:moveTo>
                  <a:pt x="0" y="0"/>
                </a:moveTo>
                <a:cubicBezTo>
                  <a:pt x="128004" y="23141"/>
                  <a:pt x="421517" y="22871"/>
                  <a:pt x="594088" y="0"/>
                </a:cubicBezTo>
                <a:cubicBezTo>
                  <a:pt x="766659" y="-22871"/>
                  <a:pt x="1051205" y="-22545"/>
                  <a:pt x="1236532" y="0"/>
                </a:cubicBezTo>
                <a:cubicBezTo>
                  <a:pt x="1421859" y="22545"/>
                  <a:pt x="1711716" y="24697"/>
                  <a:pt x="1927332" y="0"/>
                </a:cubicBezTo>
                <a:cubicBezTo>
                  <a:pt x="2142948" y="-24697"/>
                  <a:pt x="2295535" y="20642"/>
                  <a:pt x="2473063" y="0"/>
                </a:cubicBezTo>
                <a:cubicBezTo>
                  <a:pt x="2650591" y="-20642"/>
                  <a:pt x="2867010" y="23360"/>
                  <a:pt x="3212219" y="0"/>
                </a:cubicBezTo>
                <a:cubicBezTo>
                  <a:pt x="3557428" y="-23360"/>
                  <a:pt x="3628290" y="-21235"/>
                  <a:pt x="3951375" y="0"/>
                </a:cubicBezTo>
                <a:cubicBezTo>
                  <a:pt x="4274460" y="21235"/>
                  <a:pt x="4582062" y="-8893"/>
                  <a:pt x="4835599" y="0"/>
                </a:cubicBezTo>
                <a:cubicBezTo>
                  <a:pt x="4842702" y="242739"/>
                  <a:pt x="4838469" y="351968"/>
                  <a:pt x="4835599" y="646961"/>
                </a:cubicBezTo>
                <a:cubicBezTo>
                  <a:pt x="4832729" y="941954"/>
                  <a:pt x="4830308" y="1115089"/>
                  <a:pt x="4835599" y="1314570"/>
                </a:cubicBezTo>
                <a:cubicBezTo>
                  <a:pt x="4840890" y="1514051"/>
                  <a:pt x="4819919" y="1855519"/>
                  <a:pt x="4835599" y="2064769"/>
                </a:cubicBezTo>
                <a:cubicBezTo>
                  <a:pt x="4609501" y="2091061"/>
                  <a:pt x="4321959" y="2033765"/>
                  <a:pt x="4193155" y="2064769"/>
                </a:cubicBezTo>
                <a:cubicBezTo>
                  <a:pt x="4064351" y="2095773"/>
                  <a:pt x="3615076" y="2097156"/>
                  <a:pt x="3405643" y="2064769"/>
                </a:cubicBezTo>
                <a:cubicBezTo>
                  <a:pt x="3196210" y="2032382"/>
                  <a:pt x="3093011" y="2047480"/>
                  <a:pt x="2859911" y="2064769"/>
                </a:cubicBezTo>
                <a:cubicBezTo>
                  <a:pt x="2626811" y="2082058"/>
                  <a:pt x="2581323" y="2066459"/>
                  <a:pt x="2314180" y="2064769"/>
                </a:cubicBezTo>
                <a:cubicBezTo>
                  <a:pt x="2047037" y="2063079"/>
                  <a:pt x="1942243" y="2051457"/>
                  <a:pt x="1720092" y="2064769"/>
                </a:cubicBezTo>
                <a:cubicBezTo>
                  <a:pt x="1497941" y="2078081"/>
                  <a:pt x="1235828" y="2082762"/>
                  <a:pt x="1077648" y="2064769"/>
                </a:cubicBezTo>
                <a:cubicBezTo>
                  <a:pt x="919468" y="2046776"/>
                  <a:pt x="374981" y="2026586"/>
                  <a:pt x="0" y="2064769"/>
                </a:cubicBezTo>
                <a:cubicBezTo>
                  <a:pt x="-10421" y="1782586"/>
                  <a:pt x="23011" y="1566513"/>
                  <a:pt x="0" y="1397160"/>
                </a:cubicBezTo>
                <a:cubicBezTo>
                  <a:pt x="-23011" y="1227807"/>
                  <a:pt x="-21463" y="979817"/>
                  <a:pt x="0" y="708904"/>
                </a:cubicBezTo>
                <a:cubicBezTo>
                  <a:pt x="21463" y="437991"/>
                  <a:pt x="11773" y="215766"/>
                  <a:pt x="0" y="0"/>
                </a:cubicBezTo>
                <a:close/>
              </a:path>
              <a:path w="4835599" h="2064769" stroke="0" extrusionOk="0">
                <a:moveTo>
                  <a:pt x="0" y="0"/>
                </a:moveTo>
                <a:cubicBezTo>
                  <a:pt x="171400" y="-693"/>
                  <a:pt x="441902" y="23535"/>
                  <a:pt x="642444" y="0"/>
                </a:cubicBezTo>
                <a:cubicBezTo>
                  <a:pt x="842986" y="-23535"/>
                  <a:pt x="1097786" y="19922"/>
                  <a:pt x="1381600" y="0"/>
                </a:cubicBezTo>
                <a:cubicBezTo>
                  <a:pt x="1665414" y="-19922"/>
                  <a:pt x="1939508" y="-12019"/>
                  <a:pt x="2169112" y="0"/>
                </a:cubicBezTo>
                <a:cubicBezTo>
                  <a:pt x="2398716" y="12019"/>
                  <a:pt x="2450598" y="3740"/>
                  <a:pt x="2714843" y="0"/>
                </a:cubicBezTo>
                <a:cubicBezTo>
                  <a:pt x="2979088" y="-3740"/>
                  <a:pt x="3129349" y="31084"/>
                  <a:pt x="3405643" y="0"/>
                </a:cubicBezTo>
                <a:cubicBezTo>
                  <a:pt x="3681937" y="-31084"/>
                  <a:pt x="3732393" y="-4413"/>
                  <a:pt x="3951375" y="0"/>
                </a:cubicBezTo>
                <a:cubicBezTo>
                  <a:pt x="4170357" y="4413"/>
                  <a:pt x="4413099" y="-29954"/>
                  <a:pt x="4835599" y="0"/>
                </a:cubicBezTo>
                <a:cubicBezTo>
                  <a:pt x="4804449" y="248922"/>
                  <a:pt x="4808209" y="507438"/>
                  <a:pt x="4835599" y="708904"/>
                </a:cubicBezTo>
                <a:cubicBezTo>
                  <a:pt x="4862989" y="910370"/>
                  <a:pt x="4845357" y="1144535"/>
                  <a:pt x="4835599" y="1417808"/>
                </a:cubicBezTo>
                <a:cubicBezTo>
                  <a:pt x="4825841" y="1691081"/>
                  <a:pt x="4837543" y="1933346"/>
                  <a:pt x="4835599" y="2064769"/>
                </a:cubicBezTo>
                <a:cubicBezTo>
                  <a:pt x="4614118" y="2073262"/>
                  <a:pt x="4419859" y="2063238"/>
                  <a:pt x="4096443" y="2064769"/>
                </a:cubicBezTo>
                <a:cubicBezTo>
                  <a:pt x="3773027" y="2066300"/>
                  <a:pt x="3651198" y="2069596"/>
                  <a:pt x="3502355" y="2064769"/>
                </a:cubicBezTo>
                <a:cubicBezTo>
                  <a:pt x="3353512" y="2059942"/>
                  <a:pt x="3096501" y="2091952"/>
                  <a:pt x="2956623" y="2064769"/>
                </a:cubicBezTo>
                <a:cubicBezTo>
                  <a:pt x="2816745" y="2037586"/>
                  <a:pt x="2595855" y="2086944"/>
                  <a:pt x="2265824" y="2064769"/>
                </a:cubicBezTo>
                <a:cubicBezTo>
                  <a:pt x="1935793" y="2042594"/>
                  <a:pt x="1936867" y="2081610"/>
                  <a:pt x="1623380" y="2064769"/>
                </a:cubicBezTo>
                <a:cubicBezTo>
                  <a:pt x="1309893" y="2047928"/>
                  <a:pt x="1186578" y="2099286"/>
                  <a:pt x="835868" y="2064769"/>
                </a:cubicBezTo>
                <a:cubicBezTo>
                  <a:pt x="485158" y="2030252"/>
                  <a:pt x="173290" y="2073478"/>
                  <a:pt x="0" y="2064769"/>
                </a:cubicBezTo>
                <a:cubicBezTo>
                  <a:pt x="-28948" y="1789499"/>
                  <a:pt x="9315" y="1700331"/>
                  <a:pt x="0" y="1376513"/>
                </a:cubicBezTo>
                <a:cubicBezTo>
                  <a:pt x="-9315" y="1052695"/>
                  <a:pt x="-17035" y="985349"/>
                  <a:pt x="0" y="646961"/>
                </a:cubicBezTo>
                <a:cubicBezTo>
                  <a:pt x="17035" y="308573"/>
                  <a:pt x="-21020" y="32085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GET /default.html HTTP/1.1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Host: </a:t>
            </a:r>
            <a:r>
              <a:rPr lang="en-US" altLang="ko-KR" sz="1200">
                <a:ea typeface="HY신명조" panose="02030600000101010101" pitchFamily="18" charset="-127"/>
                <a:hlinkClick r:id="rId2"/>
              </a:rPr>
              <a:t>www.cgcii.co.kr</a:t>
            </a:r>
            <a:endParaRPr lang="en-US" altLang="ko-KR" sz="1200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User_Agent: Mozilla/5.0</a:t>
            </a:r>
            <a:br>
              <a:rPr lang="en-US" altLang="ko-KR" sz="1200">
                <a:ea typeface="HY신명조" panose="02030600000101010101" pitchFamily="18" charset="-127"/>
              </a:rPr>
            </a:br>
            <a:r>
              <a:rPr lang="en-US" altLang="ko-KR" sz="1200">
                <a:ea typeface="HY신명조" panose="02030600000101010101" pitchFamily="18" charset="-127"/>
              </a:rPr>
              <a:t>Accept: text/html,application/xhtml+xml,application/xmllq=0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Accept-Language: en-US,en;q=0.5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Accept-Encoding:gzip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Connection: keep-alive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Content-Length: 14</a:t>
            </a:r>
          </a:p>
          <a:p>
            <a:pPr defTabSz="360000"/>
            <a:endParaRPr lang="en-US" altLang="ko-KR" sz="1200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{hellow world}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46030-149B-4AEA-8AA8-45C1EE5F4DA2}"/>
              </a:ext>
            </a:extLst>
          </p:cNvPr>
          <p:cNvSpPr txBox="1"/>
          <p:nvPr/>
        </p:nvSpPr>
        <p:spPr>
          <a:xfrm>
            <a:off x="1416049" y="578901"/>
            <a:ext cx="10315649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 http_request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내부적으로 클라이언트로부터 받은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sMESSAGE_HTTP_REQUEST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구조체에 넣어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on_message()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함수의 인자로 전달한다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그 내용은 아래와 같다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FCAAD8-54E7-47FC-B760-CDB6650A4324}"/>
              </a:ext>
            </a:extLst>
          </p:cNvPr>
          <p:cNvSpPr txBox="1"/>
          <p:nvPr/>
        </p:nvSpPr>
        <p:spPr>
          <a:xfrm>
            <a:off x="1425575" y="1588551"/>
            <a:ext cx="3551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sMESSAGE_HTTP_REQUEST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구조체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0C6601-6900-4BF2-AF3B-A42C65A2A8F5}"/>
              </a:ext>
            </a:extLst>
          </p:cNvPr>
          <p:cNvSpPr/>
          <p:nvPr/>
        </p:nvSpPr>
        <p:spPr>
          <a:xfrm>
            <a:off x="1505752" y="1898756"/>
            <a:ext cx="53577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eHTTP_PROTOCOL		</a:t>
            </a:r>
            <a:r>
              <a:rPr lang="en-US" altLang="ko-KR" sz="1000" b="1">
                <a:ea typeface="HY신명조" panose="02030600000101010101" pitchFamily="18" charset="-127"/>
              </a:rPr>
              <a:t>protocol</a:t>
            </a:r>
            <a:r>
              <a:rPr lang="en-US" altLang="ko-KR" sz="1000">
                <a:ea typeface="HY신명조" panose="02030600000101010101" pitchFamily="18" charset="-127"/>
              </a:rPr>
              <a:t>;</a:t>
            </a:r>
            <a:r>
              <a:rPr lang="en-US" altLang="ko-KR" sz="1000">
                <a:solidFill>
                  <a:srgbClr val="00B050"/>
                </a:solidFill>
                <a:ea typeface="HY신명조" panose="02030600000101010101" pitchFamily="18" charset="-127"/>
              </a:rPr>
              <a:t> // http or websocket</a:t>
            </a:r>
          </a:p>
          <a:p>
            <a:pPr defTabSz="360000"/>
            <a:r>
              <a:rPr lang="sv-SE" altLang="ko-KR" sz="1000">
                <a:ea typeface="HY신명조" panose="02030600000101010101" pitchFamily="18" charset="-127"/>
              </a:rPr>
              <a:t>int32_t			</a:t>
            </a:r>
            <a:r>
              <a:rPr lang="sv-SE" altLang="ko-KR" sz="1000" b="1">
                <a:ea typeface="HY신명조" panose="02030600000101010101" pitchFamily="18" charset="-127"/>
              </a:rPr>
              <a:t>version</a:t>
            </a:r>
            <a:r>
              <a:rPr lang="sv-SE" altLang="ko-KR" sz="1000">
                <a:ea typeface="HY신명조" panose="02030600000101010101" pitchFamily="18" charset="-127"/>
              </a:rPr>
              <a:t>;</a:t>
            </a:r>
          </a:p>
          <a:p>
            <a:pPr defTabSz="360000"/>
            <a:r>
              <a:rPr lang="en-US" altLang="ko-KR" sz="1000"/>
              <a:t>std::string_view		</a:t>
            </a:r>
            <a:r>
              <a:rPr lang="en-US" altLang="ko-KR" sz="1000" b="1"/>
              <a:t>path;</a:t>
            </a:r>
            <a:endParaRPr lang="sv-SE" altLang="ko-KR" sz="1000" b="1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eHTTP_METHOD		</a:t>
            </a:r>
            <a:r>
              <a:rPr lang="en-US" altLang="ko-KR" sz="1000" b="1">
                <a:ea typeface="HY신명조" panose="02030600000101010101" pitchFamily="18" charset="-127"/>
              </a:rPr>
              <a:t>method</a:t>
            </a:r>
            <a:r>
              <a:rPr lang="en-US" altLang="ko-KR" sz="1000">
                <a:ea typeface="HY신명조" panose="02030600000101010101" pitchFamily="18" charset="-127"/>
              </a:rPr>
              <a:t>;</a:t>
            </a:r>
          </a:p>
          <a:p>
            <a:pPr defTabSz="360000"/>
            <a:endParaRPr lang="en-US" altLang="ko-KR" sz="1000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shared_buffer		</a:t>
            </a:r>
            <a:r>
              <a:rPr lang="en-US" altLang="ko-KR" sz="1000" b="1">
                <a:ea typeface="HY신명조" panose="02030600000101010101" pitchFamily="18" charset="-127"/>
              </a:rPr>
              <a:t>buf_head</a:t>
            </a:r>
            <a:r>
              <a:rPr lang="en-US" altLang="ko-KR" sz="1000">
                <a:ea typeface="HY신명조" panose="02030600000101010101" pitchFamily="18" charset="-127"/>
              </a:rPr>
              <a:t>;</a:t>
            </a:r>
          </a:p>
          <a:p>
            <a:pPr defTabSz="360000"/>
            <a:r>
              <a:rPr lang="en-US" altLang="ko-KR" sz="1000"/>
              <a:t>static_vector&lt;sHTTP_HEADER_ITEM, MAX_HTTP_PARAMETER_COUNT&gt; </a:t>
            </a:r>
            <a:r>
              <a:rPr lang="en-US" altLang="ko-KR" sz="1000" b="1"/>
              <a:t>list_headers;</a:t>
            </a:r>
          </a:p>
          <a:p>
            <a:pPr defTabSz="360000"/>
            <a:endParaRPr lang="en-US" altLang="ko-KR" sz="1000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shared_buffer		</a:t>
            </a:r>
            <a:r>
              <a:rPr lang="en-US" altLang="ko-KR" sz="1000" b="1">
                <a:ea typeface="HY신명조" panose="02030600000101010101" pitchFamily="18" charset="-127"/>
              </a:rPr>
              <a:t>buf_content;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A015668-B8C4-47E9-B2DE-9FA7B5E360DB}"/>
              </a:ext>
            </a:extLst>
          </p:cNvPr>
          <p:cNvSpPr/>
          <p:nvPr/>
        </p:nvSpPr>
        <p:spPr>
          <a:xfrm>
            <a:off x="7130206" y="1953706"/>
            <a:ext cx="346919" cy="230400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F939F4-43D2-4666-AD90-6BB1E3E028D1}"/>
              </a:ext>
            </a:extLst>
          </p:cNvPr>
          <p:cNvSpPr/>
          <p:nvPr/>
        </p:nvSpPr>
        <p:spPr>
          <a:xfrm>
            <a:off x="7517321" y="1953706"/>
            <a:ext cx="902779" cy="230400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D90316A-BBDA-4858-85BE-5E81EA9EDAE8}"/>
              </a:ext>
            </a:extLst>
          </p:cNvPr>
          <p:cNvSpPr/>
          <p:nvPr/>
        </p:nvSpPr>
        <p:spPr>
          <a:xfrm>
            <a:off x="8779664" y="1953705"/>
            <a:ext cx="307185" cy="230400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F91F25CF-55A5-4EE4-9031-92FD27F3C951}"/>
              </a:ext>
            </a:extLst>
          </p:cNvPr>
          <p:cNvSpPr/>
          <p:nvPr/>
        </p:nvSpPr>
        <p:spPr>
          <a:xfrm>
            <a:off x="6858000" y="2215554"/>
            <a:ext cx="240218" cy="12072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63B882B0-B3C5-4E58-A5A9-551DAE2E3206}"/>
              </a:ext>
            </a:extLst>
          </p:cNvPr>
          <p:cNvSpPr/>
          <p:nvPr/>
        </p:nvSpPr>
        <p:spPr>
          <a:xfrm>
            <a:off x="6915150" y="3553476"/>
            <a:ext cx="240218" cy="30627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DD10CEF-A34C-447D-B9D8-C75472E6105C}"/>
              </a:ext>
            </a:extLst>
          </p:cNvPr>
          <p:cNvSpPr/>
          <p:nvPr/>
        </p:nvSpPr>
        <p:spPr>
          <a:xfrm>
            <a:off x="8715934" y="3969676"/>
            <a:ext cx="13227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>
                <a:ea typeface="HY견명조" panose="02030600000101010101" pitchFamily="18" charset="-127"/>
              </a:rPr>
              <a:t>HTTP_REQUEST</a:t>
            </a:r>
            <a:endParaRPr lang="ko-KR" altLang="en-US" sz="1200" b="1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9402C5B-C88B-4CEE-A28B-BE89382C45D0}"/>
              </a:ext>
            </a:extLst>
          </p:cNvPr>
          <p:cNvSpPr/>
          <p:nvPr/>
        </p:nvSpPr>
        <p:spPr>
          <a:xfrm>
            <a:off x="4113627" y="209106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A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1631F01E-6B32-4F9F-9FE0-2D1FC09AF292}"/>
              </a:ext>
            </a:extLst>
          </p:cNvPr>
          <p:cNvSpPr/>
          <p:nvPr/>
        </p:nvSpPr>
        <p:spPr>
          <a:xfrm>
            <a:off x="3852858" y="224249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B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E6AD24B3-C693-4430-A8A7-A541DE19965E}"/>
              </a:ext>
            </a:extLst>
          </p:cNvPr>
          <p:cNvSpPr/>
          <p:nvPr/>
        </p:nvSpPr>
        <p:spPr>
          <a:xfrm>
            <a:off x="4110033" y="240441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C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22732EF-F9EF-4824-9187-1961F7A4FA23}"/>
              </a:ext>
            </a:extLst>
          </p:cNvPr>
          <p:cNvSpPr/>
          <p:nvPr/>
        </p:nvSpPr>
        <p:spPr>
          <a:xfrm>
            <a:off x="7215183" y="161384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C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D65D4B13-50DF-4CB2-BABB-40033BFD7CFB}"/>
              </a:ext>
            </a:extLst>
          </p:cNvPr>
          <p:cNvSpPr/>
          <p:nvPr/>
        </p:nvSpPr>
        <p:spPr>
          <a:xfrm>
            <a:off x="7891458" y="161384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B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AEDC42FF-0526-432B-B75F-71DE4BEC29DD}"/>
              </a:ext>
            </a:extLst>
          </p:cNvPr>
          <p:cNvSpPr/>
          <p:nvPr/>
        </p:nvSpPr>
        <p:spPr>
          <a:xfrm>
            <a:off x="8843958" y="161384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A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119763C8-F4BC-4DEA-A052-F2CB07774640}"/>
              </a:ext>
            </a:extLst>
          </p:cNvPr>
          <p:cNvSpPr/>
          <p:nvPr/>
        </p:nvSpPr>
        <p:spPr>
          <a:xfrm>
            <a:off x="6580970" y="2723950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D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FD68C8F3-79F4-4CE5-B249-66271F9A2581}"/>
              </a:ext>
            </a:extLst>
          </p:cNvPr>
          <p:cNvSpPr/>
          <p:nvPr/>
        </p:nvSpPr>
        <p:spPr>
          <a:xfrm>
            <a:off x="4028270" y="3152575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E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96BE2030-7810-4C6C-A704-20CF84A35CA8}"/>
              </a:ext>
            </a:extLst>
          </p:cNvPr>
          <p:cNvSpPr/>
          <p:nvPr/>
        </p:nvSpPr>
        <p:spPr>
          <a:xfrm>
            <a:off x="6580970" y="3619300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E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570A887-D48E-4FFB-9057-FC5D11261297}"/>
              </a:ext>
            </a:extLst>
          </p:cNvPr>
          <p:cNvCxnSpPr>
            <a:cxnSpLocks/>
            <a:stCxn id="84" idx="4"/>
            <a:endCxn id="36" idx="0"/>
          </p:cNvCxnSpPr>
          <p:nvPr/>
        </p:nvCxnSpPr>
        <p:spPr>
          <a:xfrm flipH="1">
            <a:off x="7303666" y="1793843"/>
            <a:ext cx="1517" cy="1598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D181A8B-FFB2-455E-80B5-A60B5C6389EB}"/>
              </a:ext>
            </a:extLst>
          </p:cNvPr>
          <p:cNvCxnSpPr>
            <a:cxnSpLocks/>
            <a:stCxn id="85" idx="4"/>
            <a:endCxn id="37" idx="0"/>
          </p:cNvCxnSpPr>
          <p:nvPr/>
        </p:nvCxnSpPr>
        <p:spPr>
          <a:xfrm flipH="1">
            <a:off x="7968711" y="1793843"/>
            <a:ext cx="12747" cy="1598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62881DC7-366A-433A-BFD8-1BCFD4BA965A}"/>
              </a:ext>
            </a:extLst>
          </p:cNvPr>
          <p:cNvCxnSpPr>
            <a:cxnSpLocks/>
            <a:stCxn id="86" idx="4"/>
            <a:endCxn id="38" idx="0"/>
          </p:cNvCxnSpPr>
          <p:nvPr/>
        </p:nvCxnSpPr>
        <p:spPr>
          <a:xfrm flipH="1">
            <a:off x="8933257" y="1793843"/>
            <a:ext cx="701" cy="15986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CE53C738-BD92-4873-B2E8-27021DABAEF3}"/>
              </a:ext>
            </a:extLst>
          </p:cNvPr>
          <p:cNvCxnSpPr>
            <a:cxnSpLocks/>
            <a:stCxn id="81" idx="2"/>
          </p:cNvCxnSpPr>
          <p:nvPr/>
        </p:nvCxnSpPr>
        <p:spPr>
          <a:xfrm flipH="1">
            <a:off x="3602829" y="2181068"/>
            <a:ext cx="510798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733F4D7-D607-46A9-A58E-FA5269A65B35}"/>
              </a:ext>
            </a:extLst>
          </p:cNvPr>
          <p:cNvCxnSpPr>
            <a:cxnSpLocks/>
            <a:stCxn id="82" idx="2"/>
          </p:cNvCxnSpPr>
          <p:nvPr/>
        </p:nvCxnSpPr>
        <p:spPr>
          <a:xfrm flipH="1">
            <a:off x="3467100" y="2332493"/>
            <a:ext cx="385758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ED6D21F5-D4A8-44C6-B9A6-0290F461FB3A}"/>
              </a:ext>
            </a:extLst>
          </p:cNvPr>
          <p:cNvCxnSpPr>
            <a:cxnSpLocks/>
            <a:stCxn id="83" idx="2"/>
          </p:cNvCxnSpPr>
          <p:nvPr/>
        </p:nvCxnSpPr>
        <p:spPr>
          <a:xfrm flipH="1">
            <a:off x="3602829" y="2494418"/>
            <a:ext cx="507204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E306EDEB-E595-4756-9F52-750277EBD933}"/>
              </a:ext>
            </a:extLst>
          </p:cNvPr>
          <p:cNvCxnSpPr>
            <a:cxnSpLocks/>
            <a:stCxn id="88" idx="2"/>
          </p:cNvCxnSpPr>
          <p:nvPr/>
        </p:nvCxnSpPr>
        <p:spPr>
          <a:xfrm flipH="1">
            <a:off x="3824690" y="3242575"/>
            <a:ext cx="203580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AC7F3706-9C33-4F2D-8ADD-2DE4CB182526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6410188" y="2813950"/>
            <a:ext cx="170782" cy="9000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B5F9807B-134F-4E18-B08C-5304892227B8}"/>
              </a:ext>
            </a:extLst>
          </p:cNvPr>
          <p:cNvSpPr/>
          <p:nvPr/>
        </p:nvSpPr>
        <p:spPr>
          <a:xfrm>
            <a:off x="1477177" y="70527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B440A6-77C7-4636-A4F2-D5E32ED9ED0E}"/>
              </a:ext>
            </a:extLst>
          </p:cNvPr>
          <p:cNvSpPr txBox="1"/>
          <p:nvPr/>
        </p:nvSpPr>
        <p:spPr>
          <a:xfrm>
            <a:off x="1657177" y="4415068"/>
            <a:ext cx="9783173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소스에서는 받은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내용을 단순히 화면에 출력하도록 작성되어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1415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0F86AB9A-5438-4405-A987-940A81B1FB81}"/>
              </a:ext>
            </a:extLst>
          </p:cNvPr>
          <p:cNvSpPr/>
          <p:nvPr/>
        </p:nvSpPr>
        <p:spPr>
          <a:xfrm>
            <a:off x="6896099" y="2240318"/>
            <a:ext cx="4835599" cy="2176732"/>
          </a:xfrm>
          <a:custGeom>
            <a:avLst/>
            <a:gdLst>
              <a:gd name="connsiteX0" fmla="*/ 0 w 4835599"/>
              <a:gd name="connsiteY0" fmla="*/ 0 h 2176732"/>
              <a:gd name="connsiteX1" fmla="*/ 594088 w 4835599"/>
              <a:gd name="connsiteY1" fmla="*/ 0 h 2176732"/>
              <a:gd name="connsiteX2" fmla="*/ 1139820 w 4835599"/>
              <a:gd name="connsiteY2" fmla="*/ 0 h 2176732"/>
              <a:gd name="connsiteX3" fmla="*/ 1878976 w 4835599"/>
              <a:gd name="connsiteY3" fmla="*/ 0 h 2176732"/>
              <a:gd name="connsiteX4" fmla="*/ 2618131 w 4835599"/>
              <a:gd name="connsiteY4" fmla="*/ 0 h 2176732"/>
              <a:gd name="connsiteX5" fmla="*/ 3308931 w 4835599"/>
              <a:gd name="connsiteY5" fmla="*/ 0 h 2176732"/>
              <a:gd name="connsiteX6" fmla="*/ 3903019 w 4835599"/>
              <a:gd name="connsiteY6" fmla="*/ 0 h 2176732"/>
              <a:gd name="connsiteX7" fmla="*/ 4835599 w 4835599"/>
              <a:gd name="connsiteY7" fmla="*/ 0 h 2176732"/>
              <a:gd name="connsiteX8" fmla="*/ 4835599 w 4835599"/>
              <a:gd name="connsiteY8" fmla="*/ 544183 h 2176732"/>
              <a:gd name="connsiteX9" fmla="*/ 4835599 w 4835599"/>
              <a:gd name="connsiteY9" fmla="*/ 1066599 h 2176732"/>
              <a:gd name="connsiteX10" fmla="*/ 4835599 w 4835599"/>
              <a:gd name="connsiteY10" fmla="*/ 1589014 h 2176732"/>
              <a:gd name="connsiteX11" fmla="*/ 4835599 w 4835599"/>
              <a:gd name="connsiteY11" fmla="*/ 2176732 h 2176732"/>
              <a:gd name="connsiteX12" fmla="*/ 4241511 w 4835599"/>
              <a:gd name="connsiteY12" fmla="*/ 2176732 h 2176732"/>
              <a:gd name="connsiteX13" fmla="*/ 3647423 w 4835599"/>
              <a:gd name="connsiteY13" fmla="*/ 2176732 h 2176732"/>
              <a:gd name="connsiteX14" fmla="*/ 3004979 w 4835599"/>
              <a:gd name="connsiteY14" fmla="*/ 2176732 h 2176732"/>
              <a:gd name="connsiteX15" fmla="*/ 2314180 w 4835599"/>
              <a:gd name="connsiteY15" fmla="*/ 2176732 h 2176732"/>
              <a:gd name="connsiteX16" fmla="*/ 1671736 w 4835599"/>
              <a:gd name="connsiteY16" fmla="*/ 2176732 h 2176732"/>
              <a:gd name="connsiteX17" fmla="*/ 980936 w 4835599"/>
              <a:gd name="connsiteY17" fmla="*/ 2176732 h 2176732"/>
              <a:gd name="connsiteX18" fmla="*/ 0 w 4835599"/>
              <a:gd name="connsiteY18" fmla="*/ 2176732 h 2176732"/>
              <a:gd name="connsiteX19" fmla="*/ 0 w 4835599"/>
              <a:gd name="connsiteY19" fmla="*/ 1676084 h 2176732"/>
              <a:gd name="connsiteX20" fmla="*/ 0 w 4835599"/>
              <a:gd name="connsiteY20" fmla="*/ 1088366 h 2176732"/>
              <a:gd name="connsiteX21" fmla="*/ 0 w 4835599"/>
              <a:gd name="connsiteY21" fmla="*/ 565950 h 2176732"/>
              <a:gd name="connsiteX22" fmla="*/ 0 w 4835599"/>
              <a:gd name="connsiteY22" fmla="*/ 0 h 217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835599" h="2176732" fill="none" extrusionOk="0">
                <a:moveTo>
                  <a:pt x="0" y="0"/>
                </a:moveTo>
                <a:cubicBezTo>
                  <a:pt x="152051" y="-28214"/>
                  <a:pt x="335291" y="-21587"/>
                  <a:pt x="594088" y="0"/>
                </a:cubicBezTo>
                <a:cubicBezTo>
                  <a:pt x="852885" y="21587"/>
                  <a:pt x="955729" y="19577"/>
                  <a:pt x="1139820" y="0"/>
                </a:cubicBezTo>
                <a:cubicBezTo>
                  <a:pt x="1323911" y="-19577"/>
                  <a:pt x="1533767" y="23360"/>
                  <a:pt x="1878976" y="0"/>
                </a:cubicBezTo>
                <a:cubicBezTo>
                  <a:pt x="2224185" y="-23360"/>
                  <a:pt x="2299246" y="-19201"/>
                  <a:pt x="2618131" y="0"/>
                </a:cubicBezTo>
                <a:cubicBezTo>
                  <a:pt x="2937016" y="19201"/>
                  <a:pt x="3041270" y="11831"/>
                  <a:pt x="3308931" y="0"/>
                </a:cubicBezTo>
                <a:cubicBezTo>
                  <a:pt x="3576592" y="-11831"/>
                  <a:pt x="3640512" y="-9924"/>
                  <a:pt x="3903019" y="0"/>
                </a:cubicBezTo>
                <a:cubicBezTo>
                  <a:pt x="4165526" y="9924"/>
                  <a:pt x="4386737" y="-42757"/>
                  <a:pt x="4835599" y="0"/>
                </a:cubicBezTo>
                <a:cubicBezTo>
                  <a:pt x="4840971" y="234264"/>
                  <a:pt x="4822719" y="349256"/>
                  <a:pt x="4835599" y="544183"/>
                </a:cubicBezTo>
                <a:cubicBezTo>
                  <a:pt x="4848479" y="739110"/>
                  <a:pt x="4829882" y="857823"/>
                  <a:pt x="4835599" y="1066599"/>
                </a:cubicBezTo>
                <a:cubicBezTo>
                  <a:pt x="4841316" y="1275375"/>
                  <a:pt x="4821876" y="1408356"/>
                  <a:pt x="4835599" y="1589014"/>
                </a:cubicBezTo>
                <a:cubicBezTo>
                  <a:pt x="4849322" y="1769673"/>
                  <a:pt x="4850943" y="1990459"/>
                  <a:pt x="4835599" y="2176732"/>
                </a:cubicBezTo>
                <a:cubicBezTo>
                  <a:pt x="4565203" y="2158220"/>
                  <a:pt x="4498868" y="2158733"/>
                  <a:pt x="4241511" y="2176732"/>
                </a:cubicBezTo>
                <a:cubicBezTo>
                  <a:pt x="3984154" y="2194731"/>
                  <a:pt x="3869574" y="2163420"/>
                  <a:pt x="3647423" y="2176732"/>
                </a:cubicBezTo>
                <a:cubicBezTo>
                  <a:pt x="3425272" y="2190044"/>
                  <a:pt x="3163159" y="2194725"/>
                  <a:pt x="3004979" y="2176732"/>
                </a:cubicBezTo>
                <a:cubicBezTo>
                  <a:pt x="2846799" y="2158739"/>
                  <a:pt x="2471173" y="2207997"/>
                  <a:pt x="2314180" y="2176732"/>
                </a:cubicBezTo>
                <a:cubicBezTo>
                  <a:pt x="2157187" y="2145467"/>
                  <a:pt x="1825611" y="2200845"/>
                  <a:pt x="1671736" y="2176732"/>
                </a:cubicBezTo>
                <a:cubicBezTo>
                  <a:pt x="1517861" y="2152619"/>
                  <a:pt x="1205554" y="2173163"/>
                  <a:pt x="980936" y="2176732"/>
                </a:cubicBezTo>
                <a:cubicBezTo>
                  <a:pt x="756318" y="2180301"/>
                  <a:pt x="377986" y="2192690"/>
                  <a:pt x="0" y="2176732"/>
                </a:cubicBezTo>
                <a:cubicBezTo>
                  <a:pt x="-5410" y="1985038"/>
                  <a:pt x="24600" y="1827213"/>
                  <a:pt x="0" y="1676084"/>
                </a:cubicBezTo>
                <a:cubicBezTo>
                  <a:pt x="-24600" y="1524955"/>
                  <a:pt x="-8352" y="1335346"/>
                  <a:pt x="0" y="1088366"/>
                </a:cubicBezTo>
                <a:cubicBezTo>
                  <a:pt x="8352" y="841386"/>
                  <a:pt x="-1988" y="707498"/>
                  <a:pt x="0" y="565950"/>
                </a:cubicBezTo>
                <a:cubicBezTo>
                  <a:pt x="1988" y="424402"/>
                  <a:pt x="9549" y="171331"/>
                  <a:pt x="0" y="0"/>
                </a:cubicBezTo>
                <a:close/>
              </a:path>
              <a:path w="4835599" h="2176732" stroke="0" extrusionOk="0">
                <a:moveTo>
                  <a:pt x="0" y="0"/>
                </a:moveTo>
                <a:cubicBezTo>
                  <a:pt x="171400" y="-693"/>
                  <a:pt x="441902" y="23535"/>
                  <a:pt x="642444" y="0"/>
                </a:cubicBezTo>
                <a:cubicBezTo>
                  <a:pt x="842986" y="-23535"/>
                  <a:pt x="1097786" y="19922"/>
                  <a:pt x="1381600" y="0"/>
                </a:cubicBezTo>
                <a:cubicBezTo>
                  <a:pt x="1665414" y="-19922"/>
                  <a:pt x="1939508" y="-12019"/>
                  <a:pt x="2169112" y="0"/>
                </a:cubicBezTo>
                <a:cubicBezTo>
                  <a:pt x="2398716" y="12019"/>
                  <a:pt x="2450598" y="3740"/>
                  <a:pt x="2714843" y="0"/>
                </a:cubicBezTo>
                <a:cubicBezTo>
                  <a:pt x="2979088" y="-3740"/>
                  <a:pt x="3129349" y="31084"/>
                  <a:pt x="3405643" y="0"/>
                </a:cubicBezTo>
                <a:cubicBezTo>
                  <a:pt x="3681937" y="-31084"/>
                  <a:pt x="3732393" y="-4413"/>
                  <a:pt x="3951375" y="0"/>
                </a:cubicBezTo>
                <a:cubicBezTo>
                  <a:pt x="4170357" y="4413"/>
                  <a:pt x="4413099" y="-29954"/>
                  <a:pt x="4835599" y="0"/>
                </a:cubicBezTo>
                <a:cubicBezTo>
                  <a:pt x="4859661" y="207677"/>
                  <a:pt x="4830859" y="320441"/>
                  <a:pt x="4835599" y="565950"/>
                </a:cubicBezTo>
                <a:cubicBezTo>
                  <a:pt x="4840340" y="811459"/>
                  <a:pt x="4859258" y="868839"/>
                  <a:pt x="4835599" y="1131901"/>
                </a:cubicBezTo>
                <a:cubicBezTo>
                  <a:pt x="4811940" y="1394963"/>
                  <a:pt x="4839774" y="1412870"/>
                  <a:pt x="4835599" y="1654316"/>
                </a:cubicBezTo>
                <a:cubicBezTo>
                  <a:pt x="4831424" y="1895763"/>
                  <a:pt x="4854738" y="2002117"/>
                  <a:pt x="4835599" y="2176732"/>
                </a:cubicBezTo>
                <a:cubicBezTo>
                  <a:pt x="4578080" y="2180813"/>
                  <a:pt x="4330835" y="2193648"/>
                  <a:pt x="4193155" y="2176732"/>
                </a:cubicBezTo>
                <a:cubicBezTo>
                  <a:pt x="4055475" y="2159816"/>
                  <a:pt x="3787301" y="2203915"/>
                  <a:pt x="3647423" y="2176732"/>
                </a:cubicBezTo>
                <a:cubicBezTo>
                  <a:pt x="3507545" y="2149549"/>
                  <a:pt x="3291922" y="2199718"/>
                  <a:pt x="2956623" y="2176732"/>
                </a:cubicBezTo>
                <a:cubicBezTo>
                  <a:pt x="2621324" y="2153746"/>
                  <a:pt x="2625756" y="2189733"/>
                  <a:pt x="2314180" y="2176732"/>
                </a:cubicBezTo>
                <a:cubicBezTo>
                  <a:pt x="2002604" y="2163731"/>
                  <a:pt x="1877378" y="2211249"/>
                  <a:pt x="1526668" y="2176732"/>
                </a:cubicBezTo>
                <a:cubicBezTo>
                  <a:pt x="1175958" y="2142215"/>
                  <a:pt x="1052212" y="2191313"/>
                  <a:pt x="835868" y="2176732"/>
                </a:cubicBezTo>
                <a:cubicBezTo>
                  <a:pt x="619524" y="2162151"/>
                  <a:pt x="241094" y="2200654"/>
                  <a:pt x="0" y="2176732"/>
                </a:cubicBezTo>
                <a:cubicBezTo>
                  <a:pt x="-23577" y="1927661"/>
                  <a:pt x="-12789" y="1853420"/>
                  <a:pt x="0" y="1589014"/>
                </a:cubicBezTo>
                <a:cubicBezTo>
                  <a:pt x="12789" y="1324608"/>
                  <a:pt x="14052" y="1302223"/>
                  <a:pt x="0" y="1023064"/>
                </a:cubicBezTo>
                <a:cubicBezTo>
                  <a:pt x="-14052" y="743905"/>
                  <a:pt x="9977" y="653504"/>
                  <a:pt x="0" y="522416"/>
                </a:cubicBezTo>
                <a:cubicBezTo>
                  <a:pt x="-9977" y="391328"/>
                  <a:pt x="19789" y="18736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HTTP/1.1 200 OK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Accept_Control_Allow_Origin: *</a:t>
            </a:r>
            <a:br>
              <a:rPr lang="en-US" altLang="ko-KR" sz="1200">
                <a:ea typeface="HY신명조" panose="02030600000101010101" pitchFamily="18" charset="-127"/>
              </a:rPr>
            </a:br>
            <a:r>
              <a:rPr lang="en-US" altLang="ko-KR" sz="1200">
                <a:ea typeface="HY신명조" panose="02030600000101010101" pitchFamily="18" charset="-127"/>
              </a:rPr>
              <a:t>Connection::Keep_Alive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Content-Encoding: gzip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Content-Type: text/html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Server: CGCII</a:t>
            </a:r>
          </a:p>
          <a:p>
            <a:pPr defTabSz="360000"/>
            <a:r>
              <a:rPr lang="en-US" altLang="ko-KR" sz="1200">
                <a:ea typeface="HY신명조" panose="02030600000101010101" pitchFamily="18" charset="-127"/>
              </a:rPr>
              <a:t>Transfer_Encoding: chunked</a:t>
            </a:r>
            <a:br>
              <a:rPr lang="en-US" altLang="ko-KR" sz="1200">
                <a:ea typeface="HY신명조" panose="02030600000101010101" pitchFamily="18" charset="-127"/>
              </a:rPr>
            </a:br>
            <a:r>
              <a:rPr lang="en-US" altLang="ko-KR" sz="1200">
                <a:ea typeface="HY신명조" panose="02030600000101010101" pitchFamily="18" charset="-127"/>
              </a:rPr>
              <a:t>Content-Length: 14</a:t>
            </a:r>
          </a:p>
          <a:p>
            <a:pPr defTabSz="360000"/>
            <a:endParaRPr lang="en-US" altLang="ko-KR" sz="1200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200"/>
              <a:t>&lt;html&gt;&lt;body&gt;&lt;h1&gt;hellow CGCII webserver!&lt;/h1&gt;&lt;/body&gt;&lt;/html&gt;\r\n</a:t>
            </a:r>
            <a:endParaRPr lang="en-US" altLang="ko-KR" sz="1200">
              <a:ea typeface="HY신명조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0C6601-6900-4BF2-AF3B-A42C65A2A8F5}"/>
              </a:ext>
            </a:extLst>
          </p:cNvPr>
          <p:cNvSpPr/>
          <p:nvPr/>
        </p:nvSpPr>
        <p:spPr>
          <a:xfrm>
            <a:off x="1505752" y="2232131"/>
            <a:ext cx="535775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eHTTP_PROTOCOL		</a:t>
            </a:r>
            <a:r>
              <a:rPr lang="en-US" altLang="ko-KR" sz="1000" b="1">
                <a:ea typeface="HY신명조" panose="02030600000101010101" pitchFamily="18" charset="-127"/>
              </a:rPr>
              <a:t>protocol</a:t>
            </a:r>
            <a:r>
              <a:rPr lang="en-US" altLang="ko-KR" sz="1000">
                <a:ea typeface="HY신명조" panose="02030600000101010101" pitchFamily="18" charset="-127"/>
              </a:rPr>
              <a:t>;</a:t>
            </a:r>
            <a:r>
              <a:rPr lang="en-US" altLang="ko-KR" sz="1000">
                <a:solidFill>
                  <a:srgbClr val="00B050"/>
                </a:solidFill>
                <a:ea typeface="HY신명조" panose="02030600000101010101" pitchFamily="18" charset="-127"/>
              </a:rPr>
              <a:t> // http or websocket</a:t>
            </a:r>
          </a:p>
          <a:p>
            <a:pPr defTabSz="360000"/>
            <a:r>
              <a:rPr lang="sv-SE" altLang="ko-KR" sz="1000">
                <a:ea typeface="HY신명조" panose="02030600000101010101" pitchFamily="18" charset="-127"/>
              </a:rPr>
              <a:t>int32_t			</a:t>
            </a:r>
            <a:r>
              <a:rPr lang="sv-SE" altLang="ko-KR" sz="1000" b="1">
                <a:ea typeface="HY신명조" panose="02030600000101010101" pitchFamily="18" charset="-127"/>
              </a:rPr>
              <a:t>version</a:t>
            </a:r>
            <a:r>
              <a:rPr lang="sv-SE" altLang="ko-KR" sz="1000">
                <a:ea typeface="HY신명조" panose="02030600000101010101" pitchFamily="18" charset="-127"/>
              </a:rPr>
              <a:t>;</a:t>
            </a:r>
          </a:p>
          <a:p>
            <a:pPr defTabSz="360000"/>
            <a:r>
              <a:rPr lang="en-US" altLang="ko-KR" sz="1000"/>
              <a:t>eHTTP_STATUS_CODE	</a:t>
            </a:r>
            <a:r>
              <a:rPr lang="en-US" altLang="ko-KR" sz="1000" b="1"/>
              <a:t>pstatus_code</a:t>
            </a:r>
            <a:endParaRPr lang="sv-SE" altLang="ko-KR" sz="1000" b="1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000"/>
              <a:t>std::string_view		</a:t>
            </a:r>
            <a:r>
              <a:rPr lang="en-US" altLang="ko-KR" sz="1000" b="1"/>
              <a:t>status_message;</a:t>
            </a:r>
            <a:endParaRPr lang="sv-SE" altLang="ko-KR" sz="1000" b="1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eHTTP_METHOD		</a:t>
            </a:r>
            <a:r>
              <a:rPr lang="en-US" altLang="ko-KR" sz="1000" b="1">
                <a:ea typeface="HY신명조" panose="02030600000101010101" pitchFamily="18" charset="-127"/>
              </a:rPr>
              <a:t>method</a:t>
            </a:r>
            <a:r>
              <a:rPr lang="en-US" altLang="ko-KR" sz="1000">
                <a:ea typeface="HY신명조" panose="02030600000101010101" pitchFamily="18" charset="-127"/>
              </a:rPr>
              <a:t>;</a:t>
            </a:r>
          </a:p>
          <a:p>
            <a:pPr defTabSz="360000"/>
            <a:endParaRPr lang="en-US" altLang="ko-KR" sz="1000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shared_buffer		</a:t>
            </a:r>
            <a:r>
              <a:rPr lang="en-US" altLang="ko-KR" sz="1000" b="1">
                <a:ea typeface="HY신명조" panose="02030600000101010101" pitchFamily="18" charset="-127"/>
              </a:rPr>
              <a:t>buf_head</a:t>
            </a:r>
            <a:r>
              <a:rPr lang="en-US" altLang="ko-KR" sz="1000">
                <a:ea typeface="HY신명조" panose="02030600000101010101" pitchFamily="18" charset="-127"/>
              </a:rPr>
              <a:t>;</a:t>
            </a:r>
          </a:p>
          <a:p>
            <a:pPr defTabSz="360000"/>
            <a:r>
              <a:rPr lang="en-US" altLang="ko-KR" sz="1000"/>
              <a:t>static_vector&lt;sHTTP_HEADER_ITEM, MAX_HTTP_PARAMETER_COUNT&gt; </a:t>
            </a:r>
            <a:r>
              <a:rPr lang="en-US" altLang="ko-KR" sz="1000" b="1"/>
              <a:t>list_headers;</a:t>
            </a:r>
          </a:p>
          <a:p>
            <a:pPr defTabSz="360000"/>
            <a:endParaRPr lang="en-US" altLang="ko-KR" sz="1000"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000">
                <a:ea typeface="HY신명조" panose="02030600000101010101" pitchFamily="18" charset="-127"/>
              </a:rPr>
              <a:t>shared_buffer		</a:t>
            </a:r>
            <a:r>
              <a:rPr lang="en-US" altLang="ko-KR" sz="1000" b="1">
                <a:ea typeface="HY신명조" panose="02030600000101010101" pitchFamily="18" charset="-127"/>
              </a:rPr>
              <a:t>buf_content;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A015668-B8C4-47E9-B2DE-9FA7B5E360DB}"/>
              </a:ext>
            </a:extLst>
          </p:cNvPr>
          <p:cNvSpPr/>
          <p:nvPr/>
        </p:nvSpPr>
        <p:spPr>
          <a:xfrm>
            <a:off x="7499241" y="2287081"/>
            <a:ext cx="314168" cy="230400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F939F4-43D2-4666-AD90-6BB1E3E028D1}"/>
              </a:ext>
            </a:extLst>
          </p:cNvPr>
          <p:cNvSpPr/>
          <p:nvPr/>
        </p:nvSpPr>
        <p:spPr>
          <a:xfrm>
            <a:off x="7838188" y="2291165"/>
            <a:ext cx="297628" cy="230400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D90316A-BBDA-4858-85BE-5E81EA9EDAE8}"/>
              </a:ext>
            </a:extLst>
          </p:cNvPr>
          <p:cNvSpPr/>
          <p:nvPr/>
        </p:nvSpPr>
        <p:spPr>
          <a:xfrm>
            <a:off x="8160595" y="2286911"/>
            <a:ext cx="260482" cy="230400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F91F25CF-55A5-4EE4-9031-92FD27F3C951}"/>
              </a:ext>
            </a:extLst>
          </p:cNvPr>
          <p:cNvSpPr/>
          <p:nvPr/>
        </p:nvSpPr>
        <p:spPr>
          <a:xfrm>
            <a:off x="6858000" y="2548929"/>
            <a:ext cx="240218" cy="12072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63B882B0-B3C5-4E58-A5A9-551DAE2E3206}"/>
              </a:ext>
            </a:extLst>
          </p:cNvPr>
          <p:cNvSpPr/>
          <p:nvPr/>
        </p:nvSpPr>
        <p:spPr>
          <a:xfrm>
            <a:off x="6915150" y="3886851"/>
            <a:ext cx="240218" cy="30627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DD10CEF-A34C-447D-B9D8-C75472E6105C}"/>
              </a:ext>
            </a:extLst>
          </p:cNvPr>
          <p:cNvSpPr/>
          <p:nvPr/>
        </p:nvSpPr>
        <p:spPr>
          <a:xfrm>
            <a:off x="8652499" y="4417050"/>
            <a:ext cx="1425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>
                <a:ea typeface="HY견명조" panose="02030600000101010101" pitchFamily="18" charset="-127"/>
              </a:rPr>
              <a:t>HTTP_RESPONSE</a:t>
            </a:r>
            <a:endParaRPr lang="ko-KR" altLang="en-US" sz="1200" b="1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D4E79A8-5469-44B6-B992-536A33D4C278}"/>
              </a:ext>
            </a:extLst>
          </p:cNvPr>
          <p:cNvSpPr/>
          <p:nvPr/>
        </p:nvSpPr>
        <p:spPr>
          <a:xfrm>
            <a:off x="4041515" y="241905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A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17077855-C0AA-4D56-A290-360B84E2D283}"/>
              </a:ext>
            </a:extLst>
          </p:cNvPr>
          <p:cNvSpPr/>
          <p:nvPr/>
        </p:nvSpPr>
        <p:spPr>
          <a:xfrm>
            <a:off x="4285571" y="257048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B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8D60C3C-0030-4D8C-BEB2-B8ABB9FF5C36}"/>
              </a:ext>
            </a:extLst>
          </p:cNvPr>
          <p:cNvSpPr/>
          <p:nvPr/>
        </p:nvSpPr>
        <p:spPr>
          <a:xfrm>
            <a:off x="4542746" y="273240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C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1591B69-856B-4C7A-8061-E42457255AFF}"/>
              </a:ext>
            </a:extLst>
          </p:cNvPr>
          <p:cNvSpPr/>
          <p:nvPr/>
        </p:nvSpPr>
        <p:spPr>
          <a:xfrm>
            <a:off x="4041515" y="3643522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E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7F9E418-B32D-4503-B2EE-3BB9B8707975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3530717" y="2509058"/>
            <a:ext cx="510798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C7D610C-71F9-4DEF-8F25-37E8964A3896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3899813" y="2660483"/>
            <a:ext cx="385758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A55A52B9-98BE-4A6B-AC79-841D36316593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4035542" y="2822408"/>
            <a:ext cx="507204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383F6C1-2F2A-46BB-B42E-03FC952F3B0F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3837935" y="3733522"/>
            <a:ext cx="203580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D1D8E831-63D2-4115-A48E-B78B43B2B3C2}"/>
              </a:ext>
            </a:extLst>
          </p:cNvPr>
          <p:cNvSpPr/>
          <p:nvPr/>
        </p:nvSpPr>
        <p:spPr>
          <a:xfrm>
            <a:off x="8182678" y="194704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C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B3712B7-FA61-4BAD-A052-56B9ADFFDCEB}"/>
              </a:ext>
            </a:extLst>
          </p:cNvPr>
          <p:cNvSpPr/>
          <p:nvPr/>
        </p:nvSpPr>
        <p:spPr>
          <a:xfrm>
            <a:off x="7890595" y="196688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B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CFCF326-C28F-4106-B0F6-AA44456ADA9A}"/>
              </a:ext>
            </a:extLst>
          </p:cNvPr>
          <p:cNvSpPr/>
          <p:nvPr/>
        </p:nvSpPr>
        <p:spPr>
          <a:xfrm>
            <a:off x="7545424" y="194704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A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53242E14-A313-4DAD-8C42-FB469AE9D0B1}"/>
              </a:ext>
            </a:extLst>
          </p:cNvPr>
          <p:cNvSpPr/>
          <p:nvPr/>
        </p:nvSpPr>
        <p:spPr>
          <a:xfrm>
            <a:off x="6643883" y="306312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ea typeface="HY견명조" panose="02030600000101010101" pitchFamily="18" charset="-127"/>
              </a:rPr>
              <a:t>D</a:t>
            </a:r>
            <a:endParaRPr lang="ko-KR" altLang="en-US" sz="900" b="1">
              <a:ea typeface="HY견명조" panose="02030600000101010101" pitchFamily="18" charset="-127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6887E27-4BE0-49EB-A41F-097B0A74D702}"/>
              </a:ext>
            </a:extLst>
          </p:cNvPr>
          <p:cNvCxnSpPr>
            <a:cxnSpLocks/>
            <a:stCxn id="62" idx="4"/>
          </p:cNvCxnSpPr>
          <p:nvPr/>
        </p:nvCxnSpPr>
        <p:spPr>
          <a:xfrm flipH="1">
            <a:off x="8271161" y="2127048"/>
            <a:ext cx="1517" cy="1598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D78D7712-D627-4376-A394-CB46BDF4ACD8}"/>
              </a:ext>
            </a:extLst>
          </p:cNvPr>
          <p:cNvCxnSpPr>
            <a:cxnSpLocks/>
            <a:stCxn id="64" idx="4"/>
          </p:cNvCxnSpPr>
          <p:nvPr/>
        </p:nvCxnSpPr>
        <p:spPr>
          <a:xfrm flipH="1">
            <a:off x="7967848" y="2146884"/>
            <a:ext cx="12747" cy="1598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C70F28D-35E2-4843-A90C-720D8C6CE132}"/>
              </a:ext>
            </a:extLst>
          </p:cNvPr>
          <p:cNvCxnSpPr>
            <a:cxnSpLocks/>
            <a:stCxn id="65" idx="4"/>
          </p:cNvCxnSpPr>
          <p:nvPr/>
        </p:nvCxnSpPr>
        <p:spPr>
          <a:xfrm flipH="1">
            <a:off x="7634723" y="2127048"/>
            <a:ext cx="701" cy="15986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39238E55-447E-497E-8296-37378047F94A}"/>
              </a:ext>
            </a:extLst>
          </p:cNvPr>
          <p:cNvCxnSpPr>
            <a:cxnSpLocks/>
            <a:stCxn id="66" idx="3"/>
          </p:cNvCxnSpPr>
          <p:nvPr/>
        </p:nvCxnSpPr>
        <p:spPr>
          <a:xfrm flipH="1">
            <a:off x="6486525" y="3216767"/>
            <a:ext cx="183718" cy="145558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16F2AFB-2878-47D0-BE31-8BEE0CA69A12}"/>
              </a:ext>
            </a:extLst>
          </p:cNvPr>
          <p:cNvSpPr/>
          <p:nvPr/>
        </p:nvSpPr>
        <p:spPr>
          <a:xfrm>
            <a:off x="1473157" y="1983028"/>
            <a:ext cx="22365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sMESSAGE_HTTP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구조체</a:t>
            </a:r>
            <a:endParaRPr lang="ko-KR" altLang="en-US" sz="12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7A5EEC-9516-4E42-8D17-9D8B553CEC95}"/>
              </a:ext>
            </a:extLst>
          </p:cNvPr>
          <p:cNvSpPr txBox="1"/>
          <p:nvPr/>
        </p:nvSpPr>
        <p:spPr>
          <a:xfrm>
            <a:off x="1416049" y="578901"/>
            <a:ext cx="10315649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 http_response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받았다면 반드시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response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프로토콜에 맞춰 응답을 해주어야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sMESSAGE_HTTP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구조체에 전달할 내용을 넣어서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make_buffer()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생성하면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response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프로토콜에 맞춰 메시지를 작성해준다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response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메시지에 대응되는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sMESSAGE_HTTP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구조체의 변수들은 다음과 같다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E41BB83A-294A-43A4-B900-6F759DBDB700}"/>
              </a:ext>
            </a:extLst>
          </p:cNvPr>
          <p:cNvSpPr/>
          <p:nvPr/>
        </p:nvSpPr>
        <p:spPr>
          <a:xfrm>
            <a:off x="1477177" y="70527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5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347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09F474-21BD-4F3B-90F7-462547050B4A}"/>
              </a:ext>
            </a:extLst>
          </p:cNvPr>
          <p:cNvSpPr/>
          <p:nvPr/>
        </p:nvSpPr>
        <p:spPr>
          <a:xfrm>
            <a:off x="1761270" y="1243427"/>
            <a:ext cx="9097229" cy="1983584"/>
          </a:xfrm>
          <a:custGeom>
            <a:avLst/>
            <a:gdLst>
              <a:gd name="connsiteX0" fmla="*/ 0 w 9097229"/>
              <a:gd name="connsiteY0" fmla="*/ 0 h 1983584"/>
              <a:gd name="connsiteX1" fmla="*/ 517842 w 9097229"/>
              <a:gd name="connsiteY1" fmla="*/ 0 h 1983584"/>
              <a:gd name="connsiteX2" fmla="*/ 944712 w 9097229"/>
              <a:gd name="connsiteY2" fmla="*/ 0 h 1983584"/>
              <a:gd name="connsiteX3" fmla="*/ 1462555 w 9097229"/>
              <a:gd name="connsiteY3" fmla="*/ 0 h 1983584"/>
              <a:gd name="connsiteX4" fmla="*/ 2071369 w 9097229"/>
              <a:gd name="connsiteY4" fmla="*/ 0 h 1983584"/>
              <a:gd name="connsiteX5" fmla="*/ 2498239 w 9097229"/>
              <a:gd name="connsiteY5" fmla="*/ 0 h 1983584"/>
              <a:gd name="connsiteX6" fmla="*/ 3107054 w 9097229"/>
              <a:gd name="connsiteY6" fmla="*/ 0 h 1983584"/>
              <a:gd name="connsiteX7" fmla="*/ 3715868 w 9097229"/>
              <a:gd name="connsiteY7" fmla="*/ 0 h 1983584"/>
              <a:gd name="connsiteX8" fmla="*/ 4506627 w 9097229"/>
              <a:gd name="connsiteY8" fmla="*/ 0 h 1983584"/>
              <a:gd name="connsiteX9" fmla="*/ 4933497 w 9097229"/>
              <a:gd name="connsiteY9" fmla="*/ 0 h 1983584"/>
              <a:gd name="connsiteX10" fmla="*/ 5633284 w 9097229"/>
              <a:gd name="connsiteY10" fmla="*/ 0 h 1983584"/>
              <a:gd name="connsiteX11" fmla="*/ 6151126 w 9097229"/>
              <a:gd name="connsiteY11" fmla="*/ 0 h 1983584"/>
              <a:gd name="connsiteX12" fmla="*/ 6577996 w 9097229"/>
              <a:gd name="connsiteY12" fmla="*/ 0 h 1983584"/>
              <a:gd name="connsiteX13" fmla="*/ 7459728 w 9097229"/>
              <a:gd name="connsiteY13" fmla="*/ 0 h 1983584"/>
              <a:gd name="connsiteX14" fmla="*/ 8068542 w 9097229"/>
              <a:gd name="connsiteY14" fmla="*/ 0 h 1983584"/>
              <a:gd name="connsiteX15" fmla="*/ 9097229 w 9097229"/>
              <a:gd name="connsiteY15" fmla="*/ 0 h 1983584"/>
              <a:gd name="connsiteX16" fmla="*/ 9097229 w 9097229"/>
              <a:gd name="connsiteY16" fmla="*/ 661195 h 1983584"/>
              <a:gd name="connsiteX17" fmla="*/ 9097229 w 9097229"/>
              <a:gd name="connsiteY17" fmla="*/ 1322389 h 1983584"/>
              <a:gd name="connsiteX18" fmla="*/ 9097229 w 9097229"/>
              <a:gd name="connsiteY18" fmla="*/ 1983584 h 1983584"/>
              <a:gd name="connsiteX19" fmla="*/ 8579387 w 9097229"/>
              <a:gd name="connsiteY19" fmla="*/ 1983584 h 1983584"/>
              <a:gd name="connsiteX20" fmla="*/ 7879600 w 9097229"/>
              <a:gd name="connsiteY20" fmla="*/ 1983584 h 1983584"/>
              <a:gd name="connsiteX21" fmla="*/ 7179813 w 9097229"/>
              <a:gd name="connsiteY21" fmla="*/ 1983584 h 1983584"/>
              <a:gd name="connsiteX22" fmla="*/ 6570998 w 9097229"/>
              <a:gd name="connsiteY22" fmla="*/ 1983584 h 1983584"/>
              <a:gd name="connsiteX23" fmla="*/ 5780239 w 9097229"/>
              <a:gd name="connsiteY23" fmla="*/ 1983584 h 1983584"/>
              <a:gd name="connsiteX24" fmla="*/ 5171425 w 9097229"/>
              <a:gd name="connsiteY24" fmla="*/ 1983584 h 1983584"/>
              <a:gd name="connsiteX25" fmla="*/ 4380666 w 9097229"/>
              <a:gd name="connsiteY25" fmla="*/ 1983584 h 1983584"/>
              <a:gd name="connsiteX26" fmla="*/ 3862823 w 9097229"/>
              <a:gd name="connsiteY26" fmla="*/ 1983584 h 1983584"/>
              <a:gd name="connsiteX27" fmla="*/ 3344981 w 9097229"/>
              <a:gd name="connsiteY27" fmla="*/ 1983584 h 1983584"/>
              <a:gd name="connsiteX28" fmla="*/ 2554222 w 9097229"/>
              <a:gd name="connsiteY28" fmla="*/ 1983584 h 1983584"/>
              <a:gd name="connsiteX29" fmla="*/ 1945407 w 9097229"/>
              <a:gd name="connsiteY29" fmla="*/ 1983584 h 1983584"/>
              <a:gd name="connsiteX30" fmla="*/ 1245621 w 9097229"/>
              <a:gd name="connsiteY30" fmla="*/ 1983584 h 1983584"/>
              <a:gd name="connsiteX31" fmla="*/ 636806 w 9097229"/>
              <a:gd name="connsiteY31" fmla="*/ 1983584 h 1983584"/>
              <a:gd name="connsiteX32" fmla="*/ 0 w 9097229"/>
              <a:gd name="connsiteY32" fmla="*/ 1983584 h 1983584"/>
              <a:gd name="connsiteX33" fmla="*/ 0 w 9097229"/>
              <a:gd name="connsiteY33" fmla="*/ 1282718 h 1983584"/>
              <a:gd name="connsiteX34" fmla="*/ 0 w 9097229"/>
              <a:gd name="connsiteY34" fmla="*/ 681031 h 1983584"/>
              <a:gd name="connsiteX35" fmla="*/ 0 w 9097229"/>
              <a:gd name="connsiteY35" fmla="*/ 0 h 198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097229" h="1983584" fill="none" extrusionOk="0">
                <a:moveTo>
                  <a:pt x="0" y="0"/>
                </a:moveTo>
                <a:cubicBezTo>
                  <a:pt x="255030" y="-25596"/>
                  <a:pt x="279725" y="-12531"/>
                  <a:pt x="517842" y="0"/>
                </a:cubicBezTo>
                <a:cubicBezTo>
                  <a:pt x="755959" y="12531"/>
                  <a:pt x="735708" y="-15665"/>
                  <a:pt x="944712" y="0"/>
                </a:cubicBezTo>
                <a:cubicBezTo>
                  <a:pt x="1153716" y="15665"/>
                  <a:pt x="1337213" y="21994"/>
                  <a:pt x="1462555" y="0"/>
                </a:cubicBezTo>
                <a:cubicBezTo>
                  <a:pt x="1587897" y="-21994"/>
                  <a:pt x="1814502" y="-26524"/>
                  <a:pt x="2071369" y="0"/>
                </a:cubicBezTo>
                <a:cubicBezTo>
                  <a:pt x="2328236" y="26524"/>
                  <a:pt x="2291293" y="12862"/>
                  <a:pt x="2498239" y="0"/>
                </a:cubicBezTo>
                <a:cubicBezTo>
                  <a:pt x="2705185" y="-12862"/>
                  <a:pt x="2974831" y="11359"/>
                  <a:pt x="3107054" y="0"/>
                </a:cubicBezTo>
                <a:cubicBezTo>
                  <a:pt x="3239278" y="-11359"/>
                  <a:pt x="3493410" y="23742"/>
                  <a:pt x="3715868" y="0"/>
                </a:cubicBezTo>
                <a:cubicBezTo>
                  <a:pt x="3938326" y="-23742"/>
                  <a:pt x="4196451" y="21169"/>
                  <a:pt x="4506627" y="0"/>
                </a:cubicBezTo>
                <a:cubicBezTo>
                  <a:pt x="4816803" y="-21169"/>
                  <a:pt x="4756697" y="10196"/>
                  <a:pt x="4933497" y="0"/>
                </a:cubicBezTo>
                <a:cubicBezTo>
                  <a:pt x="5110297" y="-10196"/>
                  <a:pt x="5388800" y="15790"/>
                  <a:pt x="5633284" y="0"/>
                </a:cubicBezTo>
                <a:cubicBezTo>
                  <a:pt x="5877768" y="-15790"/>
                  <a:pt x="5903154" y="16417"/>
                  <a:pt x="6151126" y="0"/>
                </a:cubicBezTo>
                <a:cubicBezTo>
                  <a:pt x="6399098" y="-16417"/>
                  <a:pt x="6440144" y="-14680"/>
                  <a:pt x="6577996" y="0"/>
                </a:cubicBezTo>
                <a:cubicBezTo>
                  <a:pt x="6715848" y="14680"/>
                  <a:pt x="7081586" y="20975"/>
                  <a:pt x="7459728" y="0"/>
                </a:cubicBezTo>
                <a:cubicBezTo>
                  <a:pt x="7837870" y="-20975"/>
                  <a:pt x="7882964" y="28545"/>
                  <a:pt x="8068542" y="0"/>
                </a:cubicBezTo>
                <a:cubicBezTo>
                  <a:pt x="8254120" y="-28545"/>
                  <a:pt x="8827104" y="-27867"/>
                  <a:pt x="9097229" y="0"/>
                </a:cubicBezTo>
                <a:cubicBezTo>
                  <a:pt x="9092342" y="227444"/>
                  <a:pt x="9081884" y="333768"/>
                  <a:pt x="9097229" y="661195"/>
                </a:cubicBezTo>
                <a:cubicBezTo>
                  <a:pt x="9112574" y="988623"/>
                  <a:pt x="9121354" y="1153560"/>
                  <a:pt x="9097229" y="1322389"/>
                </a:cubicBezTo>
                <a:cubicBezTo>
                  <a:pt x="9073104" y="1491218"/>
                  <a:pt x="9104443" y="1713725"/>
                  <a:pt x="9097229" y="1983584"/>
                </a:cubicBezTo>
                <a:cubicBezTo>
                  <a:pt x="8971453" y="1975423"/>
                  <a:pt x="8817786" y="1992531"/>
                  <a:pt x="8579387" y="1983584"/>
                </a:cubicBezTo>
                <a:cubicBezTo>
                  <a:pt x="8340988" y="1974637"/>
                  <a:pt x="8024366" y="1968261"/>
                  <a:pt x="7879600" y="1983584"/>
                </a:cubicBezTo>
                <a:cubicBezTo>
                  <a:pt x="7734834" y="1998907"/>
                  <a:pt x="7320092" y="1968114"/>
                  <a:pt x="7179813" y="1983584"/>
                </a:cubicBezTo>
                <a:cubicBezTo>
                  <a:pt x="7039534" y="1999054"/>
                  <a:pt x="6745503" y="1985032"/>
                  <a:pt x="6570998" y="1983584"/>
                </a:cubicBezTo>
                <a:cubicBezTo>
                  <a:pt x="6396493" y="1982136"/>
                  <a:pt x="5981228" y="2000991"/>
                  <a:pt x="5780239" y="1983584"/>
                </a:cubicBezTo>
                <a:cubicBezTo>
                  <a:pt x="5579250" y="1966177"/>
                  <a:pt x="5318087" y="1956441"/>
                  <a:pt x="5171425" y="1983584"/>
                </a:cubicBezTo>
                <a:cubicBezTo>
                  <a:pt x="5024763" y="2010727"/>
                  <a:pt x="4616973" y="1949321"/>
                  <a:pt x="4380666" y="1983584"/>
                </a:cubicBezTo>
                <a:cubicBezTo>
                  <a:pt x="4144359" y="2017847"/>
                  <a:pt x="4065327" y="1965971"/>
                  <a:pt x="3862823" y="1983584"/>
                </a:cubicBezTo>
                <a:cubicBezTo>
                  <a:pt x="3660319" y="2001197"/>
                  <a:pt x="3549885" y="1970857"/>
                  <a:pt x="3344981" y="1983584"/>
                </a:cubicBezTo>
                <a:cubicBezTo>
                  <a:pt x="3140077" y="1996311"/>
                  <a:pt x="2741279" y="1968134"/>
                  <a:pt x="2554222" y="1983584"/>
                </a:cubicBezTo>
                <a:cubicBezTo>
                  <a:pt x="2367165" y="1999034"/>
                  <a:pt x="2200082" y="1957897"/>
                  <a:pt x="1945407" y="1983584"/>
                </a:cubicBezTo>
                <a:cubicBezTo>
                  <a:pt x="1690732" y="2009271"/>
                  <a:pt x="1528968" y="1959216"/>
                  <a:pt x="1245621" y="1983584"/>
                </a:cubicBezTo>
                <a:cubicBezTo>
                  <a:pt x="962274" y="2007952"/>
                  <a:pt x="921443" y="2003007"/>
                  <a:pt x="636806" y="1983584"/>
                </a:cubicBezTo>
                <a:cubicBezTo>
                  <a:pt x="352170" y="1964161"/>
                  <a:pt x="179553" y="1956714"/>
                  <a:pt x="0" y="1983584"/>
                </a:cubicBezTo>
                <a:cubicBezTo>
                  <a:pt x="28154" y="1641996"/>
                  <a:pt x="24644" y="1569331"/>
                  <a:pt x="0" y="1282718"/>
                </a:cubicBezTo>
                <a:cubicBezTo>
                  <a:pt x="-24644" y="996105"/>
                  <a:pt x="-14426" y="862814"/>
                  <a:pt x="0" y="681031"/>
                </a:cubicBezTo>
                <a:cubicBezTo>
                  <a:pt x="14426" y="499248"/>
                  <a:pt x="-13476" y="230331"/>
                  <a:pt x="0" y="0"/>
                </a:cubicBezTo>
                <a:close/>
              </a:path>
              <a:path w="9097229" h="1983584" stroke="0" extrusionOk="0">
                <a:moveTo>
                  <a:pt x="0" y="0"/>
                </a:moveTo>
                <a:cubicBezTo>
                  <a:pt x="133781" y="23256"/>
                  <a:pt x="332755" y="28433"/>
                  <a:pt x="608815" y="0"/>
                </a:cubicBezTo>
                <a:cubicBezTo>
                  <a:pt x="884876" y="-28433"/>
                  <a:pt x="1090204" y="16881"/>
                  <a:pt x="1399574" y="0"/>
                </a:cubicBezTo>
                <a:cubicBezTo>
                  <a:pt x="1708944" y="-16881"/>
                  <a:pt x="2059614" y="12498"/>
                  <a:pt x="2281305" y="0"/>
                </a:cubicBezTo>
                <a:cubicBezTo>
                  <a:pt x="2502996" y="-12498"/>
                  <a:pt x="2503017" y="-20786"/>
                  <a:pt x="2708175" y="0"/>
                </a:cubicBezTo>
                <a:cubicBezTo>
                  <a:pt x="2913333" y="20786"/>
                  <a:pt x="3147217" y="14361"/>
                  <a:pt x="3407962" y="0"/>
                </a:cubicBezTo>
                <a:cubicBezTo>
                  <a:pt x="3668707" y="-14361"/>
                  <a:pt x="3693619" y="10828"/>
                  <a:pt x="3834832" y="0"/>
                </a:cubicBezTo>
                <a:cubicBezTo>
                  <a:pt x="3976045" y="-10828"/>
                  <a:pt x="4163800" y="-21090"/>
                  <a:pt x="4261702" y="0"/>
                </a:cubicBezTo>
                <a:cubicBezTo>
                  <a:pt x="4359604" y="21090"/>
                  <a:pt x="4756190" y="-31445"/>
                  <a:pt x="5052461" y="0"/>
                </a:cubicBezTo>
                <a:cubicBezTo>
                  <a:pt x="5348732" y="31445"/>
                  <a:pt x="5421042" y="22741"/>
                  <a:pt x="5661276" y="0"/>
                </a:cubicBezTo>
                <a:cubicBezTo>
                  <a:pt x="5901510" y="-22741"/>
                  <a:pt x="6261382" y="-25675"/>
                  <a:pt x="6543007" y="0"/>
                </a:cubicBezTo>
                <a:cubicBezTo>
                  <a:pt x="6824632" y="25675"/>
                  <a:pt x="7039363" y="-1077"/>
                  <a:pt x="7242794" y="0"/>
                </a:cubicBezTo>
                <a:cubicBezTo>
                  <a:pt x="7446225" y="1077"/>
                  <a:pt x="7613392" y="-8593"/>
                  <a:pt x="7760636" y="0"/>
                </a:cubicBezTo>
                <a:cubicBezTo>
                  <a:pt x="7907880" y="8593"/>
                  <a:pt x="8605372" y="14151"/>
                  <a:pt x="9097229" y="0"/>
                </a:cubicBezTo>
                <a:cubicBezTo>
                  <a:pt x="9108423" y="167562"/>
                  <a:pt x="9094039" y="377676"/>
                  <a:pt x="9097229" y="700866"/>
                </a:cubicBezTo>
                <a:cubicBezTo>
                  <a:pt x="9100419" y="1024056"/>
                  <a:pt x="9073145" y="1208123"/>
                  <a:pt x="9097229" y="1381897"/>
                </a:cubicBezTo>
                <a:cubicBezTo>
                  <a:pt x="9121313" y="1555671"/>
                  <a:pt x="9112635" y="1860727"/>
                  <a:pt x="9097229" y="1983584"/>
                </a:cubicBezTo>
                <a:cubicBezTo>
                  <a:pt x="8895967" y="1985095"/>
                  <a:pt x="8784449" y="2000462"/>
                  <a:pt x="8670359" y="1983584"/>
                </a:cubicBezTo>
                <a:cubicBezTo>
                  <a:pt x="8556269" y="1966707"/>
                  <a:pt x="8220846" y="1985772"/>
                  <a:pt x="7970572" y="1983584"/>
                </a:cubicBezTo>
                <a:cubicBezTo>
                  <a:pt x="7720298" y="1981396"/>
                  <a:pt x="7467449" y="2018182"/>
                  <a:pt x="7088841" y="1983584"/>
                </a:cubicBezTo>
                <a:cubicBezTo>
                  <a:pt x="6710233" y="1948986"/>
                  <a:pt x="6590499" y="1966560"/>
                  <a:pt x="6389054" y="1983584"/>
                </a:cubicBezTo>
                <a:cubicBezTo>
                  <a:pt x="6187609" y="2000608"/>
                  <a:pt x="5777233" y="2008029"/>
                  <a:pt x="5598295" y="1983584"/>
                </a:cubicBezTo>
                <a:cubicBezTo>
                  <a:pt x="5419357" y="1959139"/>
                  <a:pt x="5126387" y="1948863"/>
                  <a:pt x="4807536" y="1983584"/>
                </a:cubicBezTo>
                <a:cubicBezTo>
                  <a:pt x="4488685" y="2018305"/>
                  <a:pt x="4360833" y="1962019"/>
                  <a:pt x="4198721" y="1983584"/>
                </a:cubicBezTo>
                <a:cubicBezTo>
                  <a:pt x="4036609" y="2005149"/>
                  <a:pt x="3793927" y="1966055"/>
                  <a:pt x="3680879" y="1983584"/>
                </a:cubicBezTo>
                <a:cubicBezTo>
                  <a:pt x="3567831" y="2001113"/>
                  <a:pt x="3056326" y="1995060"/>
                  <a:pt x="2799147" y="1983584"/>
                </a:cubicBezTo>
                <a:cubicBezTo>
                  <a:pt x="2541968" y="1972108"/>
                  <a:pt x="2267862" y="1999097"/>
                  <a:pt x="2099361" y="1983584"/>
                </a:cubicBezTo>
                <a:cubicBezTo>
                  <a:pt x="1930860" y="1968071"/>
                  <a:pt x="1456993" y="1959405"/>
                  <a:pt x="1217629" y="1983584"/>
                </a:cubicBezTo>
                <a:cubicBezTo>
                  <a:pt x="978265" y="2007763"/>
                  <a:pt x="542318" y="1962253"/>
                  <a:pt x="0" y="1983584"/>
                </a:cubicBezTo>
                <a:cubicBezTo>
                  <a:pt x="27582" y="1726166"/>
                  <a:pt x="-7189" y="1488770"/>
                  <a:pt x="0" y="1362061"/>
                </a:cubicBezTo>
                <a:cubicBezTo>
                  <a:pt x="7189" y="1235352"/>
                  <a:pt x="29838" y="898415"/>
                  <a:pt x="0" y="760374"/>
                </a:cubicBezTo>
                <a:cubicBezTo>
                  <a:pt x="-29838" y="622333"/>
                  <a:pt x="18188" y="21147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72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 main()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…</a:t>
            </a: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B050"/>
                </a:solidFill>
              </a:rPr>
              <a:t>// 2) 'socket_web'</a:t>
            </a:r>
            <a:r>
              <a:rPr lang="ko-KR" altLang="en-US" sz="1000">
                <a:solidFill>
                  <a:srgbClr val="00B050"/>
                </a:solidFill>
              </a:rPr>
              <a:t>을 사용하는 </a:t>
            </a:r>
            <a:r>
              <a:rPr lang="en-US" altLang="ko-KR" sz="1000">
                <a:solidFill>
                  <a:srgbClr val="00B050"/>
                </a:solidFill>
              </a:rPr>
              <a:t>acceptor </a:t>
            </a:r>
            <a:r>
              <a:rPr lang="ko-KR" altLang="en-US" sz="1000">
                <a:solidFill>
                  <a:srgbClr val="00B050"/>
                </a:solidFill>
              </a:rPr>
              <a:t>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 = make_own&lt;net::acceptor&lt;socket_web&gt;&gt;();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	</a:t>
            </a:r>
            <a:r>
              <a:rPr lang="en-US" altLang="ko-KR" sz="1000">
                <a:solidFill>
                  <a:srgbClr val="00B050"/>
                </a:solidFill>
              </a:rPr>
              <a:t>// 3) 20000</a:t>
            </a:r>
            <a:r>
              <a:rPr lang="ko-KR" altLang="en-US" sz="1000">
                <a:solidFill>
                  <a:srgbClr val="00B050"/>
                </a:solidFill>
              </a:rPr>
              <a:t>번 포트에서 </a:t>
            </a:r>
            <a:r>
              <a:rPr lang="en-US" altLang="ko-KR" sz="1000">
                <a:solidFill>
                  <a:srgbClr val="00B050"/>
                </a:solidFill>
              </a:rPr>
              <a:t>listen</a:t>
            </a:r>
            <a:r>
              <a:rPr lang="ko-KR" altLang="en-US" sz="1000">
                <a:solidFill>
                  <a:srgbClr val="00B050"/>
                </a:solidFill>
              </a:rPr>
              <a:t>을 시작한다</a:t>
            </a:r>
            <a:r>
              <a:rPr lang="en-US" altLang="ko-KR" sz="1000">
                <a:solidFill>
                  <a:srgbClr val="00B050"/>
                </a:solidFill>
              </a:rPr>
              <a:t>. (</a:t>
            </a:r>
            <a:r>
              <a:rPr lang="ko-KR" altLang="en-US" sz="1000">
                <a:solidFill>
                  <a:srgbClr val="00B050"/>
                </a:solidFill>
              </a:rPr>
              <a:t>기본설정은 </a:t>
            </a:r>
            <a:r>
              <a:rPr lang="en-US" altLang="ko-KR" sz="1000">
                <a:solidFill>
                  <a:srgbClr val="00B050"/>
                </a:solidFill>
              </a:rPr>
              <a:t>IPv4</a:t>
            </a:r>
            <a:r>
              <a:rPr lang="ko-KR" altLang="en-US" sz="1000">
                <a:solidFill>
                  <a:srgbClr val="00B050"/>
                </a:solidFill>
              </a:rPr>
              <a:t>과 </a:t>
            </a:r>
            <a:r>
              <a:rPr lang="en-US" altLang="ko-KR" sz="1000">
                <a:solidFill>
                  <a:srgbClr val="00B050"/>
                </a:solidFill>
              </a:rPr>
              <a:t>IPv6 </a:t>
            </a:r>
            <a:r>
              <a:rPr lang="ko-KR" altLang="en-US" sz="1000">
                <a:solidFill>
                  <a:srgbClr val="00B050"/>
                </a:solidFill>
              </a:rPr>
              <a:t>동시 지원이다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pacceptor-&gt;start();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	…</a:t>
            </a:r>
            <a:endParaRPr lang="ko-KR" altLang="en-US" sz="1000"/>
          </a:p>
          <a:p>
            <a:pPr defTabSz="360000"/>
            <a:r>
              <a:rPr lang="en-US" altLang="ko-KR" sz="100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86ACDC-6D80-447F-8301-1714A849AE15}"/>
              </a:ext>
            </a:extLst>
          </p:cNvPr>
          <p:cNvSpPr txBox="1"/>
          <p:nvPr/>
        </p:nvSpPr>
        <p:spPr>
          <a:xfrm>
            <a:off x="1416049" y="578901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http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server acceptor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server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정의했다면 이제 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시작해주면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web 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동작한다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C1CA71-2AF7-4E93-B104-9E786A87593F}"/>
              </a:ext>
            </a:extLst>
          </p:cNvPr>
          <p:cNvSpPr/>
          <p:nvPr/>
        </p:nvSpPr>
        <p:spPr>
          <a:xfrm>
            <a:off x="6831714" y="1856345"/>
            <a:ext cx="4127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일반적인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와 동일하다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8796301-36A0-4092-B393-2624BE261EF8}"/>
              </a:ext>
            </a:extLst>
          </p:cNvPr>
          <p:cNvSpPr/>
          <p:nvPr/>
        </p:nvSpPr>
        <p:spPr>
          <a:xfrm>
            <a:off x="6842224" y="189517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6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2C98B49-E782-4BFC-AD3A-ED22C36F32B2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6096000" y="1985177"/>
            <a:ext cx="746224" cy="4002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71AFA59-49A9-4A93-9179-A39851AE6748}"/>
              </a:ext>
            </a:extLst>
          </p:cNvPr>
          <p:cNvSpPr/>
          <p:nvPr/>
        </p:nvSpPr>
        <p:spPr>
          <a:xfrm>
            <a:off x="4349689" y="2551431"/>
            <a:ext cx="412756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web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server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시작한다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b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port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넣지 않으면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http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의 기본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port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설정된다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(http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80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번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https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443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번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AF04A47-2398-4DD1-BA9C-B2527A4D884D}"/>
              </a:ext>
            </a:extLst>
          </p:cNvPr>
          <p:cNvSpPr/>
          <p:nvPr/>
        </p:nvSpPr>
        <p:spPr>
          <a:xfrm>
            <a:off x="4360199" y="259026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7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18D97B8-0F2B-456A-83BA-9A45DC2B1A31}"/>
              </a:ext>
            </a:extLst>
          </p:cNvPr>
          <p:cNvCxnSpPr>
            <a:cxnSpLocks/>
            <a:stCxn id="27" idx="2"/>
          </p:cNvCxnSpPr>
          <p:nvPr/>
        </p:nvCxnSpPr>
        <p:spPr>
          <a:xfrm flipH="1" flipV="1">
            <a:off x="3576119" y="2553083"/>
            <a:ext cx="784080" cy="12718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5CEC8E3-CD45-4D0D-A190-EB799BC64F76}"/>
              </a:ext>
            </a:extLst>
          </p:cNvPr>
          <p:cNvSpPr/>
          <p:nvPr/>
        </p:nvSpPr>
        <p:spPr>
          <a:xfrm>
            <a:off x="1761270" y="3983037"/>
            <a:ext cx="9097229" cy="1521919"/>
          </a:xfrm>
          <a:custGeom>
            <a:avLst/>
            <a:gdLst>
              <a:gd name="connsiteX0" fmla="*/ 0 w 9097229"/>
              <a:gd name="connsiteY0" fmla="*/ 0 h 1521919"/>
              <a:gd name="connsiteX1" fmla="*/ 517842 w 9097229"/>
              <a:gd name="connsiteY1" fmla="*/ 0 h 1521919"/>
              <a:gd name="connsiteX2" fmla="*/ 944712 w 9097229"/>
              <a:gd name="connsiteY2" fmla="*/ 0 h 1521919"/>
              <a:gd name="connsiteX3" fmla="*/ 1462555 w 9097229"/>
              <a:gd name="connsiteY3" fmla="*/ 0 h 1521919"/>
              <a:gd name="connsiteX4" fmla="*/ 2071369 w 9097229"/>
              <a:gd name="connsiteY4" fmla="*/ 0 h 1521919"/>
              <a:gd name="connsiteX5" fmla="*/ 2498239 w 9097229"/>
              <a:gd name="connsiteY5" fmla="*/ 0 h 1521919"/>
              <a:gd name="connsiteX6" fmla="*/ 3107054 w 9097229"/>
              <a:gd name="connsiteY6" fmla="*/ 0 h 1521919"/>
              <a:gd name="connsiteX7" fmla="*/ 3715868 w 9097229"/>
              <a:gd name="connsiteY7" fmla="*/ 0 h 1521919"/>
              <a:gd name="connsiteX8" fmla="*/ 4506627 w 9097229"/>
              <a:gd name="connsiteY8" fmla="*/ 0 h 1521919"/>
              <a:gd name="connsiteX9" fmla="*/ 4933497 w 9097229"/>
              <a:gd name="connsiteY9" fmla="*/ 0 h 1521919"/>
              <a:gd name="connsiteX10" fmla="*/ 5633284 w 9097229"/>
              <a:gd name="connsiteY10" fmla="*/ 0 h 1521919"/>
              <a:gd name="connsiteX11" fmla="*/ 6151126 w 9097229"/>
              <a:gd name="connsiteY11" fmla="*/ 0 h 1521919"/>
              <a:gd name="connsiteX12" fmla="*/ 6577996 w 9097229"/>
              <a:gd name="connsiteY12" fmla="*/ 0 h 1521919"/>
              <a:gd name="connsiteX13" fmla="*/ 7459728 w 9097229"/>
              <a:gd name="connsiteY13" fmla="*/ 0 h 1521919"/>
              <a:gd name="connsiteX14" fmla="*/ 8068542 w 9097229"/>
              <a:gd name="connsiteY14" fmla="*/ 0 h 1521919"/>
              <a:gd name="connsiteX15" fmla="*/ 9097229 w 9097229"/>
              <a:gd name="connsiteY15" fmla="*/ 0 h 1521919"/>
              <a:gd name="connsiteX16" fmla="*/ 9097229 w 9097229"/>
              <a:gd name="connsiteY16" fmla="*/ 507306 h 1521919"/>
              <a:gd name="connsiteX17" fmla="*/ 9097229 w 9097229"/>
              <a:gd name="connsiteY17" fmla="*/ 1014613 h 1521919"/>
              <a:gd name="connsiteX18" fmla="*/ 9097229 w 9097229"/>
              <a:gd name="connsiteY18" fmla="*/ 1521919 h 1521919"/>
              <a:gd name="connsiteX19" fmla="*/ 8579387 w 9097229"/>
              <a:gd name="connsiteY19" fmla="*/ 1521919 h 1521919"/>
              <a:gd name="connsiteX20" fmla="*/ 7879600 w 9097229"/>
              <a:gd name="connsiteY20" fmla="*/ 1521919 h 1521919"/>
              <a:gd name="connsiteX21" fmla="*/ 7179813 w 9097229"/>
              <a:gd name="connsiteY21" fmla="*/ 1521919 h 1521919"/>
              <a:gd name="connsiteX22" fmla="*/ 6570998 w 9097229"/>
              <a:gd name="connsiteY22" fmla="*/ 1521919 h 1521919"/>
              <a:gd name="connsiteX23" fmla="*/ 5780239 w 9097229"/>
              <a:gd name="connsiteY23" fmla="*/ 1521919 h 1521919"/>
              <a:gd name="connsiteX24" fmla="*/ 5171425 w 9097229"/>
              <a:gd name="connsiteY24" fmla="*/ 1521919 h 1521919"/>
              <a:gd name="connsiteX25" fmla="*/ 4380666 w 9097229"/>
              <a:gd name="connsiteY25" fmla="*/ 1521919 h 1521919"/>
              <a:gd name="connsiteX26" fmla="*/ 3862823 w 9097229"/>
              <a:gd name="connsiteY26" fmla="*/ 1521919 h 1521919"/>
              <a:gd name="connsiteX27" fmla="*/ 3344981 w 9097229"/>
              <a:gd name="connsiteY27" fmla="*/ 1521919 h 1521919"/>
              <a:gd name="connsiteX28" fmla="*/ 2554222 w 9097229"/>
              <a:gd name="connsiteY28" fmla="*/ 1521919 h 1521919"/>
              <a:gd name="connsiteX29" fmla="*/ 1945407 w 9097229"/>
              <a:gd name="connsiteY29" fmla="*/ 1521919 h 1521919"/>
              <a:gd name="connsiteX30" fmla="*/ 1245621 w 9097229"/>
              <a:gd name="connsiteY30" fmla="*/ 1521919 h 1521919"/>
              <a:gd name="connsiteX31" fmla="*/ 636806 w 9097229"/>
              <a:gd name="connsiteY31" fmla="*/ 1521919 h 1521919"/>
              <a:gd name="connsiteX32" fmla="*/ 0 w 9097229"/>
              <a:gd name="connsiteY32" fmla="*/ 1521919 h 1521919"/>
              <a:gd name="connsiteX33" fmla="*/ 0 w 9097229"/>
              <a:gd name="connsiteY33" fmla="*/ 984174 h 1521919"/>
              <a:gd name="connsiteX34" fmla="*/ 0 w 9097229"/>
              <a:gd name="connsiteY34" fmla="*/ 522526 h 1521919"/>
              <a:gd name="connsiteX35" fmla="*/ 0 w 9097229"/>
              <a:gd name="connsiteY35" fmla="*/ 0 h 152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097229" h="1521919" fill="none" extrusionOk="0">
                <a:moveTo>
                  <a:pt x="0" y="0"/>
                </a:moveTo>
                <a:cubicBezTo>
                  <a:pt x="255030" y="-25596"/>
                  <a:pt x="279725" y="-12531"/>
                  <a:pt x="517842" y="0"/>
                </a:cubicBezTo>
                <a:cubicBezTo>
                  <a:pt x="755959" y="12531"/>
                  <a:pt x="735708" y="-15665"/>
                  <a:pt x="944712" y="0"/>
                </a:cubicBezTo>
                <a:cubicBezTo>
                  <a:pt x="1153716" y="15665"/>
                  <a:pt x="1337213" y="21994"/>
                  <a:pt x="1462555" y="0"/>
                </a:cubicBezTo>
                <a:cubicBezTo>
                  <a:pt x="1587897" y="-21994"/>
                  <a:pt x="1814502" y="-26524"/>
                  <a:pt x="2071369" y="0"/>
                </a:cubicBezTo>
                <a:cubicBezTo>
                  <a:pt x="2328236" y="26524"/>
                  <a:pt x="2291293" y="12862"/>
                  <a:pt x="2498239" y="0"/>
                </a:cubicBezTo>
                <a:cubicBezTo>
                  <a:pt x="2705185" y="-12862"/>
                  <a:pt x="2974831" y="11359"/>
                  <a:pt x="3107054" y="0"/>
                </a:cubicBezTo>
                <a:cubicBezTo>
                  <a:pt x="3239278" y="-11359"/>
                  <a:pt x="3493410" y="23742"/>
                  <a:pt x="3715868" y="0"/>
                </a:cubicBezTo>
                <a:cubicBezTo>
                  <a:pt x="3938326" y="-23742"/>
                  <a:pt x="4196451" y="21169"/>
                  <a:pt x="4506627" y="0"/>
                </a:cubicBezTo>
                <a:cubicBezTo>
                  <a:pt x="4816803" y="-21169"/>
                  <a:pt x="4756697" y="10196"/>
                  <a:pt x="4933497" y="0"/>
                </a:cubicBezTo>
                <a:cubicBezTo>
                  <a:pt x="5110297" y="-10196"/>
                  <a:pt x="5388800" y="15790"/>
                  <a:pt x="5633284" y="0"/>
                </a:cubicBezTo>
                <a:cubicBezTo>
                  <a:pt x="5877768" y="-15790"/>
                  <a:pt x="5903154" y="16417"/>
                  <a:pt x="6151126" y="0"/>
                </a:cubicBezTo>
                <a:cubicBezTo>
                  <a:pt x="6399098" y="-16417"/>
                  <a:pt x="6440144" y="-14680"/>
                  <a:pt x="6577996" y="0"/>
                </a:cubicBezTo>
                <a:cubicBezTo>
                  <a:pt x="6715848" y="14680"/>
                  <a:pt x="7081586" y="20975"/>
                  <a:pt x="7459728" y="0"/>
                </a:cubicBezTo>
                <a:cubicBezTo>
                  <a:pt x="7837870" y="-20975"/>
                  <a:pt x="7882964" y="28545"/>
                  <a:pt x="8068542" y="0"/>
                </a:cubicBezTo>
                <a:cubicBezTo>
                  <a:pt x="8254120" y="-28545"/>
                  <a:pt x="8827104" y="-27867"/>
                  <a:pt x="9097229" y="0"/>
                </a:cubicBezTo>
                <a:cubicBezTo>
                  <a:pt x="9082452" y="244271"/>
                  <a:pt x="9116293" y="285278"/>
                  <a:pt x="9097229" y="507306"/>
                </a:cubicBezTo>
                <a:cubicBezTo>
                  <a:pt x="9078165" y="729334"/>
                  <a:pt x="9087552" y="832104"/>
                  <a:pt x="9097229" y="1014613"/>
                </a:cubicBezTo>
                <a:cubicBezTo>
                  <a:pt x="9106906" y="1197122"/>
                  <a:pt x="9122022" y="1295015"/>
                  <a:pt x="9097229" y="1521919"/>
                </a:cubicBezTo>
                <a:cubicBezTo>
                  <a:pt x="8971453" y="1513758"/>
                  <a:pt x="8817786" y="1530866"/>
                  <a:pt x="8579387" y="1521919"/>
                </a:cubicBezTo>
                <a:cubicBezTo>
                  <a:pt x="8340988" y="1512972"/>
                  <a:pt x="8024366" y="1506596"/>
                  <a:pt x="7879600" y="1521919"/>
                </a:cubicBezTo>
                <a:cubicBezTo>
                  <a:pt x="7734834" y="1537242"/>
                  <a:pt x="7320092" y="1506449"/>
                  <a:pt x="7179813" y="1521919"/>
                </a:cubicBezTo>
                <a:cubicBezTo>
                  <a:pt x="7039534" y="1537389"/>
                  <a:pt x="6745503" y="1523367"/>
                  <a:pt x="6570998" y="1521919"/>
                </a:cubicBezTo>
                <a:cubicBezTo>
                  <a:pt x="6396493" y="1520471"/>
                  <a:pt x="5981228" y="1539326"/>
                  <a:pt x="5780239" y="1521919"/>
                </a:cubicBezTo>
                <a:cubicBezTo>
                  <a:pt x="5579250" y="1504512"/>
                  <a:pt x="5318087" y="1494776"/>
                  <a:pt x="5171425" y="1521919"/>
                </a:cubicBezTo>
                <a:cubicBezTo>
                  <a:pt x="5024763" y="1549062"/>
                  <a:pt x="4616973" y="1487656"/>
                  <a:pt x="4380666" y="1521919"/>
                </a:cubicBezTo>
                <a:cubicBezTo>
                  <a:pt x="4144359" y="1556182"/>
                  <a:pt x="4065327" y="1504306"/>
                  <a:pt x="3862823" y="1521919"/>
                </a:cubicBezTo>
                <a:cubicBezTo>
                  <a:pt x="3660319" y="1539532"/>
                  <a:pt x="3549885" y="1509192"/>
                  <a:pt x="3344981" y="1521919"/>
                </a:cubicBezTo>
                <a:cubicBezTo>
                  <a:pt x="3140077" y="1534646"/>
                  <a:pt x="2741279" y="1506469"/>
                  <a:pt x="2554222" y="1521919"/>
                </a:cubicBezTo>
                <a:cubicBezTo>
                  <a:pt x="2367165" y="1537369"/>
                  <a:pt x="2200082" y="1496232"/>
                  <a:pt x="1945407" y="1521919"/>
                </a:cubicBezTo>
                <a:cubicBezTo>
                  <a:pt x="1690732" y="1547606"/>
                  <a:pt x="1528968" y="1497551"/>
                  <a:pt x="1245621" y="1521919"/>
                </a:cubicBezTo>
                <a:cubicBezTo>
                  <a:pt x="962274" y="1546287"/>
                  <a:pt x="921443" y="1541342"/>
                  <a:pt x="636806" y="1521919"/>
                </a:cubicBezTo>
                <a:cubicBezTo>
                  <a:pt x="352170" y="1502496"/>
                  <a:pt x="179553" y="1495049"/>
                  <a:pt x="0" y="1521919"/>
                </a:cubicBezTo>
                <a:cubicBezTo>
                  <a:pt x="-21391" y="1273619"/>
                  <a:pt x="-12882" y="1113280"/>
                  <a:pt x="0" y="984174"/>
                </a:cubicBezTo>
                <a:cubicBezTo>
                  <a:pt x="12882" y="855069"/>
                  <a:pt x="20486" y="752610"/>
                  <a:pt x="0" y="522526"/>
                </a:cubicBezTo>
                <a:cubicBezTo>
                  <a:pt x="-20486" y="292442"/>
                  <a:pt x="-18449" y="229283"/>
                  <a:pt x="0" y="0"/>
                </a:cubicBezTo>
                <a:close/>
              </a:path>
              <a:path w="9097229" h="1521919" stroke="0" extrusionOk="0">
                <a:moveTo>
                  <a:pt x="0" y="0"/>
                </a:moveTo>
                <a:cubicBezTo>
                  <a:pt x="133781" y="23256"/>
                  <a:pt x="332755" y="28433"/>
                  <a:pt x="608815" y="0"/>
                </a:cubicBezTo>
                <a:cubicBezTo>
                  <a:pt x="884876" y="-28433"/>
                  <a:pt x="1090204" y="16881"/>
                  <a:pt x="1399574" y="0"/>
                </a:cubicBezTo>
                <a:cubicBezTo>
                  <a:pt x="1708944" y="-16881"/>
                  <a:pt x="2059614" y="12498"/>
                  <a:pt x="2281305" y="0"/>
                </a:cubicBezTo>
                <a:cubicBezTo>
                  <a:pt x="2502996" y="-12498"/>
                  <a:pt x="2503017" y="-20786"/>
                  <a:pt x="2708175" y="0"/>
                </a:cubicBezTo>
                <a:cubicBezTo>
                  <a:pt x="2913333" y="20786"/>
                  <a:pt x="3147217" y="14361"/>
                  <a:pt x="3407962" y="0"/>
                </a:cubicBezTo>
                <a:cubicBezTo>
                  <a:pt x="3668707" y="-14361"/>
                  <a:pt x="3693619" y="10828"/>
                  <a:pt x="3834832" y="0"/>
                </a:cubicBezTo>
                <a:cubicBezTo>
                  <a:pt x="3976045" y="-10828"/>
                  <a:pt x="4163800" y="-21090"/>
                  <a:pt x="4261702" y="0"/>
                </a:cubicBezTo>
                <a:cubicBezTo>
                  <a:pt x="4359604" y="21090"/>
                  <a:pt x="4756190" y="-31445"/>
                  <a:pt x="5052461" y="0"/>
                </a:cubicBezTo>
                <a:cubicBezTo>
                  <a:pt x="5348732" y="31445"/>
                  <a:pt x="5421042" y="22741"/>
                  <a:pt x="5661276" y="0"/>
                </a:cubicBezTo>
                <a:cubicBezTo>
                  <a:pt x="5901510" y="-22741"/>
                  <a:pt x="6261382" y="-25675"/>
                  <a:pt x="6543007" y="0"/>
                </a:cubicBezTo>
                <a:cubicBezTo>
                  <a:pt x="6824632" y="25675"/>
                  <a:pt x="7039363" y="-1077"/>
                  <a:pt x="7242794" y="0"/>
                </a:cubicBezTo>
                <a:cubicBezTo>
                  <a:pt x="7446225" y="1077"/>
                  <a:pt x="7613392" y="-8593"/>
                  <a:pt x="7760636" y="0"/>
                </a:cubicBezTo>
                <a:cubicBezTo>
                  <a:pt x="7907880" y="8593"/>
                  <a:pt x="8605372" y="14151"/>
                  <a:pt x="9097229" y="0"/>
                </a:cubicBezTo>
                <a:cubicBezTo>
                  <a:pt x="9094472" y="115686"/>
                  <a:pt x="9122080" y="344465"/>
                  <a:pt x="9097229" y="537745"/>
                </a:cubicBezTo>
                <a:cubicBezTo>
                  <a:pt x="9072378" y="731026"/>
                  <a:pt x="9118900" y="882161"/>
                  <a:pt x="9097229" y="1060270"/>
                </a:cubicBezTo>
                <a:cubicBezTo>
                  <a:pt x="9075558" y="1238379"/>
                  <a:pt x="9106305" y="1351690"/>
                  <a:pt x="9097229" y="1521919"/>
                </a:cubicBezTo>
                <a:cubicBezTo>
                  <a:pt x="8895967" y="1523430"/>
                  <a:pt x="8784449" y="1538797"/>
                  <a:pt x="8670359" y="1521919"/>
                </a:cubicBezTo>
                <a:cubicBezTo>
                  <a:pt x="8556269" y="1505042"/>
                  <a:pt x="8220846" y="1524107"/>
                  <a:pt x="7970572" y="1521919"/>
                </a:cubicBezTo>
                <a:cubicBezTo>
                  <a:pt x="7720298" y="1519731"/>
                  <a:pt x="7467449" y="1556517"/>
                  <a:pt x="7088841" y="1521919"/>
                </a:cubicBezTo>
                <a:cubicBezTo>
                  <a:pt x="6710233" y="1487321"/>
                  <a:pt x="6590499" y="1504895"/>
                  <a:pt x="6389054" y="1521919"/>
                </a:cubicBezTo>
                <a:cubicBezTo>
                  <a:pt x="6187609" y="1538943"/>
                  <a:pt x="5777233" y="1546364"/>
                  <a:pt x="5598295" y="1521919"/>
                </a:cubicBezTo>
                <a:cubicBezTo>
                  <a:pt x="5419357" y="1497474"/>
                  <a:pt x="5126387" y="1487198"/>
                  <a:pt x="4807536" y="1521919"/>
                </a:cubicBezTo>
                <a:cubicBezTo>
                  <a:pt x="4488685" y="1556640"/>
                  <a:pt x="4360833" y="1500354"/>
                  <a:pt x="4198721" y="1521919"/>
                </a:cubicBezTo>
                <a:cubicBezTo>
                  <a:pt x="4036609" y="1543484"/>
                  <a:pt x="3793927" y="1504390"/>
                  <a:pt x="3680879" y="1521919"/>
                </a:cubicBezTo>
                <a:cubicBezTo>
                  <a:pt x="3567831" y="1539448"/>
                  <a:pt x="3056326" y="1533395"/>
                  <a:pt x="2799147" y="1521919"/>
                </a:cubicBezTo>
                <a:cubicBezTo>
                  <a:pt x="2541968" y="1510443"/>
                  <a:pt x="2267862" y="1537432"/>
                  <a:pt x="2099361" y="1521919"/>
                </a:cubicBezTo>
                <a:cubicBezTo>
                  <a:pt x="1930860" y="1506406"/>
                  <a:pt x="1456993" y="1497740"/>
                  <a:pt x="1217629" y="1521919"/>
                </a:cubicBezTo>
                <a:cubicBezTo>
                  <a:pt x="978265" y="1546098"/>
                  <a:pt x="542318" y="1500588"/>
                  <a:pt x="0" y="1521919"/>
                </a:cubicBezTo>
                <a:cubicBezTo>
                  <a:pt x="9176" y="1358295"/>
                  <a:pt x="269" y="1200722"/>
                  <a:pt x="0" y="1045051"/>
                </a:cubicBezTo>
                <a:cubicBezTo>
                  <a:pt x="-269" y="889380"/>
                  <a:pt x="-3404" y="792695"/>
                  <a:pt x="0" y="583402"/>
                </a:cubicBezTo>
                <a:cubicBezTo>
                  <a:pt x="3404" y="374109"/>
                  <a:pt x="17810" y="15656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72000" bIns="144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en-US" altLang="ko-KR" sz="1000" b="1">
                <a:solidFill>
                  <a:srgbClr val="00B050"/>
                </a:solidFill>
              </a:rPr>
              <a:t>3) ssl context</a:t>
            </a:r>
            <a:r>
              <a:rPr lang="ko-KR" altLang="en-US" sz="1000" b="1">
                <a:solidFill>
                  <a:srgbClr val="00B050"/>
                </a:solidFill>
              </a:rPr>
              <a:t>를 생성한다</a:t>
            </a:r>
            <a:r>
              <a:rPr lang="en-US" altLang="ko-KR" sz="1000" b="1">
                <a:solidFill>
                  <a:srgbClr val="00B050"/>
                </a:solidFill>
              </a:rPr>
              <a:t>.</a:t>
            </a:r>
            <a:endParaRPr lang="ko-KR" altLang="en-US" sz="1000" b="1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B050"/>
                </a:solidFill>
              </a:rPr>
              <a:t>//    - ssl</a:t>
            </a:r>
            <a:r>
              <a:rPr lang="ko-KR" altLang="en-US" sz="1000">
                <a:solidFill>
                  <a:srgbClr val="00B050"/>
                </a:solidFill>
              </a:rPr>
              <a:t>을 사용하고자 할 경우 아래와 같이 </a:t>
            </a:r>
            <a:r>
              <a:rPr lang="en-US" altLang="ko-KR" sz="1000">
                <a:solidFill>
                  <a:srgbClr val="00B050"/>
                </a:solidFill>
              </a:rPr>
              <a:t>ssl_conent</a:t>
            </a:r>
            <a:r>
              <a:rPr lang="ko-KR" altLang="en-US" sz="1000">
                <a:solidFill>
                  <a:srgbClr val="00B050"/>
                </a:solidFill>
              </a:rPr>
              <a:t>를 생성 후 설정해서 사용해야 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B050"/>
                </a:solidFill>
              </a:rPr>
              <a:t>//    !</a:t>
            </a:r>
            <a:r>
              <a:rPr lang="ko-KR" altLang="en-US" sz="1000">
                <a:solidFill>
                  <a:srgbClr val="00B050"/>
                </a:solidFill>
              </a:rPr>
              <a:t>주의</a:t>
            </a:r>
            <a:r>
              <a:rPr lang="en-US" altLang="ko-KR" sz="1000">
                <a:solidFill>
                  <a:srgbClr val="00B050"/>
                </a:solidFill>
              </a:rPr>
              <a:t>) localhost</a:t>
            </a:r>
            <a:r>
              <a:rPr lang="ko-KR" altLang="en-US" sz="1000">
                <a:solidFill>
                  <a:srgbClr val="00B050"/>
                </a:solidFill>
              </a:rPr>
              <a:t>에서 발급한 인증서로는 대부분의 웹브라우저에서 보안상 접속이 허용되지 않는다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B050"/>
                </a:solidFill>
              </a:rPr>
              <a:t>//           </a:t>
            </a:r>
            <a:r>
              <a:rPr lang="ko-KR" altLang="en-US" sz="1000">
                <a:solidFill>
                  <a:srgbClr val="00B050"/>
                </a:solidFill>
              </a:rPr>
              <a:t>따라서 </a:t>
            </a:r>
            <a:r>
              <a:rPr lang="en-US" altLang="ko-KR" sz="1000">
                <a:solidFill>
                  <a:srgbClr val="00B050"/>
                </a:solidFill>
              </a:rPr>
              <a:t>internet explorer</a:t>
            </a:r>
            <a:r>
              <a:rPr lang="ko-KR" altLang="en-US" sz="1000">
                <a:solidFill>
                  <a:srgbClr val="00B050"/>
                </a:solidFill>
              </a:rPr>
              <a:t>와 같은 구형 웹브라우저를 사용하거나 </a:t>
            </a:r>
            <a:r>
              <a:rPr lang="en-US" altLang="ko-KR" sz="1000">
                <a:solidFill>
                  <a:srgbClr val="00B050"/>
                </a:solidFill>
              </a:rPr>
              <a:t>localhost </a:t>
            </a:r>
            <a:r>
              <a:rPr lang="ko-KR" altLang="en-US" sz="1000">
                <a:solidFill>
                  <a:srgbClr val="00B050"/>
                </a:solidFill>
              </a:rPr>
              <a:t>인증서를 허용하도록 브라우저 옵션을 변경해줘야 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pssl_context = make_object&lt;crypt::ssl_context&gt;("tutorial_server.crt", "tutorial_server.key");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4) accept</a:t>
            </a:r>
            <a:r>
              <a:rPr lang="ko-KR" altLang="en-US" sz="1000">
                <a:solidFill>
                  <a:srgbClr val="00B050"/>
                </a:solidFill>
              </a:rPr>
              <a:t>를 시작한다</a:t>
            </a:r>
            <a:r>
              <a:rPr lang="en-US" altLang="ko-KR" sz="1000">
                <a:solidFill>
                  <a:srgbClr val="00B050"/>
                </a:solidFill>
              </a:rPr>
              <a:t>. (ssl</a:t>
            </a:r>
            <a:r>
              <a:rPr lang="ko-KR" altLang="en-US" sz="1000">
                <a:solidFill>
                  <a:srgbClr val="00B050"/>
                </a:solidFill>
              </a:rPr>
              <a:t>을 사용한 </a:t>
            </a:r>
            <a:r>
              <a:rPr lang="en-US" altLang="ko-KR" sz="1000">
                <a:solidFill>
                  <a:srgbClr val="00B050"/>
                </a:solidFill>
              </a:rPr>
              <a:t>web</a:t>
            </a:r>
            <a:r>
              <a:rPr lang="ko-KR" altLang="en-US" sz="1000">
                <a:solidFill>
                  <a:srgbClr val="00B050"/>
                </a:solidFill>
              </a:rPr>
              <a:t>의 경우 기본 포트는 </a:t>
            </a:r>
            <a:r>
              <a:rPr lang="en-US" altLang="ko-KR" sz="1000">
                <a:solidFill>
                  <a:srgbClr val="00B050"/>
                </a:solidFill>
              </a:rPr>
              <a:t>443</a:t>
            </a:r>
            <a:r>
              <a:rPr lang="ko-KR" altLang="en-US" sz="1000">
                <a:solidFill>
                  <a:srgbClr val="00B050"/>
                </a:solidFill>
              </a:rPr>
              <a:t>이다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pacceptor-&gt;start(pssl_context);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DBEF27-14D7-4341-8CB0-4C82FBB0A4D5}"/>
              </a:ext>
            </a:extLst>
          </p:cNvPr>
          <p:cNvSpPr txBox="1"/>
          <p:nvPr/>
        </p:nvSpPr>
        <p:spPr>
          <a:xfrm>
            <a:off x="1416049" y="3264191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https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server acceptor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SSL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https web 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사용하기 위해서는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ssl_context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객체만 생성해서 전달해주면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563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3577</TotalTime>
  <Words>1649</Words>
  <Application>Microsoft Office PowerPoint</Application>
  <PresentationFormat>와이드스크린</PresentationFormat>
  <Paragraphs>186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HY견명조</vt:lpstr>
      <vt:lpstr>HY신명조</vt:lpstr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292</cp:revision>
  <dcterms:created xsi:type="dcterms:W3CDTF">2019-08-08T18:29:33Z</dcterms:created>
  <dcterms:modified xsi:type="dcterms:W3CDTF">2020-01-26T17:58:39Z</dcterms:modified>
</cp:coreProperties>
</file>