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26" y="486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36CC524-4230-43B4-91F7-5C72E4DF0EDD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5771673"/>
            <a:ext cx="1572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400" dirty="0"/>
              <a:t>context class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400" dirty="0"/>
              <a:t>context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400" dirty="0"/>
              <a:t>with json</a:t>
            </a:r>
            <a:endParaRPr lang="ko-KR" altLang="en-US" sz="14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CONTEXT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8DF22A-F37C-46AF-BDD7-B8A0089E3D02}"/>
              </a:ext>
            </a:extLst>
          </p:cNvPr>
          <p:cNvSpPr/>
          <p:nvPr/>
        </p:nvSpPr>
        <p:spPr>
          <a:xfrm>
            <a:off x="6053961" y="1380149"/>
            <a:ext cx="3733902" cy="3133505"/>
          </a:xfrm>
          <a:custGeom>
            <a:avLst/>
            <a:gdLst>
              <a:gd name="connsiteX0" fmla="*/ 0 w 3733902"/>
              <a:gd name="connsiteY0" fmla="*/ 0 h 3133505"/>
              <a:gd name="connsiteX1" fmla="*/ 696995 w 3733902"/>
              <a:gd name="connsiteY1" fmla="*/ 0 h 3133505"/>
              <a:gd name="connsiteX2" fmla="*/ 1356651 w 3733902"/>
              <a:gd name="connsiteY2" fmla="*/ 0 h 3133505"/>
              <a:gd name="connsiteX3" fmla="*/ 1978968 w 3733902"/>
              <a:gd name="connsiteY3" fmla="*/ 0 h 3133505"/>
              <a:gd name="connsiteX4" fmla="*/ 2601285 w 3733902"/>
              <a:gd name="connsiteY4" fmla="*/ 0 h 3133505"/>
              <a:gd name="connsiteX5" fmla="*/ 3733902 w 3733902"/>
              <a:gd name="connsiteY5" fmla="*/ 0 h 3133505"/>
              <a:gd name="connsiteX6" fmla="*/ 3733902 w 3733902"/>
              <a:gd name="connsiteY6" fmla="*/ 658036 h 3133505"/>
              <a:gd name="connsiteX7" fmla="*/ 3733902 w 3733902"/>
              <a:gd name="connsiteY7" fmla="*/ 1222067 h 3133505"/>
              <a:gd name="connsiteX8" fmla="*/ 3733902 w 3733902"/>
              <a:gd name="connsiteY8" fmla="*/ 1880103 h 3133505"/>
              <a:gd name="connsiteX9" fmla="*/ 3733902 w 3733902"/>
              <a:gd name="connsiteY9" fmla="*/ 2412799 h 3133505"/>
              <a:gd name="connsiteX10" fmla="*/ 3733902 w 3733902"/>
              <a:gd name="connsiteY10" fmla="*/ 3133505 h 3133505"/>
              <a:gd name="connsiteX11" fmla="*/ 3186263 w 3733902"/>
              <a:gd name="connsiteY11" fmla="*/ 3133505 h 3133505"/>
              <a:gd name="connsiteX12" fmla="*/ 2489268 w 3733902"/>
              <a:gd name="connsiteY12" fmla="*/ 3133505 h 3133505"/>
              <a:gd name="connsiteX13" fmla="*/ 1904290 w 3733902"/>
              <a:gd name="connsiteY13" fmla="*/ 3133505 h 3133505"/>
              <a:gd name="connsiteX14" fmla="*/ 1207295 w 3733902"/>
              <a:gd name="connsiteY14" fmla="*/ 3133505 h 3133505"/>
              <a:gd name="connsiteX15" fmla="*/ 659656 w 3733902"/>
              <a:gd name="connsiteY15" fmla="*/ 3133505 h 3133505"/>
              <a:gd name="connsiteX16" fmla="*/ 0 w 3733902"/>
              <a:gd name="connsiteY16" fmla="*/ 3133505 h 3133505"/>
              <a:gd name="connsiteX17" fmla="*/ 0 w 3733902"/>
              <a:gd name="connsiteY17" fmla="*/ 2600809 h 3133505"/>
              <a:gd name="connsiteX18" fmla="*/ 0 w 3733902"/>
              <a:gd name="connsiteY18" fmla="*/ 2068113 h 3133505"/>
              <a:gd name="connsiteX19" fmla="*/ 0 w 3733902"/>
              <a:gd name="connsiteY19" fmla="*/ 1535417 h 3133505"/>
              <a:gd name="connsiteX20" fmla="*/ 0 w 3733902"/>
              <a:gd name="connsiteY20" fmla="*/ 846046 h 3133505"/>
              <a:gd name="connsiteX21" fmla="*/ 0 w 3733902"/>
              <a:gd name="connsiteY21" fmla="*/ 0 h 313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33902" h="3133505" fill="none" extrusionOk="0">
                <a:moveTo>
                  <a:pt x="0" y="0"/>
                </a:moveTo>
                <a:cubicBezTo>
                  <a:pt x="239400" y="-13226"/>
                  <a:pt x="434627" y="8924"/>
                  <a:pt x="696995" y="0"/>
                </a:cubicBezTo>
                <a:cubicBezTo>
                  <a:pt x="959363" y="-8924"/>
                  <a:pt x="1110888" y="29721"/>
                  <a:pt x="1356651" y="0"/>
                </a:cubicBezTo>
                <a:cubicBezTo>
                  <a:pt x="1602414" y="-29721"/>
                  <a:pt x="1725355" y="29224"/>
                  <a:pt x="1978968" y="0"/>
                </a:cubicBezTo>
                <a:cubicBezTo>
                  <a:pt x="2232581" y="-29224"/>
                  <a:pt x="2361180" y="-11756"/>
                  <a:pt x="2601285" y="0"/>
                </a:cubicBezTo>
                <a:cubicBezTo>
                  <a:pt x="2841390" y="11756"/>
                  <a:pt x="3395343" y="31832"/>
                  <a:pt x="3733902" y="0"/>
                </a:cubicBezTo>
                <a:cubicBezTo>
                  <a:pt x="3755657" y="245798"/>
                  <a:pt x="3725030" y="421473"/>
                  <a:pt x="3733902" y="658036"/>
                </a:cubicBezTo>
                <a:cubicBezTo>
                  <a:pt x="3742774" y="894599"/>
                  <a:pt x="3708563" y="980806"/>
                  <a:pt x="3733902" y="1222067"/>
                </a:cubicBezTo>
                <a:cubicBezTo>
                  <a:pt x="3759241" y="1463328"/>
                  <a:pt x="3741763" y="1598714"/>
                  <a:pt x="3733902" y="1880103"/>
                </a:cubicBezTo>
                <a:cubicBezTo>
                  <a:pt x="3726041" y="2161492"/>
                  <a:pt x="3710780" y="2183806"/>
                  <a:pt x="3733902" y="2412799"/>
                </a:cubicBezTo>
                <a:cubicBezTo>
                  <a:pt x="3757024" y="2641792"/>
                  <a:pt x="3709949" y="2952928"/>
                  <a:pt x="3733902" y="3133505"/>
                </a:cubicBezTo>
                <a:cubicBezTo>
                  <a:pt x="3480088" y="3114913"/>
                  <a:pt x="3412084" y="3140677"/>
                  <a:pt x="3186263" y="3133505"/>
                </a:cubicBezTo>
                <a:cubicBezTo>
                  <a:pt x="2960442" y="3126333"/>
                  <a:pt x="2692166" y="3123106"/>
                  <a:pt x="2489268" y="3133505"/>
                </a:cubicBezTo>
                <a:cubicBezTo>
                  <a:pt x="2286371" y="3143904"/>
                  <a:pt x="2104940" y="3108783"/>
                  <a:pt x="1904290" y="3133505"/>
                </a:cubicBezTo>
                <a:cubicBezTo>
                  <a:pt x="1703640" y="3158227"/>
                  <a:pt x="1514328" y="3127098"/>
                  <a:pt x="1207295" y="3133505"/>
                </a:cubicBezTo>
                <a:cubicBezTo>
                  <a:pt x="900262" y="3139912"/>
                  <a:pt x="778996" y="3143454"/>
                  <a:pt x="659656" y="3133505"/>
                </a:cubicBezTo>
                <a:cubicBezTo>
                  <a:pt x="540316" y="3123556"/>
                  <a:pt x="308394" y="3131574"/>
                  <a:pt x="0" y="3133505"/>
                </a:cubicBezTo>
                <a:cubicBezTo>
                  <a:pt x="18599" y="2927082"/>
                  <a:pt x="-20229" y="2720480"/>
                  <a:pt x="0" y="2600809"/>
                </a:cubicBezTo>
                <a:cubicBezTo>
                  <a:pt x="20229" y="2481138"/>
                  <a:pt x="-889" y="2189774"/>
                  <a:pt x="0" y="2068113"/>
                </a:cubicBezTo>
                <a:cubicBezTo>
                  <a:pt x="889" y="1946452"/>
                  <a:pt x="-11825" y="1713522"/>
                  <a:pt x="0" y="1535417"/>
                </a:cubicBezTo>
                <a:cubicBezTo>
                  <a:pt x="11825" y="1357312"/>
                  <a:pt x="18513" y="991839"/>
                  <a:pt x="0" y="846046"/>
                </a:cubicBezTo>
                <a:cubicBezTo>
                  <a:pt x="-18513" y="700253"/>
                  <a:pt x="4338" y="331123"/>
                  <a:pt x="0" y="0"/>
                </a:cubicBezTo>
                <a:close/>
              </a:path>
              <a:path w="3733902" h="3133505" stroke="0" extrusionOk="0">
                <a:moveTo>
                  <a:pt x="0" y="0"/>
                </a:moveTo>
                <a:cubicBezTo>
                  <a:pt x="275951" y="15554"/>
                  <a:pt x="404639" y="-11946"/>
                  <a:pt x="584978" y="0"/>
                </a:cubicBezTo>
                <a:cubicBezTo>
                  <a:pt x="765317" y="11946"/>
                  <a:pt x="877043" y="-16906"/>
                  <a:pt x="1095278" y="0"/>
                </a:cubicBezTo>
                <a:cubicBezTo>
                  <a:pt x="1313513" y="16906"/>
                  <a:pt x="1550836" y="2325"/>
                  <a:pt x="1792273" y="0"/>
                </a:cubicBezTo>
                <a:cubicBezTo>
                  <a:pt x="2033711" y="-2325"/>
                  <a:pt x="2223571" y="13964"/>
                  <a:pt x="2377251" y="0"/>
                </a:cubicBezTo>
                <a:cubicBezTo>
                  <a:pt x="2530931" y="-13964"/>
                  <a:pt x="2669852" y="3413"/>
                  <a:pt x="2962229" y="0"/>
                </a:cubicBezTo>
                <a:cubicBezTo>
                  <a:pt x="3254606" y="-3413"/>
                  <a:pt x="3465181" y="20747"/>
                  <a:pt x="3733902" y="0"/>
                </a:cubicBezTo>
                <a:cubicBezTo>
                  <a:pt x="3724252" y="132030"/>
                  <a:pt x="3755116" y="369698"/>
                  <a:pt x="3733902" y="564031"/>
                </a:cubicBezTo>
                <a:cubicBezTo>
                  <a:pt x="3712688" y="758364"/>
                  <a:pt x="3727761" y="996094"/>
                  <a:pt x="3733902" y="1190732"/>
                </a:cubicBezTo>
                <a:cubicBezTo>
                  <a:pt x="3740043" y="1385370"/>
                  <a:pt x="3760374" y="1640161"/>
                  <a:pt x="3733902" y="1754763"/>
                </a:cubicBezTo>
                <a:cubicBezTo>
                  <a:pt x="3707430" y="1869365"/>
                  <a:pt x="3709459" y="2044325"/>
                  <a:pt x="3733902" y="2318794"/>
                </a:cubicBezTo>
                <a:cubicBezTo>
                  <a:pt x="3758345" y="2593263"/>
                  <a:pt x="3773400" y="2964472"/>
                  <a:pt x="3733902" y="3133505"/>
                </a:cubicBezTo>
                <a:cubicBezTo>
                  <a:pt x="3521056" y="3162567"/>
                  <a:pt x="3258968" y="3153271"/>
                  <a:pt x="3074246" y="3133505"/>
                </a:cubicBezTo>
                <a:cubicBezTo>
                  <a:pt x="2889524" y="3113739"/>
                  <a:pt x="2605532" y="3137550"/>
                  <a:pt x="2377251" y="3133505"/>
                </a:cubicBezTo>
                <a:cubicBezTo>
                  <a:pt x="2148970" y="3129460"/>
                  <a:pt x="2012610" y="3144675"/>
                  <a:pt x="1680256" y="3133505"/>
                </a:cubicBezTo>
                <a:cubicBezTo>
                  <a:pt x="1347902" y="3122335"/>
                  <a:pt x="1356597" y="3113786"/>
                  <a:pt x="1132617" y="3133505"/>
                </a:cubicBezTo>
                <a:cubicBezTo>
                  <a:pt x="908637" y="3153224"/>
                  <a:pt x="253997" y="3091934"/>
                  <a:pt x="0" y="3133505"/>
                </a:cubicBezTo>
                <a:cubicBezTo>
                  <a:pt x="1865" y="2817887"/>
                  <a:pt x="-26211" y="2605387"/>
                  <a:pt x="0" y="2444134"/>
                </a:cubicBezTo>
                <a:cubicBezTo>
                  <a:pt x="26211" y="2282881"/>
                  <a:pt x="-4516" y="2165490"/>
                  <a:pt x="0" y="1911438"/>
                </a:cubicBezTo>
                <a:cubicBezTo>
                  <a:pt x="4516" y="1657386"/>
                  <a:pt x="11615" y="1513478"/>
                  <a:pt x="0" y="1347407"/>
                </a:cubicBezTo>
                <a:cubicBezTo>
                  <a:pt x="-11615" y="1181336"/>
                  <a:pt x="-18827" y="1019562"/>
                  <a:pt x="0" y="783376"/>
                </a:cubicBezTo>
                <a:cubicBezTo>
                  <a:pt x="18827" y="547190"/>
                  <a:pt x="-21460" y="22272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declare) </a:t>
            </a:r>
          </a:p>
          <a:p>
            <a:r>
              <a:rPr lang="en-US" altLang="ko-KR" sz="1200" b="1">
                <a:latin typeface="돋움체" panose="020B0609000101010101" pitchFamily="49" charset="-127"/>
                <a:ea typeface="돋움체" panose="020B0609000101010101" pitchFamily="49" charset="-127"/>
              </a:rPr>
              <a:t>CGDK::context</a:t>
            </a:r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 temp;</a:t>
            </a:r>
          </a:p>
          <a:p>
            <a:endParaRPr lang="ko-KR" altLang="en-US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1) Context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작성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temp["z"][0]  = 1;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temp["z"][1]  = 2;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temp["z"][2]  = 3;</a:t>
            </a:r>
          </a:p>
          <a:p>
            <a:endParaRPr lang="ko-KR" altLang="en-US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temp["x"][0]["Test"]  = "</a:t>
            </a:r>
            <a:r>
              <a:rPr lang="ko-KR" altLang="en-US" sz="1200">
                <a:latin typeface="돋움체" panose="020B0609000101010101" pitchFamily="49" charset="-127"/>
                <a:ea typeface="돋움체" panose="020B0609000101010101" pitchFamily="49" charset="-127"/>
              </a:rPr>
              <a:t>테스트</a:t>
            </a:r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";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temp["x"][0]["value"] = 2;</a:t>
            </a:r>
          </a:p>
          <a:p>
            <a:r>
              <a:rPr lang="pt-BR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temp["x"][0]["exit"]  = 3;</a:t>
            </a:r>
          </a:p>
          <a:p>
            <a:endParaRPr lang="ko-KR" altLang="en-US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pt-BR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temp["x"][1]["a"]  = 5;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temp["x"][1]["b"]  = 6;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temp["x"][1]["c"]  = 7;</a:t>
            </a:r>
            <a:endParaRPr lang="en-US" altLang="ko-KR" sz="12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379374" y="-12879"/>
            <a:ext cx="100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context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9966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같은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(key)’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값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(value)’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기반으로 다계층 데이터를 지원하는 시스템으로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호환을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855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CONTEXT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34635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3DAFB9-D10D-4F44-9A73-5B18389A91F0}"/>
              </a:ext>
            </a:extLst>
          </p:cNvPr>
          <p:cNvSpPr/>
          <p:nvPr/>
        </p:nvSpPr>
        <p:spPr>
          <a:xfrm>
            <a:off x="2120359" y="1380149"/>
            <a:ext cx="3702371" cy="3133505"/>
          </a:xfrm>
          <a:custGeom>
            <a:avLst/>
            <a:gdLst>
              <a:gd name="connsiteX0" fmla="*/ 0 w 3702371"/>
              <a:gd name="connsiteY0" fmla="*/ 0 h 3133505"/>
              <a:gd name="connsiteX1" fmla="*/ 691109 w 3702371"/>
              <a:gd name="connsiteY1" fmla="*/ 0 h 3133505"/>
              <a:gd name="connsiteX2" fmla="*/ 1345195 w 3702371"/>
              <a:gd name="connsiteY2" fmla="*/ 0 h 3133505"/>
              <a:gd name="connsiteX3" fmla="*/ 1962257 w 3702371"/>
              <a:gd name="connsiteY3" fmla="*/ 0 h 3133505"/>
              <a:gd name="connsiteX4" fmla="*/ 2579318 w 3702371"/>
              <a:gd name="connsiteY4" fmla="*/ 0 h 3133505"/>
              <a:gd name="connsiteX5" fmla="*/ 3702371 w 3702371"/>
              <a:gd name="connsiteY5" fmla="*/ 0 h 3133505"/>
              <a:gd name="connsiteX6" fmla="*/ 3702371 w 3702371"/>
              <a:gd name="connsiteY6" fmla="*/ 658036 h 3133505"/>
              <a:gd name="connsiteX7" fmla="*/ 3702371 w 3702371"/>
              <a:gd name="connsiteY7" fmla="*/ 1222067 h 3133505"/>
              <a:gd name="connsiteX8" fmla="*/ 3702371 w 3702371"/>
              <a:gd name="connsiteY8" fmla="*/ 1880103 h 3133505"/>
              <a:gd name="connsiteX9" fmla="*/ 3702371 w 3702371"/>
              <a:gd name="connsiteY9" fmla="*/ 2412799 h 3133505"/>
              <a:gd name="connsiteX10" fmla="*/ 3702371 w 3702371"/>
              <a:gd name="connsiteY10" fmla="*/ 3133505 h 3133505"/>
              <a:gd name="connsiteX11" fmla="*/ 3159357 w 3702371"/>
              <a:gd name="connsiteY11" fmla="*/ 3133505 h 3133505"/>
              <a:gd name="connsiteX12" fmla="*/ 2468247 w 3702371"/>
              <a:gd name="connsiteY12" fmla="*/ 3133505 h 3133505"/>
              <a:gd name="connsiteX13" fmla="*/ 1888209 w 3702371"/>
              <a:gd name="connsiteY13" fmla="*/ 3133505 h 3133505"/>
              <a:gd name="connsiteX14" fmla="*/ 1197100 w 3702371"/>
              <a:gd name="connsiteY14" fmla="*/ 3133505 h 3133505"/>
              <a:gd name="connsiteX15" fmla="*/ 654086 w 3702371"/>
              <a:gd name="connsiteY15" fmla="*/ 3133505 h 3133505"/>
              <a:gd name="connsiteX16" fmla="*/ 0 w 3702371"/>
              <a:gd name="connsiteY16" fmla="*/ 3133505 h 3133505"/>
              <a:gd name="connsiteX17" fmla="*/ 0 w 3702371"/>
              <a:gd name="connsiteY17" fmla="*/ 2600809 h 3133505"/>
              <a:gd name="connsiteX18" fmla="*/ 0 w 3702371"/>
              <a:gd name="connsiteY18" fmla="*/ 2068113 h 3133505"/>
              <a:gd name="connsiteX19" fmla="*/ 0 w 3702371"/>
              <a:gd name="connsiteY19" fmla="*/ 1535417 h 3133505"/>
              <a:gd name="connsiteX20" fmla="*/ 0 w 3702371"/>
              <a:gd name="connsiteY20" fmla="*/ 846046 h 3133505"/>
              <a:gd name="connsiteX21" fmla="*/ 0 w 3702371"/>
              <a:gd name="connsiteY21" fmla="*/ 0 h 313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02371" h="3133505" fill="none" extrusionOk="0">
                <a:moveTo>
                  <a:pt x="0" y="0"/>
                </a:moveTo>
                <a:cubicBezTo>
                  <a:pt x="297972" y="30657"/>
                  <a:pt x="499917" y="20944"/>
                  <a:pt x="691109" y="0"/>
                </a:cubicBezTo>
                <a:cubicBezTo>
                  <a:pt x="882301" y="-20944"/>
                  <a:pt x="1077462" y="17196"/>
                  <a:pt x="1345195" y="0"/>
                </a:cubicBezTo>
                <a:cubicBezTo>
                  <a:pt x="1612928" y="-17196"/>
                  <a:pt x="1706688" y="22886"/>
                  <a:pt x="1962257" y="0"/>
                </a:cubicBezTo>
                <a:cubicBezTo>
                  <a:pt x="2217826" y="-22886"/>
                  <a:pt x="2324597" y="-23795"/>
                  <a:pt x="2579318" y="0"/>
                </a:cubicBezTo>
                <a:cubicBezTo>
                  <a:pt x="2834039" y="23795"/>
                  <a:pt x="3234126" y="55496"/>
                  <a:pt x="3702371" y="0"/>
                </a:cubicBezTo>
                <a:cubicBezTo>
                  <a:pt x="3724126" y="245798"/>
                  <a:pt x="3693499" y="421473"/>
                  <a:pt x="3702371" y="658036"/>
                </a:cubicBezTo>
                <a:cubicBezTo>
                  <a:pt x="3711243" y="894599"/>
                  <a:pt x="3677032" y="980806"/>
                  <a:pt x="3702371" y="1222067"/>
                </a:cubicBezTo>
                <a:cubicBezTo>
                  <a:pt x="3727710" y="1463328"/>
                  <a:pt x="3710232" y="1598714"/>
                  <a:pt x="3702371" y="1880103"/>
                </a:cubicBezTo>
                <a:cubicBezTo>
                  <a:pt x="3694510" y="2161492"/>
                  <a:pt x="3679249" y="2183806"/>
                  <a:pt x="3702371" y="2412799"/>
                </a:cubicBezTo>
                <a:cubicBezTo>
                  <a:pt x="3725493" y="2641792"/>
                  <a:pt x="3678418" y="2952928"/>
                  <a:pt x="3702371" y="3133505"/>
                </a:cubicBezTo>
                <a:cubicBezTo>
                  <a:pt x="3479770" y="3125933"/>
                  <a:pt x="3270936" y="3158173"/>
                  <a:pt x="3159357" y="3133505"/>
                </a:cubicBezTo>
                <a:cubicBezTo>
                  <a:pt x="3047778" y="3108837"/>
                  <a:pt x="2624009" y="3163829"/>
                  <a:pt x="2468247" y="3133505"/>
                </a:cubicBezTo>
                <a:cubicBezTo>
                  <a:pt x="2312485" y="3103182"/>
                  <a:pt x="2092703" y="3139368"/>
                  <a:pt x="1888209" y="3133505"/>
                </a:cubicBezTo>
                <a:cubicBezTo>
                  <a:pt x="1683715" y="3127642"/>
                  <a:pt x="1508094" y="3131909"/>
                  <a:pt x="1197100" y="3133505"/>
                </a:cubicBezTo>
                <a:cubicBezTo>
                  <a:pt x="886106" y="3135101"/>
                  <a:pt x="877333" y="3147514"/>
                  <a:pt x="654086" y="3133505"/>
                </a:cubicBezTo>
                <a:cubicBezTo>
                  <a:pt x="430839" y="3119496"/>
                  <a:pt x="314710" y="3113672"/>
                  <a:pt x="0" y="3133505"/>
                </a:cubicBezTo>
                <a:cubicBezTo>
                  <a:pt x="18599" y="2927082"/>
                  <a:pt x="-20229" y="2720480"/>
                  <a:pt x="0" y="2600809"/>
                </a:cubicBezTo>
                <a:cubicBezTo>
                  <a:pt x="20229" y="2481138"/>
                  <a:pt x="-889" y="2189774"/>
                  <a:pt x="0" y="2068113"/>
                </a:cubicBezTo>
                <a:cubicBezTo>
                  <a:pt x="889" y="1946452"/>
                  <a:pt x="-11825" y="1713522"/>
                  <a:pt x="0" y="1535417"/>
                </a:cubicBezTo>
                <a:cubicBezTo>
                  <a:pt x="11825" y="1357312"/>
                  <a:pt x="18513" y="991839"/>
                  <a:pt x="0" y="846046"/>
                </a:cubicBezTo>
                <a:cubicBezTo>
                  <a:pt x="-18513" y="700253"/>
                  <a:pt x="4338" y="331123"/>
                  <a:pt x="0" y="0"/>
                </a:cubicBezTo>
                <a:close/>
              </a:path>
              <a:path w="3702371" h="3133505" stroke="0" extrusionOk="0">
                <a:moveTo>
                  <a:pt x="0" y="0"/>
                </a:moveTo>
                <a:cubicBezTo>
                  <a:pt x="195745" y="-24700"/>
                  <a:pt x="320711" y="3792"/>
                  <a:pt x="580038" y="0"/>
                </a:cubicBezTo>
                <a:cubicBezTo>
                  <a:pt x="839365" y="-3792"/>
                  <a:pt x="877623" y="-18361"/>
                  <a:pt x="1086029" y="0"/>
                </a:cubicBezTo>
                <a:cubicBezTo>
                  <a:pt x="1294435" y="18361"/>
                  <a:pt x="1609610" y="-8875"/>
                  <a:pt x="1777138" y="0"/>
                </a:cubicBezTo>
                <a:cubicBezTo>
                  <a:pt x="1944666" y="8875"/>
                  <a:pt x="2147858" y="-11888"/>
                  <a:pt x="2357176" y="0"/>
                </a:cubicBezTo>
                <a:cubicBezTo>
                  <a:pt x="2566494" y="11888"/>
                  <a:pt x="2745939" y="-5631"/>
                  <a:pt x="2937214" y="0"/>
                </a:cubicBezTo>
                <a:cubicBezTo>
                  <a:pt x="3128489" y="5631"/>
                  <a:pt x="3387634" y="26251"/>
                  <a:pt x="3702371" y="0"/>
                </a:cubicBezTo>
                <a:cubicBezTo>
                  <a:pt x="3692721" y="132030"/>
                  <a:pt x="3723585" y="369698"/>
                  <a:pt x="3702371" y="564031"/>
                </a:cubicBezTo>
                <a:cubicBezTo>
                  <a:pt x="3681157" y="758364"/>
                  <a:pt x="3696230" y="996094"/>
                  <a:pt x="3702371" y="1190732"/>
                </a:cubicBezTo>
                <a:cubicBezTo>
                  <a:pt x="3708512" y="1385370"/>
                  <a:pt x="3728843" y="1640161"/>
                  <a:pt x="3702371" y="1754763"/>
                </a:cubicBezTo>
                <a:cubicBezTo>
                  <a:pt x="3675899" y="1869365"/>
                  <a:pt x="3677928" y="2044325"/>
                  <a:pt x="3702371" y="2318794"/>
                </a:cubicBezTo>
                <a:cubicBezTo>
                  <a:pt x="3726814" y="2593263"/>
                  <a:pt x="3741869" y="2964472"/>
                  <a:pt x="3702371" y="3133505"/>
                </a:cubicBezTo>
                <a:cubicBezTo>
                  <a:pt x="3569432" y="3163691"/>
                  <a:pt x="3255312" y="3148768"/>
                  <a:pt x="3048285" y="3133505"/>
                </a:cubicBezTo>
                <a:cubicBezTo>
                  <a:pt x="2841258" y="3118242"/>
                  <a:pt x="2532441" y="3145463"/>
                  <a:pt x="2357176" y="3133505"/>
                </a:cubicBezTo>
                <a:cubicBezTo>
                  <a:pt x="2181911" y="3121547"/>
                  <a:pt x="1999196" y="3155280"/>
                  <a:pt x="1666067" y="3133505"/>
                </a:cubicBezTo>
                <a:cubicBezTo>
                  <a:pt x="1332938" y="3111730"/>
                  <a:pt x="1368695" y="3158293"/>
                  <a:pt x="1123053" y="3133505"/>
                </a:cubicBezTo>
                <a:cubicBezTo>
                  <a:pt x="877411" y="3108717"/>
                  <a:pt x="299599" y="3107269"/>
                  <a:pt x="0" y="3133505"/>
                </a:cubicBezTo>
                <a:cubicBezTo>
                  <a:pt x="1865" y="2817887"/>
                  <a:pt x="-26211" y="2605387"/>
                  <a:pt x="0" y="2444134"/>
                </a:cubicBezTo>
                <a:cubicBezTo>
                  <a:pt x="26211" y="2282881"/>
                  <a:pt x="-4516" y="2165490"/>
                  <a:pt x="0" y="1911438"/>
                </a:cubicBezTo>
                <a:cubicBezTo>
                  <a:pt x="4516" y="1657386"/>
                  <a:pt x="11615" y="1513478"/>
                  <a:pt x="0" y="1347407"/>
                </a:cubicBezTo>
                <a:cubicBezTo>
                  <a:pt x="-11615" y="1181336"/>
                  <a:pt x="-18827" y="1019562"/>
                  <a:pt x="0" y="783376"/>
                </a:cubicBezTo>
                <a:cubicBezTo>
                  <a:pt x="18827" y="547190"/>
                  <a:pt x="-21460" y="22272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200"/>
              <a:t>{</a:t>
            </a:r>
          </a:p>
          <a:p>
            <a:r>
              <a:rPr lang="en-US" altLang="ko-KR" sz="1200"/>
              <a:t>“z”</a:t>
            </a:r>
            <a:r>
              <a:rPr lang="ko-KR" altLang="en-US" sz="1200"/>
              <a:t> </a:t>
            </a:r>
            <a:r>
              <a:rPr lang="en-US" altLang="ko-KR" sz="1200"/>
              <a:t>: [1,2,3]</a:t>
            </a:r>
          </a:p>
          <a:p>
            <a:r>
              <a:rPr lang="en-US" altLang="ko-KR" sz="1200"/>
              <a:t>“x” : [</a:t>
            </a:r>
          </a:p>
          <a:p>
            <a:r>
              <a:rPr lang="en-US" altLang="ko-KR" sz="1200"/>
              <a:t>        {“Test” : “</a:t>
            </a:r>
            <a:r>
              <a:rPr lang="ko-KR" altLang="en-US" sz="1200"/>
              <a:t>테스트</a:t>
            </a:r>
            <a:r>
              <a:rPr lang="en-US" altLang="ko-KR" sz="1200"/>
              <a:t>”, “value” : 2, “exit” : 3},</a:t>
            </a:r>
          </a:p>
          <a:p>
            <a:r>
              <a:rPr lang="en-US" altLang="ko-KR" sz="1200"/>
              <a:t>        {“a” : 5, “b” : 6, “c” : 7}</a:t>
            </a:r>
          </a:p>
          <a:p>
            <a:r>
              <a:rPr lang="en-US" altLang="ko-KR" sz="1200"/>
              <a:t>      ]</a:t>
            </a:r>
          </a:p>
          <a:p>
            <a:r>
              <a:rPr lang="en-US" altLang="ko-KR" sz="1200"/>
              <a:t>}</a:t>
            </a:r>
          </a:p>
          <a:p>
            <a:endParaRPr lang="en-US" altLang="ko-KR" sz="12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12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12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12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12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12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12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12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736E86-9062-4E5C-AA40-3FDAD6ECCEC7}"/>
              </a:ext>
            </a:extLst>
          </p:cNvPr>
          <p:cNvSpPr/>
          <p:nvPr/>
        </p:nvSpPr>
        <p:spPr>
          <a:xfrm>
            <a:off x="2219541" y="1133340"/>
            <a:ext cx="7809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HY견고딕" panose="02030600000101010101" pitchFamily="18" charset="-127"/>
                <a:ea typeface="HY견고딕" panose="02030600000101010101" pitchFamily="18" charset="-127"/>
              </a:rPr>
              <a:t>[JSON]</a:t>
            </a:r>
            <a:endParaRPr lang="ko-KR" altLang="en-US" sz="12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F5E08B-3EC6-42B8-871A-908959C07F48}"/>
              </a:ext>
            </a:extLst>
          </p:cNvPr>
          <p:cNvSpPr/>
          <p:nvPr/>
        </p:nvSpPr>
        <p:spPr>
          <a:xfrm>
            <a:off x="6121525" y="1133340"/>
            <a:ext cx="15632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HY견고딕" panose="02030600000101010101" pitchFamily="18" charset="-127"/>
                <a:ea typeface="HY견고딕" panose="02030600000101010101" pitchFamily="18" charset="-127"/>
              </a:rPr>
              <a:t>[CGDK::context]</a:t>
            </a:r>
            <a:endParaRPr lang="ko-KR" altLang="en-US" sz="12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C3FF12E0-7E48-45C0-A35D-E864E2D428E6}"/>
              </a:ext>
            </a:extLst>
          </p:cNvPr>
          <p:cNvSpPr/>
          <p:nvPr/>
        </p:nvSpPr>
        <p:spPr>
          <a:xfrm>
            <a:off x="5749158" y="2722178"/>
            <a:ext cx="382878" cy="276999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CGDK::context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다양한 형태의 자료형을 넣을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53EEF5-0963-4768-B482-7049A06BFE15}"/>
              </a:ext>
            </a:extLst>
          </p:cNvPr>
          <p:cNvSpPr txBox="1"/>
          <p:nvPr/>
        </p:nvSpPr>
        <p:spPr>
          <a:xfrm>
            <a:off x="1379374" y="-12879"/>
            <a:ext cx="100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context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60E044-3C22-445B-8843-AE6F73AE770B}"/>
              </a:ext>
            </a:extLst>
          </p:cNvPr>
          <p:cNvSpPr txBox="1"/>
          <p:nvPr/>
        </p:nvSpPr>
        <p:spPr>
          <a:xfrm>
            <a:off x="538480" y="15240"/>
            <a:ext cx="855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CONTEXT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8770A5-E546-4E05-86B5-AC8D060CADA1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B34EE3-A916-4B2A-9448-C175090ABFDF}"/>
              </a:ext>
            </a:extLst>
          </p:cNvPr>
          <p:cNvSpPr/>
          <p:nvPr/>
        </p:nvSpPr>
        <p:spPr>
          <a:xfrm>
            <a:off x="134635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B4D4C1-3441-4E21-B139-16A8CAE64C73}"/>
              </a:ext>
            </a:extLst>
          </p:cNvPr>
          <p:cNvSpPr/>
          <p:nvPr/>
        </p:nvSpPr>
        <p:spPr>
          <a:xfrm>
            <a:off x="1634361" y="1104380"/>
            <a:ext cx="3663353" cy="3318171"/>
          </a:xfrm>
          <a:custGeom>
            <a:avLst/>
            <a:gdLst>
              <a:gd name="connsiteX0" fmla="*/ 0 w 3663353"/>
              <a:gd name="connsiteY0" fmla="*/ 0 h 3318171"/>
              <a:gd name="connsiteX1" fmla="*/ 683826 w 3663353"/>
              <a:gd name="connsiteY1" fmla="*/ 0 h 3318171"/>
              <a:gd name="connsiteX2" fmla="*/ 1331018 w 3663353"/>
              <a:gd name="connsiteY2" fmla="*/ 0 h 3318171"/>
              <a:gd name="connsiteX3" fmla="*/ 1941577 w 3663353"/>
              <a:gd name="connsiteY3" fmla="*/ 0 h 3318171"/>
              <a:gd name="connsiteX4" fmla="*/ 2552136 w 3663353"/>
              <a:gd name="connsiteY4" fmla="*/ 0 h 3318171"/>
              <a:gd name="connsiteX5" fmla="*/ 3663353 w 3663353"/>
              <a:gd name="connsiteY5" fmla="*/ 0 h 3318171"/>
              <a:gd name="connsiteX6" fmla="*/ 3663353 w 3663353"/>
              <a:gd name="connsiteY6" fmla="*/ 696816 h 3318171"/>
              <a:gd name="connsiteX7" fmla="*/ 3663353 w 3663353"/>
              <a:gd name="connsiteY7" fmla="*/ 1294087 h 3318171"/>
              <a:gd name="connsiteX8" fmla="*/ 3663353 w 3663353"/>
              <a:gd name="connsiteY8" fmla="*/ 1990903 h 3318171"/>
              <a:gd name="connsiteX9" fmla="*/ 3663353 w 3663353"/>
              <a:gd name="connsiteY9" fmla="*/ 2554992 h 3318171"/>
              <a:gd name="connsiteX10" fmla="*/ 3663353 w 3663353"/>
              <a:gd name="connsiteY10" fmla="*/ 3318171 h 3318171"/>
              <a:gd name="connsiteX11" fmla="*/ 3126061 w 3663353"/>
              <a:gd name="connsiteY11" fmla="*/ 3318171 h 3318171"/>
              <a:gd name="connsiteX12" fmla="*/ 2442235 w 3663353"/>
              <a:gd name="connsiteY12" fmla="*/ 3318171 h 3318171"/>
              <a:gd name="connsiteX13" fmla="*/ 1868310 w 3663353"/>
              <a:gd name="connsiteY13" fmla="*/ 3318171 h 3318171"/>
              <a:gd name="connsiteX14" fmla="*/ 1184484 w 3663353"/>
              <a:gd name="connsiteY14" fmla="*/ 3318171 h 3318171"/>
              <a:gd name="connsiteX15" fmla="*/ 647192 w 3663353"/>
              <a:gd name="connsiteY15" fmla="*/ 3318171 h 3318171"/>
              <a:gd name="connsiteX16" fmla="*/ 0 w 3663353"/>
              <a:gd name="connsiteY16" fmla="*/ 3318171 h 3318171"/>
              <a:gd name="connsiteX17" fmla="*/ 0 w 3663353"/>
              <a:gd name="connsiteY17" fmla="*/ 2754082 h 3318171"/>
              <a:gd name="connsiteX18" fmla="*/ 0 w 3663353"/>
              <a:gd name="connsiteY18" fmla="*/ 2189993 h 3318171"/>
              <a:gd name="connsiteX19" fmla="*/ 0 w 3663353"/>
              <a:gd name="connsiteY19" fmla="*/ 1625904 h 3318171"/>
              <a:gd name="connsiteX20" fmla="*/ 0 w 3663353"/>
              <a:gd name="connsiteY20" fmla="*/ 895906 h 3318171"/>
              <a:gd name="connsiteX21" fmla="*/ 0 w 3663353"/>
              <a:gd name="connsiteY21" fmla="*/ 0 h 331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663353" h="3318171" fill="none" extrusionOk="0">
                <a:moveTo>
                  <a:pt x="0" y="0"/>
                </a:moveTo>
                <a:cubicBezTo>
                  <a:pt x="290789" y="-24248"/>
                  <a:pt x="376351" y="5052"/>
                  <a:pt x="683826" y="0"/>
                </a:cubicBezTo>
                <a:cubicBezTo>
                  <a:pt x="991301" y="-5052"/>
                  <a:pt x="1042063" y="-11252"/>
                  <a:pt x="1331018" y="0"/>
                </a:cubicBezTo>
                <a:cubicBezTo>
                  <a:pt x="1619973" y="11252"/>
                  <a:pt x="1648983" y="-5891"/>
                  <a:pt x="1941577" y="0"/>
                </a:cubicBezTo>
                <a:cubicBezTo>
                  <a:pt x="2234171" y="5891"/>
                  <a:pt x="2422892" y="6908"/>
                  <a:pt x="2552136" y="0"/>
                </a:cubicBezTo>
                <a:cubicBezTo>
                  <a:pt x="2681380" y="-6908"/>
                  <a:pt x="3360781" y="-13024"/>
                  <a:pt x="3663353" y="0"/>
                </a:cubicBezTo>
                <a:cubicBezTo>
                  <a:pt x="3689486" y="255048"/>
                  <a:pt x="3678502" y="483033"/>
                  <a:pt x="3663353" y="696816"/>
                </a:cubicBezTo>
                <a:cubicBezTo>
                  <a:pt x="3648204" y="910599"/>
                  <a:pt x="3690553" y="1111070"/>
                  <a:pt x="3663353" y="1294087"/>
                </a:cubicBezTo>
                <a:cubicBezTo>
                  <a:pt x="3636153" y="1477104"/>
                  <a:pt x="3693474" y="1667335"/>
                  <a:pt x="3663353" y="1990903"/>
                </a:cubicBezTo>
                <a:cubicBezTo>
                  <a:pt x="3633232" y="2314471"/>
                  <a:pt x="3654105" y="2397182"/>
                  <a:pt x="3663353" y="2554992"/>
                </a:cubicBezTo>
                <a:cubicBezTo>
                  <a:pt x="3672601" y="2712802"/>
                  <a:pt x="3701231" y="3155929"/>
                  <a:pt x="3663353" y="3318171"/>
                </a:cubicBezTo>
                <a:cubicBezTo>
                  <a:pt x="3405130" y="3340520"/>
                  <a:pt x="3365207" y="3301898"/>
                  <a:pt x="3126061" y="3318171"/>
                </a:cubicBezTo>
                <a:cubicBezTo>
                  <a:pt x="2886915" y="3334444"/>
                  <a:pt x="2589792" y="3286700"/>
                  <a:pt x="2442235" y="3318171"/>
                </a:cubicBezTo>
                <a:cubicBezTo>
                  <a:pt x="2294678" y="3349642"/>
                  <a:pt x="2036712" y="3323579"/>
                  <a:pt x="1868310" y="3318171"/>
                </a:cubicBezTo>
                <a:cubicBezTo>
                  <a:pt x="1699909" y="3312763"/>
                  <a:pt x="1508122" y="3346915"/>
                  <a:pt x="1184484" y="3318171"/>
                </a:cubicBezTo>
                <a:cubicBezTo>
                  <a:pt x="860846" y="3289427"/>
                  <a:pt x="897420" y="3340325"/>
                  <a:pt x="647192" y="3318171"/>
                </a:cubicBezTo>
                <a:cubicBezTo>
                  <a:pt x="396964" y="3296017"/>
                  <a:pt x="304604" y="3294106"/>
                  <a:pt x="0" y="3318171"/>
                </a:cubicBezTo>
                <a:cubicBezTo>
                  <a:pt x="-9235" y="3133593"/>
                  <a:pt x="-15535" y="2945569"/>
                  <a:pt x="0" y="2754082"/>
                </a:cubicBezTo>
                <a:cubicBezTo>
                  <a:pt x="15535" y="2562595"/>
                  <a:pt x="-3732" y="2453458"/>
                  <a:pt x="0" y="2189993"/>
                </a:cubicBezTo>
                <a:cubicBezTo>
                  <a:pt x="3732" y="1926528"/>
                  <a:pt x="3996" y="1873286"/>
                  <a:pt x="0" y="1625904"/>
                </a:cubicBezTo>
                <a:cubicBezTo>
                  <a:pt x="-3996" y="1378522"/>
                  <a:pt x="16326" y="1238960"/>
                  <a:pt x="0" y="895906"/>
                </a:cubicBezTo>
                <a:cubicBezTo>
                  <a:pt x="-16326" y="552852"/>
                  <a:pt x="-12708" y="347011"/>
                  <a:pt x="0" y="0"/>
                </a:cubicBezTo>
                <a:close/>
              </a:path>
              <a:path w="3663353" h="3318171" stroke="0" extrusionOk="0">
                <a:moveTo>
                  <a:pt x="0" y="0"/>
                </a:moveTo>
                <a:cubicBezTo>
                  <a:pt x="258019" y="7943"/>
                  <a:pt x="327253" y="-12487"/>
                  <a:pt x="573925" y="0"/>
                </a:cubicBezTo>
                <a:cubicBezTo>
                  <a:pt x="820597" y="12487"/>
                  <a:pt x="953500" y="14916"/>
                  <a:pt x="1074584" y="0"/>
                </a:cubicBezTo>
                <a:cubicBezTo>
                  <a:pt x="1195668" y="-14916"/>
                  <a:pt x="1518938" y="8635"/>
                  <a:pt x="1758409" y="0"/>
                </a:cubicBezTo>
                <a:cubicBezTo>
                  <a:pt x="1997880" y="-8635"/>
                  <a:pt x="2101539" y="-13907"/>
                  <a:pt x="2332335" y="0"/>
                </a:cubicBezTo>
                <a:cubicBezTo>
                  <a:pt x="2563131" y="13907"/>
                  <a:pt x="2633956" y="-25176"/>
                  <a:pt x="2906260" y="0"/>
                </a:cubicBezTo>
                <a:cubicBezTo>
                  <a:pt x="3178565" y="25176"/>
                  <a:pt x="3494048" y="-9876"/>
                  <a:pt x="3663353" y="0"/>
                </a:cubicBezTo>
                <a:cubicBezTo>
                  <a:pt x="3635586" y="193997"/>
                  <a:pt x="3667178" y="301099"/>
                  <a:pt x="3663353" y="597271"/>
                </a:cubicBezTo>
                <a:cubicBezTo>
                  <a:pt x="3659528" y="893443"/>
                  <a:pt x="3672668" y="977287"/>
                  <a:pt x="3663353" y="1260905"/>
                </a:cubicBezTo>
                <a:cubicBezTo>
                  <a:pt x="3654038" y="1544523"/>
                  <a:pt x="3651849" y="1560084"/>
                  <a:pt x="3663353" y="1858176"/>
                </a:cubicBezTo>
                <a:cubicBezTo>
                  <a:pt x="3674857" y="2156268"/>
                  <a:pt x="3650441" y="2182697"/>
                  <a:pt x="3663353" y="2455447"/>
                </a:cubicBezTo>
                <a:cubicBezTo>
                  <a:pt x="3676265" y="2728197"/>
                  <a:pt x="3628385" y="2936166"/>
                  <a:pt x="3663353" y="3318171"/>
                </a:cubicBezTo>
                <a:cubicBezTo>
                  <a:pt x="3375419" y="3314901"/>
                  <a:pt x="3283655" y="3323881"/>
                  <a:pt x="3016161" y="3318171"/>
                </a:cubicBezTo>
                <a:cubicBezTo>
                  <a:pt x="2748667" y="3312461"/>
                  <a:pt x="2500477" y="3345765"/>
                  <a:pt x="2332335" y="3318171"/>
                </a:cubicBezTo>
                <a:cubicBezTo>
                  <a:pt x="2164193" y="3290577"/>
                  <a:pt x="1909886" y="3315924"/>
                  <a:pt x="1648509" y="3318171"/>
                </a:cubicBezTo>
                <a:cubicBezTo>
                  <a:pt x="1387132" y="3320418"/>
                  <a:pt x="1374409" y="3320442"/>
                  <a:pt x="1111217" y="3318171"/>
                </a:cubicBezTo>
                <a:cubicBezTo>
                  <a:pt x="848025" y="3315900"/>
                  <a:pt x="252918" y="3356757"/>
                  <a:pt x="0" y="3318171"/>
                </a:cubicBezTo>
                <a:cubicBezTo>
                  <a:pt x="-3843" y="2970342"/>
                  <a:pt x="22944" y="2861518"/>
                  <a:pt x="0" y="2588173"/>
                </a:cubicBezTo>
                <a:cubicBezTo>
                  <a:pt x="-22944" y="2314828"/>
                  <a:pt x="-10680" y="2216912"/>
                  <a:pt x="0" y="2024084"/>
                </a:cubicBezTo>
                <a:cubicBezTo>
                  <a:pt x="10680" y="1831256"/>
                  <a:pt x="-17008" y="1664416"/>
                  <a:pt x="0" y="1426814"/>
                </a:cubicBezTo>
                <a:cubicBezTo>
                  <a:pt x="17008" y="1189212"/>
                  <a:pt x="9137" y="1048307"/>
                  <a:pt x="0" y="829543"/>
                </a:cubicBezTo>
                <a:cubicBezTo>
                  <a:pt x="-9137" y="610779"/>
                  <a:pt x="30137" y="41120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declare) </a:t>
            </a:r>
          </a:p>
          <a:p>
            <a:r>
              <a:rPr lang="en-US" altLang="ko-KR" sz="1200" b="1">
                <a:latin typeface="돋움체" panose="020B0609000101010101" pitchFamily="49" charset="-127"/>
                <a:ea typeface="돋움체" panose="020B0609000101010101" pitchFamily="49" charset="-127"/>
              </a:rPr>
              <a:t>CGDK::context</a:t>
            </a:r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 temp;</a:t>
            </a:r>
          </a:p>
          <a:p>
            <a:endParaRPr lang="ko-KR" altLang="en-US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1)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정수형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temp[“a"] = 1;</a:t>
            </a:r>
          </a:p>
          <a:p>
            <a:endParaRPr lang="en-US" altLang="ko-KR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2)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실수형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temp[“b"] = 2.0f;</a:t>
            </a:r>
          </a:p>
          <a:p>
            <a:endParaRPr lang="en-US" altLang="ko-KR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3)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문자열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temp[“c"] = “test”;</a:t>
            </a:r>
          </a:p>
          <a:p>
            <a:endParaRPr lang="en-US" altLang="ko-KR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4)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버퍼</a:t>
            </a:r>
            <a:endParaRPr lang="en-US" altLang="ko-KR" sz="1200">
              <a:solidFill>
                <a:srgbClr val="00B05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buffer_view temp_buffer;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temp[“d"] = temp_buffer;</a:t>
            </a:r>
          </a:p>
          <a:p>
            <a:endParaRPr lang="ko-KR" altLang="en-US" sz="120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4D0351-6A9B-4456-A629-2DC122B452FA}"/>
              </a:ext>
            </a:extLst>
          </p:cNvPr>
          <p:cNvSpPr/>
          <p:nvPr/>
        </p:nvSpPr>
        <p:spPr>
          <a:xfrm>
            <a:off x="5574990" y="1104379"/>
            <a:ext cx="4505181" cy="3318171"/>
          </a:xfrm>
          <a:custGeom>
            <a:avLst/>
            <a:gdLst>
              <a:gd name="connsiteX0" fmla="*/ 0 w 4505181"/>
              <a:gd name="connsiteY0" fmla="*/ 0 h 3318171"/>
              <a:gd name="connsiteX1" fmla="*/ 508442 w 4505181"/>
              <a:gd name="connsiteY1" fmla="*/ 0 h 3318171"/>
              <a:gd name="connsiteX2" fmla="*/ 1242143 w 4505181"/>
              <a:gd name="connsiteY2" fmla="*/ 0 h 3318171"/>
              <a:gd name="connsiteX3" fmla="*/ 1930792 w 4505181"/>
              <a:gd name="connsiteY3" fmla="*/ 0 h 3318171"/>
              <a:gd name="connsiteX4" fmla="*/ 2439234 w 4505181"/>
              <a:gd name="connsiteY4" fmla="*/ 0 h 3318171"/>
              <a:gd name="connsiteX5" fmla="*/ 3037779 w 4505181"/>
              <a:gd name="connsiteY5" fmla="*/ 0 h 3318171"/>
              <a:gd name="connsiteX6" fmla="*/ 3771480 w 4505181"/>
              <a:gd name="connsiteY6" fmla="*/ 0 h 3318171"/>
              <a:gd name="connsiteX7" fmla="*/ 4505181 w 4505181"/>
              <a:gd name="connsiteY7" fmla="*/ 0 h 3318171"/>
              <a:gd name="connsiteX8" fmla="*/ 4505181 w 4505181"/>
              <a:gd name="connsiteY8" fmla="*/ 696816 h 3318171"/>
              <a:gd name="connsiteX9" fmla="*/ 4505181 w 4505181"/>
              <a:gd name="connsiteY9" fmla="*/ 1260905 h 3318171"/>
              <a:gd name="connsiteX10" fmla="*/ 4505181 w 4505181"/>
              <a:gd name="connsiteY10" fmla="*/ 1858176 h 3318171"/>
              <a:gd name="connsiteX11" fmla="*/ 4505181 w 4505181"/>
              <a:gd name="connsiteY11" fmla="*/ 2554992 h 3318171"/>
              <a:gd name="connsiteX12" fmla="*/ 4505181 w 4505181"/>
              <a:gd name="connsiteY12" fmla="*/ 3318171 h 3318171"/>
              <a:gd name="connsiteX13" fmla="*/ 3996739 w 4505181"/>
              <a:gd name="connsiteY13" fmla="*/ 3318171 h 3318171"/>
              <a:gd name="connsiteX14" fmla="*/ 3488297 w 4505181"/>
              <a:gd name="connsiteY14" fmla="*/ 3318171 h 3318171"/>
              <a:gd name="connsiteX15" fmla="*/ 2799648 w 4505181"/>
              <a:gd name="connsiteY15" fmla="*/ 3318171 h 3318171"/>
              <a:gd name="connsiteX16" fmla="*/ 2291206 w 4505181"/>
              <a:gd name="connsiteY16" fmla="*/ 3318171 h 3318171"/>
              <a:gd name="connsiteX17" fmla="*/ 1647609 w 4505181"/>
              <a:gd name="connsiteY17" fmla="*/ 3318171 h 3318171"/>
              <a:gd name="connsiteX18" fmla="*/ 1094115 w 4505181"/>
              <a:gd name="connsiteY18" fmla="*/ 3318171 h 3318171"/>
              <a:gd name="connsiteX19" fmla="*/ 0 w 4505181"/>
              <a:gd name="connsiteY19" fmla="*/ 3318171 h 3318171"/>
              <a:gd name="connsiteX20" fmla="*/ 0 w 4505181"/>
              <a:gd name="connsiteY20" fmla="*/ 2654537 h 3318171"/>
              <a:gd name="connsiteX21" fmla="*/ 0 w 4505181"/>
              <a:gd name="connsiteY21" fmla="*/ 1924539 h 3318171"/>
              <a:gd name="connsiteX22" fmla="*/ 0 w 4505181"/>
              <a:gd name="connsiteY22" fmla="*/ 1294087 h 3318171"/>
              <a:gd name="connsiteX23" fmla="*/ 0 w 4505181"/>
              <a:gd name="connsiteY23" fmla="*/ 663634 h 3318171"/>
              <a:gd name="connsiteX24" fmla="*/ 0 w 4505181"/>
              <a:gd name="connsiteY24" fmla="*/ 0 h 331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505181" h="3318171" fill="none" extrusionOk="0">
                <a:moveTo>
                  <a:pt x="0" y="0"/>
                </a:moveTo>
                <a:cubicBezTo>
                  <a:pt x="160608" y="24029"/>
                  <a:pt x="284062" y="22162"/>
                  <a:pt x="508442" y="0"/>
                </a:cubicBezTo>
                <a:cubicBezTo>
                  <a:pt x="732822" y="-22162"/>
                  <a:pt x="878716" y="7779"/>
                  <a:pt x="1242143" y="0"/>
                </a:cubicBezTo>
                <a:cubicBezTo>
                  <a:pt x="1605570" y="-7779"/>
                  <a:pt x="1650618" y="2606"/>
                  <a:pt x="1930792" y="0"/>
                </a:cubicBezTo>
                <a:cubicBezTo>
                  <a:pt x="2210966" y="-2606"/>
                  <a:pt x="2195203" y="9656"/>
                  <a:pt x="2439234" y="0"/>
                </a:cubicBezTo>
                <a:cubicBezTo>
                  <a:pt x="2683265" y="-9656"/>
                  <a:pt x="2858949" y="3495"/>
                  <a:pt x="3037779" y="0"/>
                </a:cubicBezTo>
                <a:cubicBezTo>
                  <a:pt x="3216610" y="-3495"/>
                  <a:pt x="3434209" y="35676"/>
                  <a:pt x="3771480" y="0"/>
                </a:cubicBezTo>
                <a:cubicBezTo>
                  <a:pt x="4108751" y="-35676"/>
                  <a:pt x="4296423" y="-19795"/>
                  <a:pt x="4505181" y="0"/>
                </a:cubicBezTo>
                <a:cubicBezTo>
                  <a:pt x="4505906" y="185258"/>
                  <a:pt x="4495317" y="407906"/>
                  <a:pt x="4505181" y="696816"/>
                </a:cubicBezTo>
                <a:cubicBezTo>
                  <a:pt x="4515045" y="985726"/>
                  <a:pt x="4509639" y="1119606"/>
                  <a:pt x="4505181" y="1260905"/>
                </a:cubicBezTo>
                <a:cubicBezTo>
                  <a:pt x="4500723" y="1402204"/>
                  <a:pt x="4486824" y="1640560"/>
                  <a:pt x="4505181" y="1858176"/>
                </a:cubicBezTo>
                <a:cubicBezTo>
                  <a:pt x="4523538" y="2075792"/>
                  <a:pt x="4493584" y="2311267"/>
                  <a:pt x="4505181" y="2554992"/>
                </a:cubicBezTo>
                <a:cubicBezTo>
                  <a:pt x="4516778" y="2798717"/>
                  <a:pt x="4541466" y="3006289"/>
                  <a:pt x="4505181" y="3318171"/>
                </a:cubicBezTo>
                <a:cubicBezTo>
                  <a:pt x="4369412" y="3298431"/>
                  <a:pt x="4111171" y="3310526"/>
                  <a:pt x="3996739" y="3318171"/>
                </a:cubicBezTo>
                <a:cubicBezTo>
                  <a:pt x="3882307" y="3325816"/>
                  <a:pt x="3663636" y="3335319"/>
                  <a:pt x="3488297" y="3318171"/>
                </a:cubicBezTo>
                <a:cubicBezTo>
                  <a:pt x="3312958" y="3301023"/>
                  <a:pt x="2991774" y="3328196"/>
                  <a:pt x="2799648" y="3318171"/>
                </a:cubicBezTo>
                <a:cubicBezTo>
                  <a:pt x="2607522" y="3308146"/>
                  <a:pt x="2517356" y="3337710"/>
                  <a:pt x="2291206" y="3318171"/>
                </a:cubicBezTo>
                <a:cubicBezTo>
                  <a:pt x="2065056" y="3298632"/>
                  <a:pt x="1947444" y="3338477"/>
                  <a:pt x="1647609" y="3318171"/>
                </a:cubicBezTo>
                <a:cubicBezTo>
                  <a:pt x="1347774" y="3297865"/>
                  <a:pt x="1291131" y="3292574"/>
                  <a:pt x="1094115" y="3318171"/>
                </a:cubicBezTo>
                <a:cubicBezTo>
                  <a:pt x="897099" y="3343768"/>
                  <a:pt x="435583" y="3290512"/>
                  <a:pt x="0" y="3318171"/>
                </a:cubicBezTo>
                <a:cubicBezTo>
                  <a:pt x="3063" y="3093011"/>
                  <a:pt x="-13928" y="2902394"/>
                  <a:pt x="0" y="2654537"/>
                </a:cubicBezTo>
                <a:cubicBezTo>
                  <a:pt x="13928" y="2406680"/>
                  <a:pt x="-24669" y="2199570"/>
                  <a:pt x="0" y="1924539"/>
                </a:cubicBezTo>
                <a:cubicBezTo>
                  <a:pt x="24669" y="1649508"/>
                  <a:pt x="537" y="1476514"/>
                  <a:pt x="0" y="1294087"/>
                </a:cubicBezTo>
                <a:cubicBezTo>
                  <a:pt x="-537" y="1111660"/>
                  <a:pt x="18958" y="964360"/>
                  <a:pt x="0" y="663634"/>
                </a:cubicBezTo>
                <a:cubicBezTo>
                  <a:pt x="-18958" y="362908"/>
                  <a:pt x="-22233" y="251039"/>
                  <a:pt x="0" y="0"/>
                </a:cubicBezTo>
                <a:close/>
              </a:path>
              <a:path w="4505181" h="3318171" stroke="0" extrusionOk="0">
                <a:moveTo>
                  <a:pt x="0" y="0"/>
                </a:moveTo>
                <a:cubicBezTo>
                  <a:pt x="254208" y="14128"/>
                  <a:pt x="410011" y="26332"/>
                  <a:pt x="598545" y="0"/>
                </a:cubicBezTo>
                <a:cubicBezTo>
                  <a:pt x="787080" y="-26332"/>
                  <a:pt x="951247" y="-11468"/>
                  <a:pt x="1106987" y="0"/>
                </a:cubicBezTo>
                <a:cubicBezTo>
                  <a:pt x="1262727" y="11468"/>
                  <a:pt x="1535257" y="15839"/>
                  <a:pt x="1840688" y="0"/>
                </a:cubicBezTo>
                <a:cubicBezTo>
                  <a:pt x="2146119" y="-15839"/>
                  <a:pt x="2202386" y="5767"/>
                  <a:pt x="2439234" y="0"/>
                </a:cubicBezTo>
                <a:cubicBezTo>
                  <a:pt x="2676082" y="-5767"/>
                  <a:pt x="2753151" y="9369"/>
                  <a:pt x="3037779" y="0"/>
                </a:cubicBezTo>
                <a:cubicBezTo>
                  <a:pt x="3322408" y="-9369"/>
                  <a:pt x="3550654" y="-21854"/>
                  <a:pt x="3771480" y="0"/>
                </a:cubicBezTo>
                <a:cubicBezTo>
                  <a:pt x="3992306" y="21854"/>
                  <a:pt x="4177106" y="10081"/>
                  <a:pt x="4505181" y="0"/>
                </a:cubicBezTo>
                <a:cubicBezTo>
                  <a:pt x="4493348" y="218392"/>
                  <a:pt x="4525532" y="452647"/>
                  <a:pt x="4505181" y="729998"/>
                </a:cubicBezTo>
                <a:cubicBezTo>
                  <a:pt x="4484830" y="1007349"/>
                  <a:pt x="4489481" y="1031080"/>
                  <a:pt x="4505181" y="1327268"/>
                </a:cubicBezTo>
                <a:cubicBezTo>
                  <a:pt x="4520882" y="1623456"/>
                  <a:pt x="4492269" y="1651789"/>
                  <a:pt x="4505181" y="1924539"/>
                </a:cubicBezTo>
                <a:cubicBezTo>
                  <a:pt x="4518093" y="2197289"/>
                  <a:pt x="4473833" y="2281688"/>
                  <a:pt x="4505181" y="2588173"/>
                </a:cubicBezTo>
                <a:cubicBezTo>
                  <a:pt x="4536529" y="2894658"/>
                  <a:pt x="4514300" y="3134852"/>
                  <a:pt x="4505181" y="3318171"/>
                </a:cubicBezTo>
                <a:cubicBezTo>
                  <a:pt x="4322709" y="3297156"/>
                  <a:pt x="4243173" y="3326238"/>
                  <a:pt x="3996739" y="3318171"/>
                </a:cubicBezTo>
                <a:cubicBezTo>
                  <a:pt x="3750305" y="3310104"/>
                  <a:pt x="3614198" y="3341265"/>
                  <a:pt x="3263038" y="3318171"/>
                </a:cubicBezTo>
                <a:cubicBezTo>
                  <a:pt x="2911878" y="3295077"/>
                  <a:pt x="2940908" y="3310269"/>
                  <a:pt x="2709545" y="3318171"/>
                </a:cubicBezTo>
                <a:cubicBezTo>
                  <a:pt x="2478182" y="3326073"/>
                  <a:pt x="2214301" y="3286284"/>
                  <a:pt x="2065947" y="3318171"/>
                </a:cubicBezTo>
                <a:cubicBezTo>
                  <a:pt x="1917593" y="3350058"/>
                  <a:pt x="1527571" y="3343725"/>
                  <a:pt x="1332246" y="3318171"/>
                </a:cubicBezTo>
                <a:cubicBezTo>
                  <a:pt x="1136921" y="3292617"/>
                  <a:pt x="886299" y="3304012"/>
                  <a:pt x="688649" y="3318171"/>
                </a:cubicBezTo>
                <a:cubicBezTo>
                  <a:pt x="490999" y="3332330"/>
                  <a:pt x="257081" y="3345908"/>
                  <a:pt x="0" y="3318171"/>
                </a:cubicBezTo>
                <a:cubicBezTo>
                  <a:pt x="11954" y="3072593"/>
                  <a:pt x="9137" y="2939664"/>
                  <a:pt x="0" y="2720900"/>
                </a:cubicBezTo>
                <a:cubicBezTo>
                  <a:pt x="-9137" y="2502136"/>
                  <a:pt x="10482" y="2363046"/>
                  <a:pt x="0" y="2090448"/>
                </a:cubicBezTo>
                <a:cubicBezTo>
                  <a:pt x="-10482" y="1817850"/>
                  <a:pt x="-27465" y="1540713"/>
                  <a:pt x="0" y="1360450"/>
                </a:cubicBezTo>
                <a:cubicBezTo>
                  <a:pt x="27465" y="1180187"/>
                  <a:pt x="-30057" y="999523"/>
                  <a:pt x="0" y="696816"/>
                </a:cubicBezTo>
                <a:cubicBezTo>
                  <a:pt x="30057" y="394109"/>
                  <a:pt x="9826" y="21916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declare) </a:t>
            </a:r>
          </a:p>
          <a:p>
            <a:r>
              <a:rPr lang="en-US" altLang="ko-KR" sz="1200" b="1">
                <a:latin typeface="돋움체" panose="020B0609000101010101" pitchFamily="49" charset="-127"/>
                <a:ea typeface="돋움체" panose="020B0609000101010101" pitchFamily="49" charset="-127"/>
              </a:rPr>
              <a:t>CGDK::context</a:t>
            </a:r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 temp;</a:t>
            </a:r>
          </a:p>
          <a:p>
            <a:endParaRPr lang="ko-KR" altLang="en-US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1)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정수형</a:t>
            </a:r>
          </a:p>
          <a:p>
            <a:r>
              <a:rPr lang="en-US" altLang="ko-KR" sz="12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 a = (int)temp[“a"];</a:t>
            </a:r>
          </a:p>
          <a:p>
            <a:endParaRPr lang="en-US" altLang="ko-KR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2)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실수형</a:t>
            </a:r>
          </a:p>
          <a:p>
            <a:r>
              <a:rPr lang="en-US" altLang="ko-KR" sz="12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 b = (float)temp[“b"];</a:t>
            </a:r>
          </a:p>
          <a:p>
            <a:endParaRPr lang="en-US" altLang="ko-KR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3)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문자열</a:t>
            </a:r>
          </a:p>
          <a:p>
            <a:r>
              <a:rPr lang="en-US" altLang="ko-KR" sz="12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 c = (std::string_view) [“c"] = “test”;</a:t>
            </a:r>
          </a:p>
          <a:p>
            <a:endParaRPr lang="en-US" altLang="ko-KR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4)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버퍼</a:t>
            </a:r>
            <a:endParaRPr lang="en-US" altLang="ko-KR" sz="1200">
              <a:solidFill>
                <a:srgbClr val="00B05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 d = (buffer_view)temp[“d"];</a:t>
            </a:r>
          </a:p>
          <a:p>
            <a:endParaRPr lang="en-US" altLang="ko-KR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20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파일에서 읽을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A2F7F-4ECE-4F09-ACDE-581EEB419546}"/>
              </a:ext>
            </a:extLst>
          </p:cNvPr>
          <p:cNvSpPr txBox="1"/>
          <p:nvPr/>
        </p:nvSpPr>
        <p:spPr>
          <a:xfrm>
            <a:off x="1379374" y="-12879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with json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753B73-4B4E-437E-9378-1DE6EBE19345}"/>
              </a:ext>
            </a:extLst>
          </p:cNvPr>
          <p:cNvSpPr txBox="1"/>
          <p:nvPr/>
        </p:nvSpPr>
        <p:spPr>
          <a:xfrm>
            <a:off x="538480" y="15240"/>
            <a:ext cx="855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CONTEXT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FEFD43-B4AF-46E0-92FB-B3EA2E1FF792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1AA71D-96F0-4AEE-82E3-2EBA2A07408A}"/>
              </a:ext>
            </a:extLst>
          </p:cNvPr>
          <p:cNvSpPr/>
          <p:nvPr/>
        </p:nvSpPr>
        <p:spPr>
          <a:xfrm>
            <a:off x="134635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F03483-0AA4-4553-94A2-11436A225CF8}"/>
              </a:ext>
            </a:extLst>
          </p:cNvPr>
          <p:cNvSpPr/>
          <p:nvPr/>
        </p:nvSpPr>
        <p:spPr>
          <a:xfrm>
            <a:off x="1689208" y="958133"/>
            <a:ext cx="8962098" cy="1286845"/>
          </a:xfrm>
          <a:custGeom>
            <a:avLst/>
            <a:gdLst>
              <a:gd name="connsiteX0" fmla="*/ 0 w 8962098"/>
              <a:gd name="connsiteY0" fmla="*/ 0 h 1286845"/>
              <a:gd name="connsiteX1" fmla="*/ 779013 w 8962098"/>
              <a:gd name="connsiteY1" fmla="*/ 0 h 1286845"/>
              <a:gd name="connsiteX2" fmla="*/ 1378784 w 8962098"/>
              <a:gd name="connsiteY2" fmla="*/ 0 h 1286845"/>
              <a:gd name="connsiteX3" fmla="*/ 2068176 w 8962098"/>
              <a:gd name="connsiteY3" fmla="*/ 0 h 1286845"/>
              <a:gd name="connsiteX4" fmla="*/ 2936811 w 8962098"/>
              <a:gd name="connsiteY4" fmla="*/ 0 h 1286845"/>
              <a:gd name="connsiteX5" fmla="*/ 3446961 w 8962098"/>
              <a:gd name="connsiteY5" fmla="*/ 0 h 1286845"/>
              <a:gd name="connsiteX6" fmla="*/ 4225974 w 8962098"/>
              <a:gd name="connsiteY6" fmla="*/ 0 h 1286845"/>
              <a:gd name="connsiteX7" fmla="*/ 4736124 w 8962098"/>
              <a:gd name="connsiteY7" fmla="*/ 0 h 1286845"/>
              <a:gd name="connsiteX8" fmla="*/ 5425516 w 8962098"/>
              <a:gd name="connsiteY8" fmla="*/ 0 h 1286845"/>
              <a:gd name="connsiteX9" fmla="*/ 6204529 w 8962098"/>
              <a:gd name="connsiteY9" fmla="*/ 0 h 1286845"/>
              <a:gd name="connsiteX10" fmla="*/ 6625059 w 8962098"/>
              <a:gd name="connsiteY10" fmla="*/ 0 h 1286845"/>
              <a:gd name="connsiteX11" fmla="*/ 7045588 w 8962098"/>
              <a:gd name="connsiteY11" fmla="*/ 0 h 1286845"/>
              <a:gd name="connsiteX12" fmla="*/ 7914222 w 8962098"/>
              <a:gd name="connsiteY12" fmla="*/ 0 h 1286845"/>
              <a:gd name="connsiteX13" fmla="*/ 8962098 w 8962098"/>
              <a:gd name="connsiteY13" fmla="*/ 0 h 1286845"/>
              <a:gd name="connsiteX14" fmla="*/ 8962098 w 8962098"/>
              <a:gd name="connsiteY14" fmla="*/ 604817 h 1286845"/>
              <a:gd name="connsiteX15" fmla="*/ 8962098 w 8962098"/>
              <a:gd name="connsiteY15" fmla="*/ 1286845 h 1286845"/>
              <a:gd name="connsiteX16" fmla="*/ 8183085 w 8962098"/>
              <a:gd name="connsiteY16" fmla="*/ 1286845 h 1286845"/>
              <a:gd name="connsiteX17" fmla="*/ 7404072 w 8962098"/>
              <a:gd name="connsiteY17" fmla="*/ 1286845 h 1286845"/>
              <a:gd name="connsiteX18" fmla="*/ 6714680 w 8962098"/>
              <a:gd name="connsiteY18" fmla="*/ 1286845 h 1286845"/>
              <a:gd name="connsiteX19" fmla="*/ 5846045 w 8962098"/>
              <a:gd name="connsiteY19" fmla="*/ 1286845 h 1286845"/>
              <a:gd name="connsiteX20" fmla="*/ 4977411 w 8962098"/>
              <a:gd name="connsiteY20" fmla="*/ 1286845 h 1286845"/>
              <a:gd name="connsiteX21" fmla="*/ 4198398 w 8962098"/>
              <a:gd name="connsiteY21" fmla="*/ 1286845 h 1286845"/>
              <a:gd name="connsiteX22" fmla="*/ 3419385 w 8962098"/>
              <a:gd name="connsiteY22" fmla="*/ 1286845 h 1286845"/>
              <a:gd name="connsiteX23" fmla="*/ 2640372 w 8962098"/>
              <a:gd name="connsiteY23" fmla="*/ 1286845 h 1286845"/>
              <a:gd name="connsiteX24" fmla="*/ 2130222 w 8962098"/>
              <a:gd name="connsiteY24" fmla="*/ 1286845 h 1286845"/>
              <a:gd name="connsiteX25" fmla="*/ 1261588 w 8962098"/>
              <a:gd name="connsiteY25" fmla="*/ 1286845 h 1286845"/>
              <a:gd name="connsiteX26" fmla="*/ 0 w 8962098"/>
              <a:gd name="connsiteY26" fmla="*/ 1286845 h 1286845"/>
              <a:gd name="connsiteX27" fmla="*/ 0 w 8962098"/>
              <a:gd name="connsiteY27" fmla="*/ 682028 h 1286845"/>
              <a:gd name="connsiteX28" fmla="*/ 0 w 8962098"/>
              <a:gd name="connsiteY28" fmla="*/ 0 h 128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62098" h="1286845" fill="none" extrusionOk="0">
                <a:moveTo>
                  <a:pt x="0" y="0"/>
                </a:moveTo>
                <a:cubicBezTo>
                  <a:pt x="323707" y="1746"/>
                  <a:pt x="519600" y="-22575"/>
                  <a:pt x="779013" y="0"/>
                </a:cubicBezTo>
                <a:cubicBezTo>
                  <a:pt x="1038426" y="22575"/>
                  <a:pt x="1127153" y="17769"/>
                  <a:pt x="1378784" y="0"/>
                </a:cubicBezTo>
                <a:cubicBezTo>
                  <a:pt x="1630415" y="-17769"/>
                  <a:pt x="1826602" y="-25917"/>
                  <a:pt x="2068176" y="0"/>
                </a:cubicBezTo>
                <a:cubicBezTo>
                  <a:pt x="2309750" y="25917"/>
                  <a:pt x="2541901" y="33696"/>
                  <a:pt x="2936811" y="0"/>
                </a:cubicBezTo>
                <a:cubicBezTo>
                  <a:pt x="3331722" y="-33696"/>
                  <a:pt x="3217885" y="15624"/>
                  <a:pt x="3446961" y="0"/>
                </a:cubicBezTo>
                <a:cubicBezTo>
                  <a:pt x="3676037" y="-15624"/>
                  <a:pt x="4056719" y="-5494"/>
                  <a:pt x="4225974" y="0"/>
                </a:cubicBezTo>
                <a:cubicBezTo>
                  <a:pt x="4395229" y="5494"/>
                  <a:pt x="4542965" y="5127"/>
                  <a:pt x="4736124" y="0"/>
                </a:cubicBezTo>
                <a:cubicBezTo>
                  <a:pt x="4929283" y="-5127"/>
                  <a:pt x="5229310" y="6476"/>
                  <a:pt x="5425516" y="0"/>
                </a:cubicBezTo>
                <a:cubicBezTo>
                  <a:pt x="5621722" y="-6476"/>
                  <a:pt x="5911381" y="21489"/>
                  <a:pt x="6204529" y="0"/>
                </a:cubicBezTo>
                <a:cubicBezTo>
                  <a:pt x="6497677" y="-21489"/>
                  <a:pt x="6495650" y="-1947"/>
                  <a:pt x="6625059" y="0"/>
                </a:cubicBezTo>
                <a:cubicBezTo>
                  <a:pt x="6754468" y="1947"/>
                  <a:pt x="6884756" y="6095"/>
                  <a:pt x="7045588" y="0"/>
                </a:cubicBezTo>
                <a:cubicBezTo>
                  <a:pt x="7206420" y="-6095"/>
                  <a:pt x="7593042" y="19610"/>
                  <a:pt x="7914222" y="0"/>
                </a:cubicBezTo>
                <a:cubicBezTo>
                  <a:pt x="8235402" y="-19610"/>
                  <a:pt x="8538498" y="-22299"/>
                  <a:pt x="8962098" y="0"/>
                </a:cubicBezTo>
                <a:cubicBezTo>
                  <a:pt x="8934221" y="261304"/>
                  <a:pt x="8954026" y="386750"/>
                  <a:pt x="8962098" y="604817"/>
                </a:cubicBezTo>
                <a:cubicBezTo>
                  <a:pt x="8970170" y="822884"/>
                  <a:pt x="8985134" y="1098185"/>
                  <a:pt x="8962098" y="1286845"/>
                </a:cubicBezTo>
                <a:cubicBezTo>
                  <a:pt x="8585596" y="1280652"/>
                  <a:pt x="8517097" y="1255533"/>
                  <a:pt x="8183085" y="1286845"/>
                </a:cubicBezTo>
                <a:cubicBezTo>
                  <a:pt x="7849073" y="1318157"/>
                  <a:pt x="7633107" y="1283886"/>
                  <a:pt x="7404072" y="1286845"/>
                </a:cubicBezTo>
                <a:cubicBezTo>
                  <a:pt x="7175037" y="1289804"/>
                  <a:pt x="6998882" y="1320847"/>
                  <a:pt x="6714680" y="1286845"/>
                </a:cubicBezTo>
                <a:cubicBezTo>
                  <a:pt x="6430478" y="1252843"/>
                  <a:pt x="6186596" y="1303264"/>
                  <a:pt x="5846045" y="1286845"/>
                </a:cubicBezTo>
                <a:cubicBezTo>
                  <a:pt x="5505495" y="1270426"/>
                  <a:pt x="5386035" y="1291256"/>
                  <a:pt x="4977411" y="1286845"/>
                </a:cubicBezTo>
                <a:cubicBezTo>
                  <a:pt x="4568787" y="1282434"/>
                  <a:pt x="4379605" y="1294688"/>
                  <a:pt x="4198398" y="1286845"/>
                </a:cubicBezTo>
                <a:cubicBezTo>
                  <a:pt x="4017191" y="1279002"/>
                  <a:pt x="3797080" y="1269660"/>
                  <a:pt x="3419385" y="1286845"/>
                </a:cubicBezTo>
                <a:cubicBezTo>
                  <a:pt x="3041690" y="1304030"/>
                  <a:pt x="3025612" y="1308903"/>
                  <a:pt x="2640372" y="1286845"/>
                </a:cubicBezTo>
                <a:cubicBezTo>
                  <a:pt x="2255132" y="1264787"/>
                  <a:pt x="2269378" y="1303956"/>
                  <a:pt x="2130222" y="1286845"/>
                </a:cubicBezTo>
                <a:cubicBezTo>
                  <a:pt x="1991066" y="1269735"/>
                  <a:pt x="1610917" y="1246401"/>
                  <a:pt x="1261588" y="1286845"/>
                </a:cubicBezTo>
                <a:cubicBezTo>
                  <a:pt x="912259" y="1327289"/>
                  <a:pt x="589216" y="1246042"/>
                  <a:pt x="0" y="1286845"/>
                </a:cubicBezTo>
                <a:cubicBezTo>
                  <a:pt x="12695" y="1077408"/>
                  <a:pt x="-4546" y="962180"/>
                  <a:pt x="0" y="682028"/>
                </a:cubicBezTo>
                <a:cubicBezTo>
                  <a:pt x="4546" y="401876"/>
                  <a:pt x="6671" y="266169"/>
                  <a:pt x="0" y="0"/>
                </a:cubicBezTo>
                <a:close/>
              </a:path>
              <a:path w="8962098" h="1286845" stroke="0" extrusionOk="0">
                <a:moveTo>
                  <a:pt x="0" y="0"/>
                </a:moveTo>
                <a:cubicBezTo>
                  <a:pt x="218031" y="-16156"/>
                  <a:pt x="334791" y="21744"/>
                  <a:pt x="599771" y="0"/>
                </a:cubicBezTo>
                <a:cubicBezTo>
                  <a:pt x="864751" y="-21744"/>
                  <a:pt x="875830" y="20421"/>
                  <a:pt x="1020300" y="0"/>
                </a:cubicBezTo>
                <a:cubicBezTo>
                  <a:pt x="1164770" y="-20421"/>
                  <a:pt x="1455547" y="30819"/>
                  <a:pt x="1888935" y="0"/>
                </a:cubicBezTo>
                <a:cubicBezTo>
                  <a:pt x="2322324" y="-30819"/>
                  <a:pt x="2192000" y="-16099"/>
                  <a:pt x="2488706" y="0"/>
                </a:cubicBezTo>
                <a:cubicBezTo>
                  <a:pt x="2785412" y="16099"/>
                  <a:pt x="2870377" y="-21113"/>
                  <a:pt x="3088477" y="0"/>
                </a:cubicBezTo>
                <a:cubicBezTo>
                  <a:pt x="3306577" y="21113"/>
                  <a:pt x="3551686" y="41452"/>
                  <a:pt x="3957111" y="0"/>
                </a:cubicBezTo>
                <a:cubicBezTo>
                  <a:pt x="4362536" y="-41452"/>
                  <a:pt x="4224883" y="-19436"/>
                  <a:pt x="4467261" y="0"/>
                </a:cubicBezTo>
                <a:cubicBezTo>
                  <a:pt x="4709639" y="19436"/>
                  <a:pt x="5087256" y="-29599"/>
                  <a:pt x="5335895" y="0"/>
                </a:cubicBezTo>
                <a:cubicBezTo>
                  <a:pt x="5584534" y="29599"/>
                  <a:pt x="5851379" y="-16524"/>
                  <a:pt x="6204529" y="0"/>
                </a:cubicBezTo>
                <a:cubicBezTo>
                  <a:pt x="6557679" y="16524"/>
                  <a:pt x="6572458" y="-33168"/>
                  <a:pt x="6893922" y="0"/>
                </a:cubicBezTo>
                <a:cubicBezTo>
                  <a:pt x="7215386" y="33168"/>
                  <a:pt x="7569766" y="10694"/>
                  <a:pt x="7762556" y="0"/>
                </a:cubicBezTo>
                <a:cubicBezTo>
                  <a:pt x="7955346" y="-10694"/>
                  <a:pt x="8195647" y="-13820"/>
                  <a:pt x="8362327" y="0"/>
                </a:cubicBezTo>
                <a:cubicBezTo>
                  <a:pt x="8529007" y="13820"/>
                  <a:pt x="8745247" y="10314"/>
                  <a:pt x="8962098" y="0"/>
                </a:cubicBezTo>
                <a:cubicBezTo>
                  <a:pt x="8966957" y="276632"/>
                  <a:pt x="8952068" y="431109"/>
                  <a:pt x="8962098" y="656291"/>
                </a:cubicBezTo>
                <a:cubicBezTo>
                  <a:pt x="8972128" y="881473"/>
                  <a:pt x="8932354" y="1147388"/>
                  <a:pt x="8962098" y="1286845"/>
                </a:cubicBezTo>
                <a:cubicBezTo>
                  <a:pt x="8781002" y="1307879"/>
                  <a:pt x="8565642" y="1262372"/>
                  <a:pt x="8272706" y="1286845"/>
                </a:cubicBezTo>
                <a:cubicBezTo>
                  <a:pt x="7979770" y="1311318"/>
                  <a:pt x="7683042" y="1284600"/>
                  <a:pt x="7404072" y="1286845"/>
                </a:cubicBezTo>
                <a:cubicBezTo>
                  <a:pt x="7125102" y="1289090"/>
                  <a:pt x="6868285" y="1257977"/>
                  <a:pt x="6714680" y="1286845"/>
                </a:cubicBezTo>
                <a:cubicBezTo>
                  <a:pt x="6561075" y="1315713"/>
                  <a:pt x="6413199" y="1273054"/>
                  <a:pt x="6294150" y="1286845"/>
                </a:cubicBezTo>
                <a:cubicBezTo>
                  <a:pt x="6175101" y="1300637"/>
                  <a:pt x="5956698" y="1289525"/>
                  <a:pt x="5784000" y="1286845"/>
                </a:cubicBezTo>
                <a:cubicBezTo>
                  <a:pt x="5611302" y="1284166"/>
                  <a:pt x="5188352" y="1278855"/>
                  <a:pt x="4915366" y="1286845"/>
                </a:cubicBezTo>
                <a:cubicBezTo>
                  <a:pt x="4642380" y="1294835"/>
                  <a:pt x="4558183" y="1274457"/>
                  <a:pt x="4225974" y="1286845"/>
                </a:cubicBezTo>
                <a:cubicBezTo>
                  <a:pt x="3893765" y="1299233"/>
                  <a:pt x="3892084" y="1284930"/>
                  <a:pt x="3715824" y="1286845"/>
                </a:cubicBezTo>
                <a:cubicBezTo>
                  <a:pt x="3539564" y="1288761"/>
                  <a:pt x="3264189" y="1306529"/>
                  <a:pt x="3026432" y="1286845"/>
                </a:cubicBezTo>
                <a:cubicBezTo>
                  <a:pt x="2788675" y="1267161"/>
                  <a:pt x="2780660" y="1300182"/>
                  <a:pt x="2605902" y="1286845"/>
                </a:cubicBezTo>
                <a:cubicBezTo>
                  <a:pt x="2431144" y="1273509"/>
                  <a:pt x="2365175" y="1291033"/>
                  <a:pt x="2185373" y="1286845"/>
                </a:cubicBezTo>
                <a:cubicBezTo>
                  <a:pt x="2005571" y="1282657"/>
                  <a:pt x="1694455" y="1294403"/>
                  <a:pt x="1495981" y="1286845"/>
                </a:cubicBezTo>
                <a:cubicBezTo>
                  <a:pt x="1297507" y="1279287"/>
                  <a:pt x="1146318" y="1300394"/>
                  <a:pt x="985831" y="1286845"/>
                </a:cubicBezTo>
                <a:cubicBezTo>
                  <a:pt x="825344" y="1273297"/>
                  <a:pt x="479681" y="1333130"/>
                  <a:pt x="0" y="1286845"/>
                </a:cubicBezTo>
                <a:cubicBezTo>
                  <a:pt x="-18761" y="999225"/>
                  <a:pt x="-19184" y="822386"/>
                  <a:pt x="0" y="669159"/>
                </a:cubicBezTo>
                <a:cubicBezTo>
                  <a:pt x="19184" y="515932"/>
                  <a:pt x="31042" y="22811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Declare) 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contexttemp;</a:t>
            </a:r>
          </a:p>
          <a:p>
            <a:endParaRPr lang="ko-KR" altLang="en-US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1) JSON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파일 읽기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temp.read_from_json_file("test_setting.json");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635532-2F0B-4EA2-867B-5501722A97EE}"/>
              </a:ext>
            </a:extLst>
          </p:cNvPr>
          <p:cNvSpPr txBox="1"/>
          <p:nvPr/>
        </p:nvSpPr>
        <p:spPr>
          <a:xfrm>
            <a:off x="1416053" y="411138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문자열로 버퍼에 쓸 수도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24351D-274C-40BE-8AA6-4A602E190C12}"/>
              </a:ext>
            </a:extLst>
          </p:cNvPr>
          <p:cNvSpPr/>
          <p:nvPr/>
        </p:nvSpPr>
        <p:spPr>
          <a:xfrm>
            <a:off x="1696466" y="4470577"/>
            <a:ext cx="8962098" cy="732848"/>
          </a:xfrm>
          <a:custGeom>
            <a:avLst/>
            <a:gdLst>
              <a:gd name="connsiteX0" fmla="*/ 0 w 8962098"/>
              <a:gd name="connsiteY0" fmla="*/ 0 h 732848"/>
              <a:gd name="connsiteX1" fmla="*/ 779013 w 8962098"/>
              <a:gd name="connsiteY1" fmla="*/ 0 h 732848"/>
              <a:gd name="connsiteX2" fmla="*/ 1378784 w 8962098"/>
              <a:gd name="connsiteY2" fmla="*/ 0 h 732848"/>
              <a:gd name="connsiteX3" fmla="*/ 2068176 w 8962098"/>
              <a:gd name="connsiteY3" fmla="*/ 0 h 732848"/>
              <a:gd name="connsiteX4" fmla="*/ 2936811 w 8962098"/>
              <a:gd name="connsiteY4" fmla="*/ 0 h 732848"/>
              <a:gd name="connsiteX5" fmla="*/ 3446961 w 8962098"/>
              <a:gd name="connsiteY5" fmla="*/ 0 h 732848"/>
              <a:gd name="connsiteX6" fmla="*/ 4225974 w 8962098"/>
              <a:gd name="connsiteY6" fmla="*/ 0 h 732848"/>
              <a:gd name="connsiteX7" fmla="*/ 4736124 w 8962098"/>
              <a:gd name="connsiteY7" fmla="*/ 0 h 732848"/>
              <a:gd name="connsiteX8" fmla="*/ 5425516 w 8962098"/>
              <a:gd name="connsiteY8" fmla="*/ 0 h 732848"/>
              <a:gd name="connsiteX9" fmla="*/ 6204529 w 8962098"/>
              <a:gd name="connsiteY9" fmla="*/ 0 h 732848"/>
              <a:gd name="connsiteX10" fmla="*/ 6625059 w 8962098"/>
              <a:gd name="connsiteY10" fmla="*/ 0 h 732848"/>
              <a:gd name="connsiteX11" fmla="*/ 7045588 w 8962098"/>
              <a:gd name="connsiteY11" fmla="*/ 0 h 732848"/>
              <a:gd name="connsiteX12" fmla="*/ 7914222 w 8962098"/>
              <a:gd name="connsiteY12" fmla="*/ 0 h 732848"/>
              <a:gd name="connsiteX13" fmla="*/ 8962098 w 8962098"/>
              <a:gd name="connsiteY13" fmla="*/ 0 h 732848"/>
              <a:gd name="connsiteX14" fmla="*/ 8962098 w 8962098"/>
              <a:gd name="connsiteY14" fmla="*/ 344439 h 732848"/>
              <a:gd name="connsiteX15" fmla="*/ 8962098 w 8962098"/>
              <a:gd name="connsiteY15" fmla="*/ 732848 h 732848"/>
              <a:gd name="connsiteX16" fmla="*/ 8183085 w 8962098"/>
              <a:gd name="connsiteY16" fmla="*/ 732848 h 732848"/>
              <a:gd name="connsiteX17" fmla="*/ 7404072 w 8962098"/>
              <a:gd name="connsiteY17" fmla="*/ 732848 h 732848"/>
              <a:gd name="connsiteX18" fmla="*/ 6714680 w 8962098"/>
              <a:gd name="connsiteY18" fmla="*/ 732848 h 732848"/>
              <a:gd name="connsiteX19" fmla="*/ 5846045 w 8962098"/>
              <a:gd name="connsiteY19" fmla="*/ 732848 h 732848"/>
              <a:gd name="connsiteX20" fmla="*/ 4977411 w 8962098"/>
              <a:gd name="connsiteY20" fmla="*/ 732848 h 732848"/>
              <a:gd name="connsiteX21" fmla="*/ 4198398 w 8962098"/>
              <a:gd name="connsiteY21" fmla="*/ 732848 h 732848"/>
              <a:gd name="connsiteX22" fmla="*/ 3419385 w 8962098"/>
              <a:gd name="connsiteY22" fmla="*/ 732848 h 732848"/>
              <a:gd name="connsiteX23" fmla="*/ 2640372 w 8962098"/>
              <a:gd name="connsiteY23" fmla="*/ 732848 h 732848"/>
              <a:gd name="connsiteX24" fmla="*/ 2130222 w 8962098"/>
              <a:gd name="connsiteY24" fmla="*/ 732848 h 732848"/>
              <a:gd name="connsiteX25" fmla="*/ 1261588 w 8962098"/>
              <a:gd name="connsiteY25" fmla="*/ 732848 h 732848"/>
              <a:gd name="connsiteX26" fmla="*/ 0 w 8962098"/>
              <a:gd name="connsiteY26" fmla="*/ 732848 h 732848"/>
              <a:gd name="connsiteX27" fmla="*/ 0 w 8962098"/>
              <a:gd name="connsiteY27" fmla="*/ 388409 h 732848"/>
              <a:gd name="connsiteX28" fmla="*/ 0 w 8962098"/>
              <a:gd name="connsiteY28" fmla="*/ 0 h 73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62098" h="732848" fill="none" extrusionOk="0">
                <a:moveTo>
                  <a:pt x="0" y="0"/>
                </a:moveTo>
                <a:cubicBezTo>
                  <a:pt x="323707" y="1746"/>
                  <a:pt x="519600" y="-22575"/>
                  <a:pt x="779013" y="0"/>
                </a:cubicBezTo>
                <a:cubicBezTo>
                  <a:pt x="1038426" y="22575"/>
                  <a:pt x="1127153" y="17769"/>
                  <a:pt x="1378784" y="0"/>
                </a:cubicBezTo>
                <a:cubicBezTo>
                  <a:pt x="1630415" y="-17769"/>
                  <a:pt x="1826602" y="-25917"/>
                  <a:pt x="2068176" y="0"/>
                </a:cubicBezTo>
                <a:cubicBezTo>
                  <a:pt x="2309750" y="25917"/>
                  <a:pt x="2541901" y="33696"/>
                  <a:pt x="2936811" y="0"/>
                </a:cubicBezTo>
                <a:cubicBezTo>
                  <a:pt x="3331722" y="-33696"/>
                  <a:pt x="3217885" y="15624"/>
                  <a:pt x="3446961" y="0"/>
                </a:cubicBezTo>
                <a:cubicBezTo>
                  <a:pt x="3676037" y="-15624"/>
                  <a:pt x="4056719" y="-5494"/>
                  <a:pt x="4225974" y="0"/>
                </a:cubicBezTo>
                <a:cubicBezTo>
                  <a:pt x="4395229" y="5494"/>
                  <a:pt x="4542965" y="5127"/>
                  <a:pt x="4736124" y="0"/>
                </a:cubicBezTo>
                <a:cubicBezTo>
                  <a:pt x="4929283" y="-5127"/>
                  <a:pt x="5229310" y="6476"/>
                  <a:pt x="5425516" y="0"/>
                </a:cubicBezTo>
                <a:cubicBezTo>
                  <a:pt x="5621722" y="-6476"/>
                  <a:pt x="5911381" y="21489"/>
                  <a:pt x="6204529" y="0"/>
                </a:cubicBezTo>
                <a:cubicBezTo>
                  <a:pt x="6497677" y="-21489"/>
                  <a:pt x="6495650" y="-1947"/>
                  <a:pt x="6625059" y="0"/>
                </a:cubicBezTo>
                <a:cubicBezTo>
                  <a:pt x="6754468" y="1947"/>
                  <a:pt x="6884756" y="6095"/>
                  <a:pt x="7045588" y="0"/>
                </a:cubicBezTo>
                <a:cubicBezTo>
                  <a:pt x="7206420" y="-6095"/>
                  <a:pt x="7593042" y="19610"/>
                  <a:pt x="7914222" y="0"/>
                </a:cubicBezTo>
                <a:cubicBezTo>
                  <a:pt x="8235402" y="-19610"/>
                  <a:pt x="8538498" y="-22299"/>
                  <a:pt x="8962098" y="0"/>
                </a:cubicBezTo>
                <a:cubicBezTo>
                  <a:pt x="8962664" y="86829"/>
                  <a:pt x="8977307" y="173002"/>
                  <a:pt x="8962098" y="344439"/>
                </a:cubicBezTo>
                <a:cubicBezTo>
                  <a:pt x="8946889" y="515876"/>
                  <a:pt x="8953154" y="574011"/>
                  <a:pt x="8962098" y="732848"/>
                </a:cubicBezTo>
                <a:cubicBezTo>
                  <a:pt x="8585596" y="726655"/>
                  <a:pt x="8517097" y="701536"/>
                  <a:pt x="8183085" y="732848"/>
                </a:cubicBezTo>
                <a:cubicBezTo>
                  <a:pt x="7849073" y="764160"/>
                  <a:pt x="7633107" y="729889"/>
                  <a:pt x="7404072" y="732848"/>
                </a:cubicBezTo>
                <a:cubicBezTo>
                  <a:pt x="7175037" y="735807"/>
                  <a:pt x="6998882" y="766850"/>
                  <a:pt x="6714680" y="732848"/>
                </a:cubicBezTo>
                <a:cubicBezTo>
                  <a:pt x="6430478" y="698846"/>
                  <a:pt x="6186596" y="749267"/>
                  <a:pt x="5846045" y="732848"/>
                </a:cubicBezTo>
                <a:cubicBezTo>
                  <a:pt x="5505495" y="716429"/>
                  <a:pt x="5386035" y="737259"/>
                  <a:pt x="4977411" y="732848"/>
                </a:cubicBezTo>
                <a:cubicBezTo>
                  <a:pt x="4568787" y="728437"/>
                  <a:pt x="4379605" y="740691"/>
                  <a:pt x="4198398" y="732848"/>
                </a:cubicBezTo>
                <a:cubicBezTo>
                  <a:pt x="4017191" y="725005"/>
                  <a:pt x="3797080" y="715663"/>
                  <a:pt x="3419385" y="732848"/>
                </a:cubicBezTo>
                <a:cubicBezTo>
                  <a:pt x="3041690" y="750033"/>
                  <a:pt x="3025612" y="754906"/>
                  <a:pt x="2640372" y="732848"/>
                </a:cubicBezTo>
                <a:cubicBezTo>
                  <a:pt x="2255132" y="710790"/>
                  <a:pt x="2269378" y="749959"/>
                  <a:pt x="2130222" y="732848"/>
                </a:cubicBezTo>
                <a:cubicBezTo>
                  <a:pt x="1991066" y="715738"/>
                  <a:pt x="1610917" y="692404"/>
                  <a:pt x="1261588" y="732848"/>
                </a:cubicBezTo>
                <a:cubicBezTo>
                  <a:pt x="912259" y="773292"/>
                  <a:pt x="589216" y="692045"/>
                  <a:pt x="0" y="732848"/>
                </a:cubicBezTo>
                <a:cubicBezTo>
                  <a:pt x="7887" y="622509"/>
                  <a:pt x="-12455" y="537543"/>
                  <a:pt x="0" y="388409"/>
                </a:cubicBezTo>
                <a:cubicBezTo>
                  <a:pt x="12455" y="239275"/>
                  <a:pt x="-2381" y="87318"/>
                  <a:pt x="0" y="0"/>
                </a:cubicBezTo>
                <a:close/>
              </a:path>
              <a:path w="8962098" h="732848" stroke="0" extrusionOk="0">
                <a:moveTo>
                  <a:pt x="0" y="0"/>
                </a:moveTo>
                <a:cubicBezTo>
                  <a:pt x="218031" y="-16156"/>
                  <a:pt x="334791" y="21744"/>
                  <a:pt x="599771" y="0"/>
                </a:cubicBezTo>
                <a:cubicBezTo>
                  <a:pt x="864751" y="-21744"/>
                  <a:pt x="875830" y="20421"/>
                  <a:pt x="1020300" y="0"/>
                </a:cubicBezTo>
                <a:cubicBezTo>
                  <a:pt x="1164770" y="-20421"/>
                  <a:pt x="1455547" y="30819"/>
                  <a:pt x="1888935" y="0"/>
                </a:cubicBezTo>
                <a:cubicBezTo>
                  <a:pt x="2322324" y="-30819"/>
                  <a:pt x="2192000" y="-16099"/>
                  <a:pt x="2488706" y="0"/>
                </a:cubicBezTo>
                <a:cubicBezTo>
                  <a:pt x="2785412" y="16099"/>
                  <a:pt x="2870377" y="-21113"/>
                  <a:pt x="3088477" y="0"/>
                </a:cubicBezTo>
                <a:cubicBezTo>
                  <a:pt x="3306577" y="21113"/>
                  <a:pt x="3551686" y="41452"/>
                  <a:pt x="3957111" y="0"/>
                </a:cubicBezTo>
                <a:cubicBezTo>
                  <a:pt x="4362536" y="-41452"/>
                  <a:pt x="4224883" y="-19436"/>
                  <a:pt x="4467261" y="0"/>
                </a:cubicBezTo>
                <a:cubicBezTo>
                  <a:pt x="4709639" y="19436"/>
                  <a:pt x="5087256" y="-29599"/>
                  <a:pt x="5335895" y="0"/>
                </a:cubicBezTo>
                <a:cubicBezTo>
                  <a:pt x="5584534" y="29599"/>
                  <a:pt x="5851379" y="-16524"/>
                  <a:pt x="6204529" y="0"/>
                </a:cubicBezTo>
                <a:cubicBezTo>
                  <a:pt x="6557679" y="16524"/>
                  <a:pt x="6572458" y="-33168"/>
                  <a:pt x="6893922" y="0"/>
                </a:cubicBezTo>
                <a:cubicBezTo>
                  <a:pt x="7215386" y="33168"/>
                  <a:pt x="7569766" y="10694"/>
                  <a:pt x="7762556" y="0"/>
                </a:cubicBezTo>
                <a:cubicBezTo>
                  <a:pt x="7955346" y="-10694"/>
                  <a:pt x="8195647" y="-13820"/>
                  <a:pt x="8362327" y="0"/>
                </a:cubicBezTo>
                <a:cubicBezTo>
                  <a:pt x="8529007" y="13820"/>
                  <a:pt x="8745247" y="10314"/>
                  <a:pt x="8962098" y="0"/>
                </a:cubicBezTo>
                <a:cubicBezTo>
                  <a:pt x="8968606" y="156402"/>
                  <a:pt x="8968007" y="267004"/>
                  <a:pt x="8962098" y="373752"/>
                </a:cubicBezTo>
                <a:cubicBezTo>
                  <a:pt x="8956189" y="480500"/>
                  <a:pt x="8977402" y="643367"/>
                  <a:pt x="8962098" y="732848"/>
                </a:cubicBezTo>
                <a:cubicBezTo>
                  <a:pt x="8781002" y="753882"/>
                  <a:pt x="8565642" y="708375"/>
                  <a:pt x="8272706" y="732848"/>
                </a:cubicBezTo>
                <a:cubicBezTo>
                  <a:pt x="7979770" y="757321"/>
                  <a:pt x="7683042" y="730603"/>
                  <a:pt x="7404072" y="732848"/>
                </a:cubicBezTo>
                <a:cubicBezTo>
                  <a:pt x="7125102" y="735093"/>
                  <a:pt x="6868285" y="703980"/>
                  <a:pt x="6714680" y="732848"/>
                </a:cubicBezTo>
                <a:cubicBezTo>
                  <a:pt x="6561075" y="761716"/>
                  <a:pt x="6413199" y="719057"/>
                  <a:pt x="6294150" y="732848"/>
                </a:cubicBezTo>
                <a:cubicBezTo>
                  <a:pt x="6175101" y="746640"/>
                  <a:pt x="5956698" y="735528"/>
                  <a:pt x="5784000" y="732848"/>
                </a:cubicBezTo>
                <a:cubicBezTo>
                  <a:pt x="5611302" y="730169"/>
                  <a:pt x="5188352" y="724858"/>
                  <a:pt x="4915366" y="732848"/>
                </a:cubicBezTo>
                <a:cubicBezTo>
                  <a:pt x="4642380" y="740838"/>
                  <a:pt x="4558183" y="720460"/>
                  <a:pt x="4225974" y="732848"/>
                </a:cubicBezTo>
                <a:cubicBezTo>
                  <a:pt x="3893765" y="745236"/>
                  <a:pt x="3892084" y="730933"/>
                  <a:pt x="3715824" y="732848"/>
                </a:cubicBezTo>
                <a:cubicBezTo>
                  <a:pt x="3539564" y="734764"/>
                  <a:pt x="3264189" y="752532"/>
                  <a:pt x="3026432" y="732848"/>
                </a:cubicBezTo>
                <a:cubicBezTo>
                  <a:pt x="2788675" y="713164"/>
                  <a:pt x="2780660" y="746185"/>
                  <a:pt x="2605902" y="732848"/>
                </a:cubicBezTo>
                <a:cubicBezTo>
                  <a:pt x="2431144" y="719512"/>
                  <a:pt x="2365175" y="737036"/>
                  <a:pt x="2185373" y="732848"/>
                </a:cubicBezTo>
                <a:cubicBezTo>
                  <a:pt x="2005571" y="728660"/>
                  <a:pt x="1694455" y="740406"/>
                  <a:pt x="1495981" y="732848"/>
                </a:cubicBezTo>
                <a:cubicBezTo>
                  <a:pt x="1297507" y="725290"/>
                  <a:pt x="1146318" y="746397"/>
                  <a:pt x="985831" y="732848"/>
                </a:cubicBezTo>
                <a:cubicBezTo>
                  <a:pt x="825344" y="719300"/>
                  <a:pt x="479681" y="779133"/>
                  <a:pt x="0" y="732848"/>
                </a:cubicBezTo>
                <a:cubicBezTo>
                  <a:pt x="-14048" y="635775"/>
                  <a:pt x="-8665" y="554826"/>
                  <a:pt x="0" y="381081"/>
                </a:cubicBezTo>
                <a:cubicBezTo>
                  <a:pt x="8665" y="207336"/>
                  <a:pt x="5627" y="11365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4) JSON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문자열로 저장할 수도 있다</a:t>
            </a:r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1200">
              <a:solidFill>
                <a:srgbClr val="00B05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shared_buffer buf = temp.write_to_json_string&lt;</a:t>
            </a:r>
            <a:r>
              <a:rPr lang="en-US" altLang="ko-KR" sz="12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wchar_t</a:t>
            </a:r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A7D4A5-ECFE-46F3-A417-74206E71E1E0}"/>
              </a:ext>
            </a:extLst>
          </p:cNvPr>
          <p:cNvSpPr txBox="1"/>
          <p:nvPr/>
        </p:nvSpPr>
        <p:spPr>
          <a:xfrm>
            <a:off x="1416056" y="2420481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파일에 쓸 수도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885E9A-07E9-40EB-BF15-33271ACFA601}"/>
              </a:ext>
            </a:extLst>
          </p:cNvPr>
          <p:cNvSpPr/>
          <p:nvPr/>
        </p:nvSpPr>
        <p:spPr>
          <a:xfrm>
            <a:off x="1696469" y="2721617"/>
            <a:ext cx="8962098" cy="1286845"/>
          </a:xfrm>
          <a:custGeom>
            <a:avLst/>
            <a:gdLst>
              <a:gd name="connsiteX0" fmla="*/ 0 w 8962098"/>
              <a:gd name="connsiteY0" fmla="*/ 0 h 1286845"/>
              <a:gd name="connsiteX1" fmla="*/ 779013 w 8962098"/>
              <a:gd name="connsiteY1" fmla="*/ 0 h 1286845"/>
              <a:gd name="connsiteX2" fmla="*/ 1378784 w 8962098"/>
              <a:gd name="connsiteY2" fmla="*/ 0 h 1286845"/>
              <a:gd name="connsiteX3" fmla="*/ 2068176 w 8962098"/>
              <a:gd name="connsiteY3" fmla="*/ 0 h 1286845"/>
              <a:gd name="connsiteX4" fmla="*/ 2936811 w 8962098"/>
              <a:gd name="connsiteY4" fmla="*/ 0 h 1286845"/>
              <a:gd name="connsiteX5" fmla="*/ 3446961 w 8962098"/>
              <a:gd name="connsiteY5" fmla="*/ 0 h 1286845"/>
              <a:gd name="connsiteX6" fmla="*/ 4225974 w 8962098"/>
              <a:gd name="connsiteY6" fmla="*/ 0 h 1286845"/>
              <a:gd name="connsiteX7" fmla="*/ 4736124 w 8962098"/>
              <a:gd name="connsiteY7" fmla="*/ 0 h 1286845"/>
              <a:gd name="connsiteX8" fmla="*/ 5425516 w 8962098"/>
              <a:gd name="connsiteY8" fmla="*/ 0 h 1286845"/>
              <a:gd name="connsiteX9" fmla="*/ 6204529 w 8962098"/>
              <a:gd name="connsiteY9" fmla="*/ 0 h 1286845"/>
              <a:gd name="connsiteX10" fmla="*/ 6625059 w 8962098"/>
              <a:gd name="connsiteY10" fmla="*/ 0 h 1286845"/>
              <a:gd name="connsiteX11" fmla="*/ 7045588 w 8962098"/>
              <a:gd name="connsiteY11" fmla="*/ 0 h 1286845"/>
              <a:gd name="connsiteX12" fmla="*/ 7914222 w 8962098"/>
              <a:gd name="connsiteY12" fmla="*/ 0 h 1286845"/>
              <a:gd name="connsiteX13" fmla="*/ 8962098 w 8962098"/>
              <a:gd name="connsiteY13" fmla="*/ 0 h 1286845"/>
              <a:gd name="connsiteX14" fmla="*/ 8962098 w 8962098"/>
              <a:gd name="connsiteY14" fmla="*/ 604817 h 1286845"/>
              <a:gd name="connsiteX15" fmla="*/ 8962098 w 8962098"/>
              <a:gd name="connsiteY15" fmla="*/ 1286845 h 1286845"/>
              <a:gd name="connsiteX16" fmla="*/ 8183085 w 8962098"/>
              <a:gd name="connsiteY16" fmla="*/ 1286845 h 1286845"/>
              <a:gd name="connsiteX17" fmla="*/ 7404072 w 8962098"/>
              <a:gd name="connsiteY17" fmla="*/ 1286845 h 1286845"/>
              <a:gd name="connsiteX18" fmla="*/ 6714680 w 8962098"/>
              <a:gd name="connsiteY18" fmla="*/ 1286845 h 1286845"/>
              <a:gd name="connsiteX19" fmla="*/ 5846045 w 8962098"/>
              <a:gd name="connsiteY19" fmla="*/ 1286845 h 1286845"/>
              <a:gd name="connsiteX20" fmla="*/ 4977411 w 8962098"/>
              <a:gd name="connsiteY20" fmla="*/ 1286845 h 1286845"/>
              <a:gd name="connsiteX21" fmla="*/ 4198398 w 8962098"/>
              <a:gd name="connsiteY21" fmla="*/ 1286845 h 1286845"/>
              <a:gd name="connsiteX22" fmla="*/ 3419385 w 8962098"/>
              <a:gd name="connsiteY22" fmla="*/ 1286845 h 1286845"/>
              <a:gd name="connsiteX23" fmla="*/ 2640372 w 8962098"/>
              <a:gd name="connsiteY23" fmla="*/ 1286845 h 1286845"/>
              <a:gd name="connsiteX24" fmla="*/ 2130222 w 8962098"/>
              <a:gd name="connsiteY24" fmla="*/ 1286845 h 1286845"/>
              <a:gd name="connsiteX25" fmla="*/ 1261588 w 8962098"/>
              <a:gd name="connsiteY25" fmla="*/ 1286845 h 1286845"/>
              <a:gd name="connsiteX26" fmla="*/ 0 w 8962098"/>
              <a:gd name="connsiteY26" fmla="*/ 1286845 h 1286845"/>
              <a:gd name="connsiteX27" fmla="*/ 0 w 8962098"/>
              <a:gd name="connsiteY27" fmla="*/ 682028 h 1286845"/>
              <a:gd name="connsiteX28" fmla="*/ 0 w 8962098"/>
              <a:gd name="connsiteY28" fmla="*/ 0 h 128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62098" h="1286845" fill="none" extrusionOk="0">
                <a:moveTo>
                  <a:pt x="0" y="0"/>
                </a:moveTo>
                <a:cubicBezTo>
                  <a:pt x="323707" y="1746"/>
                  <a:pt x="519600" y="-22575"/>
                  <a:pt x="779013" y="0"/>
                </a:cubicBezTo>
                <a:cubicBezTo>
                  <a:pt x="1038426" y="22575"/>
                  <a:pt x="1127153" y="17769"/>
                  <a:pt x="1378784" y="0"/>
                </a:cubicBezTo>
                <a:cubicBezTo>
                  <a:pt x="1630415" y="-17769"/>
                  <a:pt x="1826602" y="-25917"/>
                  <a:pt x="2068176" y="0"/>
                </a:cubicBezTo>
                <a:cubicBezTo>
                  <a:pt x="2309750" y="25917"/>
                  <a:pt x="2541901" y="33696"/>
                  <a:pt x="2936811" y="0"/>
                </a:cubicBezTo>
                <a:cubicBezTo>
                  <a:pt x="3331722" y="-33696"/>
                  <a:pt x="3217885" y="15624"/>
                  <a:pt x="3446961" y="0"/>
                </a:cubicBezTo>
                <a:cubicBezTo>
                  <a:pt x="3676037" y="-15624"/>
                  <a:pt x="4056719" y="-5494"/>
                  <a:pt x="4225974" y="0"/>
                </a:cubicBezTo>
                <a:cubicBezTo>
                  <a:pt x="4395229" y="5494"/>
                  <a:pt x="4542965" y="5127"/>
                  <a:pt x="4736124" y="0"/>
                </a:cubicBezTo>
                <a:cubicBezTo>
                  <a:pt x="4929283" y="-5127"/>
                  <a:pt x="5229310" y="6476"/>
                  <a:pt x="5425516" y="0"/>
                </a:cubicBezTo>
                <a:cubicBezTo>
                  <a:pt x="5621722" y="-6476"/>
                  <a:pt x="5911381" y="21489"/>
                  <a:pt x="6204529" y="0"/>
                </a:cubicBezTo>
                <a:cubicBezTo>
                  <a:pt x="6497677" y="-21489"/>
                  <a:pt x="6495650" y="-1947"/>
                  <a:pt x="6625059" y="0"/>
                </a:cubicBezTo>
                <a:cubicBezTo>
                  <a:pt x="6754468" y="1947"/>
                  <a:pt x="6884756" y="6095"/>
                  <a:pt x="7045588" y="0"/>
                </a:cubicBezTo>
                <a:cubicBezTo>
                  <a:pt x="7206420" y="-6095"/>
                  <a:pt x="7593042" y="19610"/>
                  <a:pt x="7914222" y="0"/>
                </a:cubicBezTo>
                <a:cubicBezTo>
                  <a:pt x="8235402" y="-19610"/>
                  <a:pt x="8538498" y="-22299"/>
                  <a:pt x="8962098" y="0"/>
                </a:cubicBezTo>
                <a:cubicBezTo>
                  <a:pt x="8934221" y="261304"/>
                  <a:pt x="8954026" y="386750"/>
                  <a:pt x="8962098" y="604817"/>
                </a:cubicBezTo>
                <a:cubicBezTo>
                  <a:pt x="8970170" y="822884"/>
                  <a:pt x="8985134" y="1098185"/>
                  <a:pt x="8962098" y="1286845"/>
                </a:cubicBezTo>
                <a:cubicBezTo>
                  <a:pt x="8585596" y="1280652"/>
                  <a:pt x="8517097" y="1255533"/>
                  <a:pt x="8183085" y="1286845"/>
                </a:cubicBezTo>
                <a:cubicBezTo>
                  <a:pt x="7849073" y="1318157"/>
                  <a:pt x="7633107" y="1283886"/>
                  <a:pt x="7404072" y="1286845"/>
                </a:cubicBezTo>
                <a:cubicBezTo>
                  <a:pt x="7175037" y="1289804"/>
                  <a:pt x="6998882" y="1320847"/>
                  <a:pt x="6714680" y="1286845"/>
                </a:cubicBezTo>
                <a:cubicBezTo>
                  <a:pt x="6430478" y="1252843"/>
                  <a:pt x="6186596" y="1303264"/>
                  <a:pt x="5846045" y="1286845"/>
                </a:cubicBezTo>
                <a:cubicBezTo>
                  <a:pt x="5505495" y="1270426"/>
                  <a:pt x="5386035" y="1291256"/>
                  <a:pt x="4977411" y="1286845"/>
                </a:cubicBezTo>
                <a:cubicBezTo>
                  <a:pt x="4568787" y="1282434"/>
                  <a:pt x="4379605" y="1294688"/>
                  <a:pt x="4198398" y="1286845"/>
                </a:cubicBezTo>
                <a:cubicBezTo>
                  <a:pt x="4017191" y="1279002"/>
                  <a:pt x="3797080" y="1269660"/>
                  <a:pt x="3419385" y="1286845"/>
                </a:cubicBezTo>
                <a:cubicBezTo>
                  <a:pt x="3041690" y="1304030"/>
                  <a:pt x="3025612" y="1308903"/>
                  <a:pt x="2640372" y="1286845"/>
                </a:cubicBezTo>
                <a:cubicBezTo>
                  <a:pt x="2255132" y="1264787"/>
                  <a:pt x="2269378" y="1303956"/>
                  <a:pt x="2130222" y="1286845"/>
                </a:cubicBezTo>
                <a:cubicBezTo>
                  <a:pt x="1991066" y="1269735"/>
                  <a:pt x="1610917" y="1246401"/>
                  <a:pt x="1261588" y="1286845"/>
                </a:cubicBezTo>
                <a:cubicBezTo>
                  <a:pt x="912259" y="1327289"/>
                  <a:pt x="589216" y="1246042"/>
                  <a:pt x="0" y="1286845"/>
                </a:cubicBezTo>
                <a:cubicBezTo>
                  <a:pt x="12695" y="1077408"/>
                  <a:pt x="-4546" y="962180"/>
                  <a:pt x="0" y="682028"/>
                </a:cubicBezTo>
                <a:cubicBezTo>
                  <a:pt x="4546" y="401876"/>
                  <a:pt x="6671" y="266169"/>
                  <a:pt x="0" y="0"/>
                </a:cubicBezTo>
                <a:close/>
              </a:path>
              <a:path w="8962098" h="1286845" stroke="0" extrusionOk="0">
                <a:moveTo>
                  <a:pt x="0" y="0"/>
                </a:moveTo>
                <a:cubicBezTo>
                  <a:pt x="218031" y="-16156"/>
                  <a:pt x="334791" y="21744"/>
                  <a:pt x="599771" y="0"/>
                </a:cubicBezTo>
                <a:cubicBezTo>
                  <a:pt x="864751" y="-21744"/>
                  <a:pt x="875830" y="20421"/>
                  <a:pt x="1020300" y="0"/>
                </a:cubicBezTo>
                <a:cubicBezTo>
                  <a:pt x="1164770" y="-20421"/>
                  <a:pt x="1455547" y="30819"/>
                  <a:pt x="1888935" y="0"/>
                </a:cubicBezTo>
                <a:cubicBezTo>
                  <a:pt x="2322324" y="-30819"/>
                  <a:pt x="2192000" y="-16099"/>
                  <a:pt x="2488706" y="0"/>
                </a:cubicBezTo>
                <a:cubicBezTo>
                  <a:pt x="2785412" y="16099"/>
                  <a:pt x="2870377" y="-21113"/>
                  <a:pt x="3088477" y="0"/>
                </a:cubicBezTo>
                <a:cubicBezTo>
                  <a:pt x="3306577" y="21113"/>
                  <a:pt x="3551686" y="41452"/>
                  <a:pt x="3957111" y="0"/>
                </a:cubicBezTo>
                <a:cubicBezTo>
                  <a:pt x="4362536" y="-41452"/>
                  <a:pt x="4224883" y="-19436"/>
                  <a:pt x="4467261" y="0"/>
                </a:cubicBezTo>
                <a:cubicBezTo>
                  <a:pt x="4709639" y="19436"/>
                  <a:pt x="5087256" y="-29599"/>
                  <a:pt x="5335895" y="0"/>
                </a:cubicBezTo>
                <a:cubicBezTo>
                  <a:pt x="5584534" y="29599"/>
                  <a:pt x="5851379" y="-16524"/>
                  <a:pt x="6204529" y="0"/>
                </a:cubicBezTo>
                <a:cubicBezTo>
                  <a:pt x="6557679" y="16524"/>
                  <a:pt x="6572458" y="-33168"/>
                  <a:pt x="6893922" y="0"/>
                </a:cubicBezTo>
                <a:cubicBezTo>
                  <a:pt x="7215386" y="33168"/>
                  <a:pt x="7569766" y="10694"/>
                  <a:pt x="7762556" y="0"/>
                </a:cubicBezTo>
                <a:cubicBezTo>
                  <a:pt x="7955346" y="-10694"/>
                  <a:pt x="8195647" y="-13820"/>
                  <a:pt x="8362327" y="0"/>
                </a:cubicBezTo>
                <a:cubicBezTo>
                  <a:pt x="8529007" y="13820"/>
                  <a:pt x="8745247" y="10314"/>
                  <a:pt x="8962098" y="0"/>
                </a:cubicBezTo>
                <a:cubicBezTo>
                  <a:pt x="8966957" y="276632"/>
                  <a:pt x="8952068" y="431109"/>
                  <a:pt x="8962098" y="656291"/>
                </a:cubicBezTo>
                <a:cubicBezTo>
                  <a:pt x="8972128" y="881473"/>
                  <a:pt x="8932354" y="1147388"/>
                  <a:pt x="8962098" y="1286845"/>
                </a:cubicBezTo>
                <a:cubicBezTo>
                  <a:pt x="8781002" y="1307879"/>
                  <a:pt x="8565642" y="1262372"/>
                  <a:pt x="8272706" y="1286845"/>
                </a:cubicBezTo>
                <a:cubicBezTo>
                  <a:pt x="7979770" y="1311318"/>
                  <a:pt x="7683042" y="1284600"/>
                  <a:pt x="7404072" y="1286845"/>
                </a:cubicBezTo>
                <a:cubicBezTo>
                  <a:pt x="7125102" y="1289090"/>
                  <a:pt x="6868285" y="1257977"/>
                  <a:pt x="6714680" y="1286845"/>
                </a:cubicBezTo>
                <a:cubicBezTo>
                  <a:pt x="6561075" y="1315713"/>
                  <a:pt x="6413199" y="1273054"/>
                  <a:pt x="6294150" y="1286845"/>
                </a:cubicBezTo>
                <a:cubicBezTo>
                  <a:pt x="6175101" y="1300637"/>
                  <a:pt x="5956698" y="1289525"/>
                  <a:pt x="5784000" y="1286845"/>
                </a:cubicBezTo>
                <a:cubicBezTo>
                  <a:pt x="5611302" y="1284166"/>
                  <a:pt x="5188352" y="1278855"/>
                  <a:pt x="4915366" y="1286845"/>
                </a:cubicBezTo>
                <a:cubicBezTo>
                  <a:pt x="4642380" y="1294835"/>
                  <a:pt x="4558183" y="1274457"/>
                  <a:pt x="4225974" y="1286845"/>
                </a:cubicBezTo>
                <a:cubicBezTo>
                  <a:pt x="3893765" y="1299233"/>
                  <a:pt x="3892084" y="1284930"/>
                  <a:pt x="3715824" y="1286845"/>
                </a:cubicBezTo>
                <a:cubicBezTo>
                  <a:pt x="3539564" y="1288761"/>
                  <a:pt x="3264189" y="1306529"/>
                  <a:pt x="3026432" y="1286845"/>
                </a:cubicBezTo>
                <a:cubicBezTo>
                  <a:pt x="2788675" y="1267161"/>
                  <a:pt x="2780660" y="1300182"/>
                  <a:pt x="2605902" y="1286845"/>
                </a:cubicBezTo>
                <a:cubicBezTo>
                  <a:pt x="2431144" y="1273509"/>
                  <a:pt x="2365175" y="1291033"/>
                  <a:pt x="2185373" y="1286845"/>
                </a:cubicBezTo>
                <a:cubicBezTo>
                  <a:pt x="2005571" y="1282657"/>
                  <a:pt x="1694455" y="1294403"/>
                  <a:pt x="1495981" y="1286845"/>
                </a:cubicBezTo>
                <a:cubicBezTo>
                  <a:pt x="1297507" y="1279287"/>
                  <a:pt x="1146318" y="1300394"/>
                  <a:pt x="985831" y="1286845"/>
                </a:cubicBezTo>
                <a:cubicBezTo>
                  <a:pt x="825344" y="1273297"/>
                  <a:pt x="479681" y="1333130"/>
                  <a:pt x="0" y="1286845"/>
                </a:cubicBezTo>
                <a:cubicBezTo>
                  <a:pt x="-18761" y="999225"/>
                  <a:pt x="-19184" y="822386"/>
                  <a:pt x="0" y="669159"/>
                </a:cubicBezTo>
                <a:cubicBezTo>
                  <a:pt x="19184" y="515932"/>
                  <a:pt x="31042" y="22811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2)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context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값을 넣기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temp["Text"] = "Save this";</a:t>
            </a:r>
          </a:p>
          <a:p>
            <a:endParaRPr lang="ko-KR" altLang="en-US" sz="12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3) JSON </a:t>
            </a:r>
            <a:r>
              <a:rPr lang="ko-KR" altLang="en-US" sz="12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으로 저장하기</a:t>
            </a:r>
          </a:p>
          <a:p>
            <a:r>
              <a:rPr lang="en-US" altLang="ko-KR" sz="1200">
                <a:latin typeface="돋움체" panose="020B0609000101010101" pitchFamily="49" charset="-127"/>
                <a:ea typeface="돋움체" panose="020B0609000101010101" pitchFamily="49" charset="-127"/>
              </a:rPr>
              <a:t>temp.write_to_json_file("test_setting_updated.json");</a:t>
            </a:r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392075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1BE991-2308-4F7B-8837-F51CC521309C}"/>
              </a:ext>
            </a:extLst>
          </p:cNvPr>
          <p:cNvSpPr txBox="1"/>
          <p:nvPr/>
        </p:nvSpPr>
        <p:spPr>
          <a:xfrm>
            <a:off x="538480" y="15240"/>
            <a:ext cx="855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CONTEXT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72144D-6017-4B1C-816D-1C91EA9AFD11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AEDD27-6690-415E-ACBB-C98883F9A0D7}"/>
              </a:ext>
            </a:extLst>
          </p:cNvPr>
          <p:cNvSpPr/>
          <p:nvPr/>
        </p:nvSpPr>
        <p:spPr>
          <a:xfrm>
            <a:off x="134635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529</Words>
  <Application>Microsoft Office PowerPoint</Application>
  <PresentationFormat>와이드스크린</PresentationFormat>
  <Paragraphs>97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HY견고딕</vt:lpstr>
      <vt:lpstr>HY신명조</vt:lpstr>
      <vt:lpstr>돋움체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191</cp:revision>
  <dcterms:created xsi:type="dcterms:W3CDTF">2019-08-08T18:29:33Z</dcterms:created>
  <dcterms:modified xsi:type="dcterms:W3CDTF">2020-01-01T19:50:56Z</dcterms:modified>
</cp:coreProperties>
</file>