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4" r:id="rId3"/>
    <p:sldId id="276" r:id="rId4"/>
    <p:sldId id="277" r:id="rId5"/>
    <p:sldId id="281" r:id="rId6"/>
    <p:sldId id="261" r:id="rId7"/>
    <p:sldId id="280" r:id="rId8"/>
    <p:sldId id="282" r:id="rId9"/>
    <p:sldId id="286" r:id="rId10"/>
    <p:sldId id="288" r:id="rId11"/>
    <p:sldId id="287" r:id="rId12"/>
    <p:sldId id="270" r:id="rId13"/>
    <p:sldId id="285" r:id="rId14"/>
    <p:sldId id="262" r:id="rId15"/>
    <p:sldId id="272" r:id="rId16"/>
    <p:sldId id="289" r:id="rId17"/>
    <p:sldId id="268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1" userDrawn="1">
          <p15:clr>
            <a:srgbClr val="A4A3A4"/>
          </p15:clr>
        </p15:guide>
        <p15:guide id="2" pos="89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상현 조" initials="상조" lastIdx="3" clrIdx="0">
    <p:extLst>
      <p:ext uri="{19B8F6BF-5375-455C-9EA6-DF929625EA0E}">
        <p15:presenceInfo xmlns:p15="http://schemas.microsoft.com/office/powerpoint/2012/main" userId="777805e9c288193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2" autoAdjust="0"/>
    <p:restoredTop sz="94660"/>
  </p:normalViewPr>
  <p:slideViewPr>
    <p:cSldViewPr snapToGrid="0">
      <p:cViewPr>
        <p:scale>
          <a:sx n="100" d="100"/>
          <a:sy n="100" d="100"/>
        </p:scale>
        <p:origin x="1386" y="1272"/>
      </p:cViewPr>
      <p:guideLst>
        <p:guide orient="horz" pos="391"/>
        <p:guide pos="8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22A7E5-9D6C-4D49-9F84-6FD5581D59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1DF23D0-ACA9-4109-859D-3ECB447A1C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C36A17-8D0E-4BD4-9D11-B7A7E9E9A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2021-12-18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D2E944-0ED1-4607-A36C-5BB69830A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B9B9D4-8BBC-476D-8064-35CFCD6B7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9882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419A54-E745-4CC6-BB95-027B31215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527CD9-8FD6-41DB-92D5-543810226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C1E69F-6A0C-4988-A80C-D9E079982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2021-12-18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A0A22F-E157-407D-9059-6BA690D7D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25A3EE-62DB-427A-BC57-1105595DD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3982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F69695-5C44-4966-9A13-1C984D986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BB4F0D-22E9-4085-831F-FD98A827D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A917BF-93D8-4FAE-9057-B5DC34BF0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2021-12-18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4F97A2-C5F5-4A31-8A8E-9DB0E5BF0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8D523A-5E78-4084-9250-EA62E800A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63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4C6390-10D0-4FD4-A9C5-512525EC4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6AF698-79AC-473D-91BE-2AC4B6A9AE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47004C-44EF-4C97-90AD-CEC005B133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92DA3BB-F86B-423B-ADF0-0C45FFA7F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2021-12-18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ABA172-663F-4746-A340-81A5A245E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8ECEE4-F0CB-4000-8737-D35FA8E9B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085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133FDE-6868-41BC-989B-C7995DAAB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2CE7D6-2226-4B65-8C8E-7CC6A6A5A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092D66-1FD3-41EB-97C7-DE6FA7F9FC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8733F04-26EC-425A-A594-4302ABE0AB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AAB9B29-E3A0-4BA3-A785-C6DCCEF71C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C93CB7F-B41A-4C1B-ABF3-7333EA9C9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2021-12-18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4B76826-AE98-4493-AE44-3F7ACB5BD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249C020-97C1-43ED-95BF-408B8BF82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2908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1FE3F6-CD7E-4531-9825-DA1294BB7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A364A65-7602-4E2F-AB3A-1DB84F3C2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2021-12-18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B370FC8-7EFF-42A1-A3DD-2E35F1F49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EA32FA-FEE4-4DBD-930C-A337BE210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2637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D4FEF22-CFFB-471E-8960-DC35A80D0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2021-12-18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98E9B52-4735-4887-B334-2DAF94848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849622-257C-4566-88C3-8C0E40D10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9711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914B03-A7BA-4811-B9E6-F4B68F507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AABAA1-C57E-4FE1-B2AD-CB2F1C6B5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71A1A2C-F9BA-416A-BBF9-D65DDE0427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0EEA2E-4425-4FB2-B940-D630ECB66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2021-12-18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5F14BC-4609-49B0-B88F-71ED21D8B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B2F4A1-01AF-4213-B737-2A01F210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582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543167-4408-4C58-ADD5-FC60A11ED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678274A-E2D6-47D8-8667-1D77CFAB27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29D13A-7EED-4A00-A107-5A9D6EE834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2886C8-A6B0-4365-8DF4-783E16274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2021-12-18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C8015C-9296-41FD-8594-A6F545A4C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82F2D0-7A4D-4569-A726-EFB2F9A6D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4620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8FE90C-3B64-42E6-831B-DF1AF8BE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F9955E-804B-4847-A548-B8FAB8A8F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016D88-EA8C-4E33-9AA0-265D828D1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2021-12-18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26A646-1DCD-47EA-9189-479181E55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40B22C-804C-4B5E-BC7E-9728A7D22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8035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0C339A3-C568-40CC-80EA-0D67438C8E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70BA901-4156-43E5-997D-B97D552566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5A3A72-6D07-48D1-A145-8C8FC73BF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2021-12-18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5FE233-6062-4295-98E2-CDA8399D8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A950D5-233D-4487-955B-863FE15ED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5246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959FC0F-2DDD-468F-8DBD-6A2807FE1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676674-756A-42FE-BD0C-C3CECBFD80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6A869F-4294-4684-B447-EA0E579528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2B7EA6-29B8-4261-8591-86CDF1CF1D8C}" type="datetimeFigureOut">
              <a:rPr lang="ko-KR" altLang="en-US" smtClean="0"/>
              <a:t>2021-12-18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C5D8D2-D0ED-4DCE-B1CA-EB46F385A5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2C4440-5EEA-42C9-BA7E-B3A419EF5D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2375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E8419FE-CCED-40B5-A267-AA14415D57DF}"/>
              </a:ext>
            </a:extLst>
          </p:cNvPr>
          <p:cNvSpPr/>
          <p:nvPr/>
        </p:nvSpPr>
        <p:spPr>
          <a:xfrm>
            <a:off x="0" y="0"/>
            <a:ext cx="141605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416050" y="1016000"/>
            <a:ext cx="328327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object_ptr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&lt;T&gt;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와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Ireferenceable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own_ptr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&lt;T&gt;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와 </a:t>
            </a: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Idestroyable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object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pool</a:t>
            </a:r>
            <a:endParaRPr lang="ko-KR" altLang="en-US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63D706D0-7F00-44B7-8338-DA6DCD0C282B}"/>
              </a:ext>
            </a:extLst>
          </p:cNvPr>
          <p:cNvSpPr txBox="1">
            <a:spLocks/>
          </p:cNvSpPr>
          <p:nvPr/>
        </p:nvSpPr>
        <p:spPr>
          <a:xfrm>
            <a:off x="381179" y="347663"/>
            <a:ext cx="5207000" cy="66833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>
                    <a:lumMod val="50000"/>
                  </a:schemeClr>
                </a:solidFill>
              </a:rPr>
              <a:t>CGC.II..</a:t>
            </a:r>
            <a:r>
              <a:rPr lang="en-US" altLang="ko-KR" sz="3200" b="1" dirty="0"/>
              <a:t>OBJECT SYSTEM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97255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855892" y="-12879"/>
            <a:ext cx="1813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object system?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6B627-B0A0-40AA-B3F1-143A5BBBD840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9D42E0-7B2D-4648-B67E-2BFBE5814C23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9BD605C-1130-44CE-9F7E-B38DFAB1868A}"/>
              </a:ext>
            </a:extLst>
          </p:cNvPr>
          <p:cNvSpPr txBox="1"/>
          <p:nvPr/>
        </p:nvSpPr>
        <p:spPr>
          <a:xfrm>
            <a:off x="1416050" y="648085"/>
            <a:ext cx="89309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객체의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할당과 해제 사용 등에 관한 인터페이스의 정의와 관련 시스템으로 구성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03B610A-C6E5-42D1-8A7E-E9F06E995613}"/>
              </a:ext>
            </a:extLst>
          </p:cNvPr>
          <p:cNvSpPr/>
          <p:nvPr/>
        </p:nvSpPr>
        <p:spPr>
          <a:xfrm>
            <a:off x="1830953" y="1286769"/>
            <a:ext cx="4730782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강력한 성능과 안정성의 기반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객체의 할당과 해제 관리 등을 효율적으로 해주기 위한 시스템</a:t>
            </a:r>
            <a:b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고성능의 제공을 위한 객체 풀과 메모리 풀 시스템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시스템과 객체의 할당과 해제에 대한 통계 정보와 디버깅 정보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이를 통해서 디버깅이나 성능 튜닝을 위한 정보를 제공한다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6707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855892" y="-12879"/>
            <a:ext cx="452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object_ptr&lt;T&gt; &amp;</a:t>
            </a:r>
            <a:r>
              <a:rPr lang="ko-KR" altLang="en-US" b="1" dirty="0"/>
              <a:t> </a:t>
            </a:r>
            <a:r>
              <a:rPr lang="en-US" altLang="ko-KR" b="1" dirty="0"/>
              <a:t>Ireferenceable : what?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6B627-B0A0-40AA-B3F1-143A5BBBD840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9D42E0-7B2D-4648-B67E-2BFBE5814C23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5628674-48E9-4B25-9D27-D48B5E126963}"/>
              </a:ext>
            </a:extLst>
          </p:cNvPr>
          <p:cNvSpPr txBox="1"/>
          <p:nvPr/>
        </p:nvSpPr>
        <p:spPr>
          <a:xfrm>
            <a:off x="1416050" y="598461"/>
            <a:ext cx="10356850" cy="603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포인터와 동적 객체의 해제를 직접 조작하기보다는 </a:t>
            </a: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‘</a:t>
            </a:r>
            <a:r>
              <a:rPr lang="ko-KR" altLang="en-US" sz="1200">
                <a:latin typeface="HY견명조" panose="02030600000101010101" pitchFamily="18" charset="-127"/>
                <a:ea typeface="HY견명조" panose="02030600000101010101" pitchFamily="18" charset="-127"/>
              </a:rPr>
              <a:t>스마트 포인터</a:t>
            </a: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(smart pointer)’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사용한다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C++11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표준에서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std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::</a:t>
            </a:r>
            <a:r>
              <a:rPr lang="en-US" altLang="ko-KR" sz="1200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shared_ptr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&lt;T&gt;, std::</a:t>
            </a:r>
            <a:r>
              <a:rPr lang="en-US" altLang="ko-KR" sz="1200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weak_ptr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&lt;T&gt;, std::</a:t>
            </a:r>
            <a:r>
              <a:rPr lang="en-US" altLang="ko-KR" sz="1200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unique_ptr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&lt;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T&gt;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삼형제를 제공한다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127E4B0-8722-4E60-A095-372B045F9817}"/>
              </a:ext>
            </a:extLst>
          </p:cNvPr>
          <p:cNvSpPr/>
          <p:nvPr/>
        </p:nvSpPr>
        <p:spPr>
          <a:xfrm>
            <a:off x="1703722" y="1371783"/>
            <a:ext cx="8962098" cy="1286845"/>
          </a:xfrm>
          <a:custGeom>
            <a:avLst/>
            <a:gdLst>
              <a:gd name="connsiteX0" fmla="*/ 0 w 8962098"/>
              <a:gd name="connsiteY0" fmla="*/ 0 h 1286845"/>
              <a:gd name="connsiteX1" fmla="*/ 779013 w 8962098"/>
              <a:gd name="connsiteY1" fmla="*/ 0 h 1286845"/>
              <a:gd name="connsiteX2" fmla="*/ 1378784 w 8962098"/>
              <a:gd name="connsiteY2" fmla="*/ 0 h 1286845"/>
              <a:gd name="connsiteX3" fmla="*/ 2068176 w 8962098"/>
              <a:gd name="connsiteY3" fmla="*/ 0 h 1286845"/>
              <a:gd name="connsiteX4" fmla="*/ 2936811 w 8962098"/>
              <a:gd name="connsiteY4" fmla="*/ 0 h 1286845"/>
              <a:gd name="connsiteX5" fmla="*/ 3446961 w 8962098"/>
              <a:gd name="connsiteY5" fmla="*/ 0 h 1286845"/>
              <a:gd name="connsiteX6" fmla="*/ 4225974 w 8962098"/>
              <a:gd name="connsiteY6" fmla="*/ 0 h 1286845"/>
              <a:gd name="connsiteX7" fmla="*/ 4736124 w 8962098"/>
              <a:gd name="connsiteY7" fmla="*/ 0 h 1286845"/>
              <a:gd name="connsiteX8" fmla="*/ 5425516 w 8962098"/>
              <a:gd name="connsiteY8" fmla="*/ 0 h 1286845"/>
              <a:gd name="connsiteX9" fmla="*/ 6204529 w 8962098"/>
              <a:gd name="connsiteY9" fmla="*/ 0 h 1286845"/>
              <a:gd name="connsiteX10" fmla="*/ 6625059 w 8962098"/>
              <a:gd name="connsiteY10" fmla="*/ 0 h 1286845"/>
              <a:gd name="connsiteX11" fmla="*/ 7045588 w 8962098"/>
              <a:gd name="connsiteY11" fmla="*/ 0 h 1286845"/>
              <a:gd name="connsiteX12" fmla="*/ 7914222 w 8962098"/>
              <a:gd name="connsiteY12" fmla="*/ 0 h 1286845"/>
              <a:gd name="connsiteX13" fmla="*/ 8962098 w 8962098"/>
              <a:gd name="connsiteY13" fmla="*/ 0 h 1286845"/>
              <a:gd name="connsiteX14" fmla="*/ 8962098 w 8962098"/>
              <a:gd name="connsiteY14" fmla="*/ 604817 h 1286845"/>
              <a:gd name="connsiteX15" fmla="*/ 8962098 w 8962098"/>
              <a:gd name="connsiteY15" fmla="*/ 1286845 h 1286845"/>
              <a:gd name="connsiteX16" fmla="*/ 8183085 w 8962098"/>
              <a:gd name="connsiteY16" fmla="*/ 1286845 h 1286845"/>
              <a:gd name="connsiteX17" fmla="*/ 7404072 w 8962098"/>
              <a:gd name="connsiteY17" fmla="*/ 1286845 h 1286845"/>
              <a:gd name="connsiteX18" fmla="*/ 6714680 w 8962098"/>
              <a:gd name="connsiteY18" fmla="*/ 1286845 h 1286845"/>
              <a:gd name="connsiteX19" fmla="*/ 5846045 w 8962098"/>
              <a:gd name="connsiteY19" fmla="*/ 1286845 h 1286845"/>
              <a:gd name="connsiteX20" fmla="*/ 4977411 w 8962098"/>
              <a:gd name="connsiteY20" fmla="*/ 1286845 h 1286845"/>
              <a:gd name="connsiteX21" fmla="*/ 4198398 w 8962098"/>
              <a:gd name="connsiteY21" fmla="*/ 1286845 h 1286845"/>
              <a:gd name="connsiteX22" fmla="*/ 3419385 w 8962098"/>
              <a:gd name="connsiteY22" fmla="*/ 1286845 h 1286845"/>
              <a:gd name="connsiteX23" fmla="*/ 2640372 w 8962098"/>
              <a:gd name="connsiteY23" fmla="*/ 1286845 h 1286845"/>
              <a:gd name="connsiteX24" fmla="*/ 2130222 w 8962098"/>
              <a:gd name="connsiteY24" fmla="*/ 1286845 h 1286845"/>
              <a:gd name="connsiteX25" fmla="*/ 1261588 w 8962098"/>
              <a:gd name="connsiteY25" fmla="*/ 1286845 h 1286845"/>
              <a:gd name="connsiteX26" fmla="*/ 0 w 8962098"/>
              <a:gd name="connsiteY26" fmla="*/ 1286845 h 1286845"/>
              <a:gd name="connsiteX27" fmla="*/ 0 w 8962098"/>
              <a:gd name="connsiteY27" fmla="*/ 682028 h 1286845"/>
              <a:gd name="connsiteX28" fmla="*/ 0 w 8962098"/>
              <a:gd name="connsiteY28" fmla="*/ 0 h 128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8962098" h="1286845" fill="none" extrusionOk="0">
                <a:moveTo>
                  <a:pt x="0" y="0"/>
                </a:moveTo>
                <a:cubicBezTo>
                  <a:pt x="323707" y="1746"/>
                  <a:pt x="519600" y="-22575"/>
                  <a:pt x="779013" y="0"/>
                </a:cubicBezTo>
                <a:cubicBezTo>
                  <a:pt x="1038426" y="22575"/>
                  <a:pt x="1127153" y="17769"/>
                  <a:pt x="1378784" y="0"/>
                </a:cubicBezTo>
                <a:cubicBezTo>
                  <a:pt x="1630415" y="-17769"/>
                  <a:pt x="1826602" y="-25917"/>
                  <a:pt x="2068176" y="0"/>
                </a:cubicBezTo>
                <a:cubicBezTo>
                  <a:pt x="2309750" y="25917"/>
                  <a:pt x="2541901" y="33696"/>
                  <a:pt x="2936811" y="0"/>
                </a:cubicBezTo>
                <a:cubicBezTo>
                  <a:pt x="3331722" y="-33696"/>
                  <a:pt x="3217885" y="15624"/>
                  <a:pt x="3446961" y="0"/>
                </a:cubicBezTo>
                <a:cubicBezTo>
                  <a:pt x="3676037" y="-15624"/>
                  <a:pt x="4056719" y="-5494"/>
                  <a:pt x="4225974" y="0"/>
                </a:cubicBezTo>
                <a:cubicBezTo>
                  <a:pt x="4395229" y="5494"/>
                  <a:pt x="4542965" y="5127"/>
                  <a:pt x="4736124" y="0"/>
                </a:cubicBezTo>
                <a:cubicBezTo>
                  <a:pt x="4929283" y="-5127"/>
                  <a:pt x="5229310" y="6476"/>
                  <a:pt x="5425516" y="0"/>
                </a:cubicBezTo>
                <a:cubicBezTo>
                  <a:pt x="5621722" y="-6476"/>
                  <a:pt x="5911381" y="21489"/>
                  <a:pt x="6204529" y="0"/>
                </a:cubicBezTo>
                <a:cubicBezTo>
                  <a:pt x="6497677" y="-21489"/>
                  <a:pt x="6495650" y="-1947"/>
                  <a:pt x="6625059" y="0"/>
                </a:cubicBezTo>
                <a:cubicBezTo>
                  <a:pt x="6754468" y="1947"/>
                  <a:pt x="6884756" y="6095"/>
                  <a:pt x="7045588" y="0"/>
                </a:cubicBezTo>
                <a:cubicBezTo>
                  <a:pt x="7206420" y="-6095"/>
                  <a:pt x="7593042" y="19610"/>
                  <a:pt x="7914222" y="0"/>
                </a:cubicBezTo>
                <a:cubicBezTo>
                  <a:pt x="8235402" y="-19610"/>
                  <a:pt x="8538498" y="-22299"/>
                  <a:pt x="8962098" y="0"/>
                </a:cubicBezTo>
                <a:cubicBezTo>
                  <a:pt x="8934221" y="261304"/>
                  <a:pt x="8954026" y="386750"/>
                  <a:pt x="8962098" y="604817"/>
                </a:cubicBezTo>
                <a:cubicBezTo>
                  <a:pt x="8970170" y="822884"/>
                  <a:pt x="8985134" y="1098185"/>
                  <a:pt x="8962098" y="1286845"/>
                </a:cubicBezTo>
                <a:cubicBezTo>
                  <a:pt x="8585596" y="1280652"/>
                  <a:pt x="8517097" y="1255533"/>
                  <a:pt x="8183085" y="1286845"/>
                </a:cubicBezTo>
                <a:cubicBezTo>
                  <a:pt x="7849073" y="1318157"/>
                  <a:pt x="7633107" y="1283886"/>
                  <a:pt x="7404072" y="1286845"/>
                </a:cubicBezTo>
                <a:cubicBezTo>
                  <a:pt x="7175037" y="1289804"/>
                  <a:pt x="6998882" y="1320847"/>
                  <a:pt x="6714680" y="1286845"/>
                </a:cubicBezTo>
                <a:cubicBezTo>
                  <a:pt x="6430478" y="1252843"/>
                  <a:pt x="6186596" y="1303264"/>
                  <a:pt x="5846045" y="1286845"/>
                </a:cubicBezTo>
                <a:cubicBezTo>
                  <a:pt x="5505495" y="1270426"/>
                  <a:pt x="5386035" y="1291256"/>
                  <a:pt x="4977411" y="1286845"/>
                </a:cubicBezTo>
                <a:cubicBezTo>
                  <a:pt x="4568787" y="1282434"/>
                  <a:pt x="4379605" y="1294688"/>
                  <a:pt x="4198398" y="1286845"/>
                </a:cubicBezTo>
                <a:cubicBezTo>
                  <a:pt x="4017191" y="1279002"/>
                  <a:pt x="3797080" y="1269660"/>
                  <a:pt x="3419385" y="1286845"/>
                </a:cubicBezTo>
                <a:cubicBezTo>
                  <a:pt x="3041690" y="1304030"/>
                  <a:pt x="3025612" y="1308903"/>
                  <a:pt x="2640372" y="1286845"/>
                </a:cubicBezTo>
                <a:cubicBezTo>
                  <a:pt x="2255132" y="1264787"/>
                  <a:pt x="2269378" y="1303956"/>
                  <a:pt x="2130222" y="1286845"/>
                </a:cubicBezTo>
                <a:cubicBezTo>
                  <a:pt x="1991066" y="1269735"/>
                  <a:pt x="1610917" y="1246401"/>
                  <a:pt x="1261588" y="1286845"/>
                </a:cubicBezTo>
                <a:cubicBezTo>
                  <a:pt x="912259" y="1327289"/>
                  <a:pt x="589216" y="1246042"/>
                  <a:pt x="0" y="1286845"/>
                </a:cubicBezTo>
                <a:cubicBezTo>
                  <a:pt x="12695" y="1077408"/>
                  <a:pt x="-4546" y="962180"/>
                  <a:pt x="0" y="682028"/>
                </a:cubicBezTo>
                <a:cubicBezTo>
                  <a:pt x="4546" y="401876"/>
                  <a:pt x="6671" y="266169"/>
                  <a:pt x="0" y="0"/>
                </a:cubicBezTo>
                <a:close/>
              </a:path>
              <a:path w="8962098" h="1286845" stroke="0" extrusionOk="0">
                <a:moveTo>
                  <a:pt x="0" y="0"/>
                </a:moveTo>
                <a:cubicBezTo>
                  <a:pt x="218031" y="-16156"/>
                  <a:pt x="334791" y="21744"/>
                  <a:pt x="599771" y="0"/>
                </a:cubicBezTo>
                <a:cubicBezTo>
                  <a:pt x="864751" y="-21744"/>
                  <a:pt x="875830" y="20421"/>
                  <a:pt x="1020300" y="0"/>
                </a:cubicBezTo>
                <a:cubicBezTo>
                  <a:pt x="1164770" y="-20421"/>
                  <a:pt x="1455547" y="30819"/>
                  <a:pt x="1888935" y="0"/>
                </a:cubicBezTo>
                <a:cubicBezTo>
                  <a:pt x="2322324" y="-30819"/>
                  <a:pt x="2192000" y="-16099"/>
                  <a:pt x="2488706" y="0"/>
                </a:cubicBezTo>
                <a:cubicBezTo>
                  <a:pt x="2785412" y="16099"/>
                  <a:pt x="2870377" y="-21113"/>
                  <a:pt x="3088477" y="0"/>
                </a:cubicBezTo>
                <a:cubicBezTo>
                  <a:pt x="3306577" y="21113"/>
                  <a:pt x="3551686" y="41452"/>
                  <a:pt x="3957111" y="0"/>
                </a:cubicBezTo>
                <a:cubicBezTo>
                  <a:pt x="4362536" y="-41452"/>
                  <a:pt x="4224883" y="-19436"/>
                  <a:pt x="4467261" y="0"/>
                </a:cubicBezTo>
                <a:cubicBezTo>
                  <a:pt x="4709639" y="19436"/>
                  <a:pt x="5087256" y="-29599"/>
                  <a:pt x="5335895" y="0"/>
                </a:cubicBezTo>
                <a:cubicBezTo>
                  <a:pt x="5584534" y="29599"/>
                  <a:pt x="5851379" y="-16524"/>
                  <a:pt x="6204529" y="0"/>
                </a:cubicBezTo>
                <a:cubicBezTo>
                  <a:pt x="6557679" y="16524"/>
                  <a:pt x="6572458" y="-33168"/>
                  <a:pt x="6893922" y="0"/>
                </a:cubicBezTo>
                <a:cubicBezTo>
                  <a:pt x="7215386" y="33168"/>
                  <a:pt x="7569766" y="10694"/>
                  <a:pt x="7762556" y="0"/>
                </a:cubicBezTo>
                <a:cubicBezTo>
                  <a:pt x="7955346" y="-10694"/>
                  <a:pt x="8195647" y="-13820"/>
                  <a:pt x="8362327" y="0"/>
                </a:cubicBezTo>
                <a:cubicBezTo>
                  <a:pt x="8529007" y="13820"/>
                  <a:pt x="8745247" y="10314"/>
                  <a:pt x="8962098" y="0"/>
                </a:cubicBezTo>
                <a:cubicBezTo>
                  <a:pt x="8966957" y="276632"/>
                  <a:pt x="8952068" y="431109"/>
                  <a:pt x="8962098" y="656291"/>
                </a:cubicBezTo>
                <a:cubicBezTo>
                  <a:pt x="8972128" y="881473"/>
                  <a:pt x="8932354" y="1147388"/>
                  <a:pt x="8962098" y="1286845"/>
                </a:cubicBezTo>
                <a:cubicBezTo>
                  <a:pt x="8781002" y="1307879"/>
                  <a:pt x="8565642" y="1262372"/>
                  <a:pt x="8272706" y="1286845"/>
                </a:cubicBezTo>
                <a:cubicBezTo>
                  <a:pt x="7979770" y="1311318"/>
                  <a:pt x="7683042" y="1284600"/>
                  <a:pt x="7404072" y="1286845"/>
                </a:cubicBezTo>
                <a:cubicBezTo>
                  <a:pt x="7125102" y="1289090"/>
                  <a:pt x="6868285" y="1257977"/>
                  <a:pt x="6714680" y="1286845"/>
                </a:cubicBezTo>
                <a:cubicBezTo>
                  <a:pt x="6561075" y="1315713"/>
                  <a:pt x="6413199" y="1273054"/>
                  <a:pt x="6294150" y="1286845"/>
                </a:cubicBezTo>
                <a:cubicBezTo>
                  <a:pt x="6175101" y="1300637"/>
                  <a:pt x="5956698" y="1289525"/>
                  <a:pt x="5784000" y="1286845"/>
                </a:cubicBezTo>
                <a:cubicBezTo>
                  <a:pt x="5611302" y="1284166"/>
                  <a:pt x="5188352" y="1278855"/>
                  <a:pt x="4915366" y="1286845"/>
                </a:cubicBezTo>
                <a:cubicBezTo>
                  <a:pt x="4642380" y="1294835"/>
                  <a:pt x="4558183" y="1274457"/>
                  <a:pt x="4225974" y="1286845"/>
                </a:cubicBezTo>
                <a:cubicBezTo>
                  <a:pt x="3893765" y="1299233"/>
                  <a:pt x="3892084" y="1284930"/>
                  <a:pt x="3715824" y="1286845"/>
                </a:cubicBezTo>
                <a:cubicBezTo>
                  <a:pt x="3539564" y="1288761"/>
                  <a:pt x="3264189" y="1306529"/>
                  <a:pt x="3026432" y="1286845"/>
                </a:cubicBezTo>
                <a:cubicBezTo>
                  <a:pt x="2788675" y="1267161"/>
                  <a:pt x="2780660" y="1300182"/>
                  <a:pt x="2605902" y="1286845"/>
                </a:cubicBezTo>
                <a:cubicBezTo>
                  <a:pt x="2431144" y="1273509"/>
                  <a:pt x="2365175" y="1291033"/>
                  <a:pt x="2185373" y="1286845"/>
                </a:cubicBezTo>
                <a:cubicBezTo>
                  <a:pt x="2005571" y="1282657"/>
                  <a:pt x="1694455" y="1294403"/>
                  <a:pt x="1495981" y="1286845"/>
                </a:cubicBezTo>
                <a:cubicBezTo>
                  <a:pt x="1297507" y="1279287"/>
                  <a:pt x="1146318" y="1300394"/>
                  <a:pt x="985831" y="1286845"/>
                </a:cubicBezTo>
                <a:cubicBezTo>
                  <a:pt x="825344" y="1273297"/>
                  <a:pt x="479681" y="1333130"/>
                  <a:pt x="0" y="1286845"/>
                </a:cubicBezTo>
                <a:cubicBezTo>
                  <a:pt x="-18761" y="999225"/>
                  <a:pt x="-19184" y="822386"/>
                  <a:pt x="0" y="669159"/>
                </a:cubicBezTo>
                <a:cubicBezTo>
                  <a:pt x="19184" y="515932"/>
                  <a:pt x="31042" y="228116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180000" rIns="288000" bIns="180000">
            <a:spAutoFit/>
          </a:bodyPr>
          <a:lstStyle/>
          <a:p>
            <a:r>
              <a:rPr lang="en-US" altLang="ko-KR" sz="12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c++ standard object_ptr&lt;T&gt;</a:t>
            </a:r>
          </a:p>
          <a:p>
            <a:r>
              <a:rPr lang="en-US" altLang="ko-KR" sz="1200" b="1">
                <a:solidFill>
                  <a:srgbClr val="0000CC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shared_ptr</a:t>
            </a:r>
            <a:r>
              <a:rPr lang="en-US" altLang="ko-KR" sz="12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&lt;f</a:t>
            </a:r>
            <a:r>
              <a:rPr lang="en-US" altLang="ko-KR" sz="120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oo</a:t>
            </a:r>
            <a:r>
              <a:rPr lang="en-US" altLang="ko-KR" sz="12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&gt;pobject = </a:t>
            </a:r>
            <a:r>
              <a:rPr lang="en-US" altLang="ko-KR" sz="1200" b="1">
                <a:solidFill>
                  <a:srgbClr val="0000CC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make_shared</a:t>
            </a:r>
            <a:r>
              <a:rPr lang="en-US" altLang="ko-KR" sz="12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&lt;f</a:t>
            </a:r>
            <a:r>
              <a:rPr lang="en-US" altLang="ko-KR" sz="120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oo</a:t>
            </a:r>
            <a:r>
              <a:rPr lang="en-US" altLang="ko-KR" sz="12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&gt;();</a:t>
            </a:r>
          </a:p>
          <a:p>
            <a:endParaRPr lang="en-US" altLang="ko-KR" sz="1200" b="1">
              <a:solidFill>
                <a:srgbClr val="00B05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c++ standard unique_ptr&lt;T&gt;</a:t>
            </a:r>
          </a:p>
          <a:p>
            <a:r>
              <a:rPr lang="en-US" altLang="ko-KR" sz="1200" b="1">
                <a:solidFill>
                  <a:srgbClr val="0000CC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unique_</a:t>
            </a:r>
            <a:r>
              <a:rPr lang="en-US" altLang="ko-KR" sz="1200" b="1" dirty="0" err="1">
                <a:solidFill>
                  <a:srgbClr val="0000CC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ptr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&lt;f</a:t>
            </a:r>
            <a:r>
              <a:rPr lang="en-US" altLang="ko-KR" sz="12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oo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pobject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= </a:t>
            </a:r>
            <a:r>
              <a:rPr lang="en-US" altLang="ko-KR" sz="1200" b="1" err="1">
                <a:solidFill>
                  <a:srgbClr val="0000CC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make</a:t>
            </a:r>
            <a:r>
              <a:rPr lang="en-US" altLang="ko-KR" sz="1200" b="1">
                <a:solidFill>
                  <a:srgbClr val="0000CC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_unique</a:t>
            </a:r>
            <a:r>
              <a:rPr lang="en-US" altLang="ko-KR" sz="12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&lt;f</a:t>
            </a:r>
            <a:r>
              <a:rPr lang="en-US" altLang="ko-KR" sz="120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oo</a:t>
            </a:r>
            <a:r>
              <a:rPr lang="en-US" altLang="ko-KR" sz="12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&gt;();</a:t>
            </a:r>
          </a:p>
        </p:txBody>
      </p:sp>
    </p:spTree>
    <p:extLst>
      <p:ext uri="{BB962C8B-B14F-4D97-AF65-F5344CB8AC3E}">
        <p14:creationId xmlns:p14="http://schemas.microsoft.com/office/powerpoint/2010/main" val="2283243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D702CED2-2D1B-42F0-BB3B-9D81E2E3F1EA}"/>
              </a:ext>
            </a:extLst>
          </p:cNvPr>
          <p:cNvSpPr/>
          <p:nvPr/>
        </p:nvSpPr>
        <p:spPr>
          <a:xfrm>
            <a:off x="1700421" y="2778989"/>
            <a:ext cx="8962098" cy="979069"/>
          </a:xfrm>
          <a:custGeom>
            <a:avLst/>
            <a:gdLst>
              <a:gd name="connsiteX0" fmla="*/ 0 w 8962098"/>
              <a:gd name="connsiteY0" fmla="*/ 0 h 979069"/>
              <a:gd name="connsiteX1" fmla="*/ 420529 w 8962098"/>
              <a:gd name="connsiteY1" fmla="*/ 0 h 979069"/>
              <a:gd name="connsiteX2" fmla="*/ 1199542 w 8962098"/>
              <a:gd name="connsiteY2" fmla="*/ 0 h 979069"/>
              <a:gd name="connsiteX3" fmla="*/ 1620072 w 8962098"/>
              <a:gd name="connsiteY3" fmla="*/ 0 h 979069"/>
              <a:gd name="connsiteX4" fmla="*/ 2040601 w 8962098"/>
              <a:gd name="connsiteY4" fmla="*/ 0 h 979069"/>
              <a:gd name="connsiteX5" fmla="*/ 2550751 w 8962098"/>
              <a:gd name="connsiteY5" fmla="*/ 0 h 979069"/>
              <a:gd name="connsiteX6" fmla="*/ 3150522 w 8962098"/>
              <a:gd name="connsiteY6" fmla="*/ 0 h 979069"/>
              <a:gd name="connsiteX7" fmla="*/ 3571051 w 8962098"/>
              <a:gd name="connsiteY7" fmla="*/ 0 h 979069"/>
              <a:gd name="connsiteX8" fmla="*/ 4170823 w 8962098"/>
              <a:gd name="connsiteY8" fmla="*/ 0 h 979069"/>
              <a:gd name="connsiteX9" fmla="*/ 4770594 w 8962098"/>
              <a:gd name="connsiteY9" fmla="*/ 0 h 979069"/>
              <a:gd name="connsiteX10" fmla="*/ 5549607 w 8962098"/>
              <a:gd name="connsiteY10" fmla="*/ 0 h 979069"/>
              <a:gd name="connsiteX11" fmla="*/ 5970136 w 8962098"/>
              <a:gd name="connsiteY11" fmla="*/ 0 h 979069"/>
              <a:gd name="connsiteX12" fmla="*/ 6659528 w 8962098"/>
              <a:gd name="connsiteY12" fmla="*/ 0 h 979069"/>
              <a:gd name="connsiteX13" fmla="*/ 7169678 w 8962098"/>
              <a:gd name="connsiteY13" fmla="*/ 0 h 979069"/>
              <a:gd name="connsiteX14" fmla="*/ 7590208 w 8962098"/>
              <a:gd name="connsiteY14" fmla="*/ 0 h 979069"/>
              <a:gd name="connsiteX15" fmla="*/ 8962098 w 8962098"/>
              <a:gd name="connsiteY15" fmla="*/ 0 h 979069"/>
              <a:gd name="connsiteX16" fmla="*/ 8962098 w 8962098"/>
              <a:gd name="connsiteY16" fmla="*/ 479744 h 979069"/>
              <a:gd name="connsiteX17" fmla="*/ 8962098 w 8962098"/>
              <a:gd name="connsiteY17" fmla="*/ 979069 h 979069"/>
              <a:gd name="connsiteX18" fmla="*/ 8541569 w 8962098"/>
              <a:gd name="connsiteY18" fmla="*/ 979069 h 979069"/>
              <a:gd name="connsiteX19" fmla="*/ 7672935 w 8962098"/>
              <a:gd name="connsiteY19" fmla="*/ 979069 h 979069"/>
              <a:gd name="connsiteX20" fmla="*/ 7252405 w 8962098"/>
              <a:gd name="connsiteY20" fmla="*/ 979069 h 979069"/>
              <a:gd name="connsiteX21" fmla="*/ 6473392 w 8962098"/>
              <a:gd name="connsiteY21" fmla="*/ 979069 h 979069"/>
              <a:gd name="connsiteX22" fmla="*/ 5784000 w 8962098"/>
              <a:gd name="connsiteY22" fmla="*/ 979069 h 979069"/>
              <a:gd name="connsiteX23" fmla="*/ 5094608 w 8962098"/>
              <a:gd name="connsiteY23" fmla="*/ 979069 h 979069"/>
              <a:gd name="connsiteX24" fmla="*/ 4494837 w 8962098"/>
              <a:gd name="connsiteY24" fmla="*/ 979069 h 979069"/>
              <a:gd name="connsiteX25" fmla="*/ 3715824 w 8962098"/>
              <a:gd name="connsiteY25" fmla="*/ 979069 h 979069"/>
              <a:gd name="connsiteX26" fmla="*/ 3116053 w 8962098"/>
              <a:gd name="connsiteY26" fmla="*/ 979069 h 979069"/>
              <a:gd name="connsiteX27" fmla="*/ 2337039 w 8962098"/>
              <a:gd name="connsiteY27" fmla="*/ 979069 h 979069"/>
              <a:gd name="connsiteX28" fmla="*/ 1826889 w 8962098"/>
              <a:gd name="connsiteY28" fmla="*/ 979069 h 979069"/>
              <a:gd name="connsiteX29" fmla="*/ 1316739 w 8962098"/>
              <a:gd name="connsiteY29" fmla="*/ 979069 h 979069"/>
              <a:gd name="connsiteX30" fmla="*/ 0 w 8962098"/>
              <a:gd name="connsiteY30" fmla="*/ 979069 h 979069"/>
              <a:gd name="connsiteX31" fmla="*/ 0 w 8962098"/>
              <a:gd name="connsiteY31" fmla="*/ 499325 h 979069"/>
              <a:gd name="connsiteX32" fmla="*/ 0 w 8962098"/>
              <a:gd name="connsiteY32" fmla="*/ 0 h 979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62098" h="979069" fill="none" extrusionOk="0">
                <a:moveTo>
                  <a:pt x="0" y="0"/>
                </a:moveTo>
                <a:cubicBezTo>
                  <a:pt x="106741" y="-5227"/>
                  <a:pt x="258086" y="10078"/>
                  <a:pt x="420529" y="0"/>
                </a:cubicBezTo>
                <a:cubicBezTo>
                  <a:pt x="582972" y="-10078"/>
                  <a:pt x="967967" y="-21079"/>
                  <a:pt x="1199542" y="0"/>
                </a:cubicBezTo>
                <a:cubicBezTo>
                  <a:pt x="1431117" y="21079"/>
                  <a:pt x="1447174" y="13280"/>
                  <a:pt x="1620072" y="0"/>
                </a:cubicBezTo>
                <a:cubicBezTo>
                  <a:pt x="1792970" y="-13280"/>
                  <a:pt x="1912007" y="-9074"/>
                  <a:pt x="2040601" y="0"/>
                </a:cubicBezTo>
                <a:cubicBezTo>
                  <a:pt x="2169195" y="9074"/>
                  <a:pt x="2355610" y="5328"/>
                  <a:pt x="2550751" y="0"/>
                </a:cubicBezTo>
                <a:cubicBezTo>
                  <a:pt x="2745892" y="-5328"/>
                  <a:pt x="3023206" y="11627"/>
                  <a:pt x="3150522" y="0"/>
                </a:cubicBezTo>
                <a:cubicBezTo>
                  <a:pt x="3277838" y="-11627"/>
                  <a:pt x="3395071" y="18199"/>
                  <a:pt x="3571051" y="0"/>
                </a:cubicBezTo>
                <a:cubicBezTo>
                  <a:pt x="3747031" y="-18199"/>
                  <a:pt x="3938407" y="1645"/>
                  <a:pt x="4170823" y="0"/>
                </a:cubicBezTo>
                <a:cubicBezTo>
                  <a:pt x="4403239" y="-1645"/>
                  <a:pt x="4510024" y="-11615"/>
                  <a:pt x="4770594" y="0"/>
                </a:cubicBezTo>
                <a:cubicBezTo>
                  <a:pt x="5031164" y="11615"/>
                  <a:pt x="5213144" y="33240"/>
                  <a:pt x="5549607" y="0"/>
                </a:cubicBezTo>
                <a:cubicBezTo>
                  <a:pt x="5886070" y="-33240"/>
                  <a:pt x="5800410" y="18316"/>
                  <a:pt x="5970136" y="0"/>
                </a:cubicBezTo>
                <a:cubicBezTo>
                  <a:pt x="6139862" y="-18316"/>
                  <a:pt x="6473823" y="-10920"/>
                  <a:pt x="6659528" y="0"/>
                </a:cubicBezTo>
                <a:cubicBezTo>
                  <a:pt x="6845233" y="10920"/>
                  <a:pt x="7065940" y="9149"/>
                  <a:pt x="7169678" y="0"/>
                </a:cubicBezTo>
                <a:cubicBezTo>
                  <a:pt x="7273416" y="-9149"/>
                  <a:pt x="7434842" y="-822"/>
                  <a:pt x="7590208" y="0"/>
                </a:cubicBezTo>
                <a:cubicBezTo>
                  <a:pt x="7745574" y="822"/>
                  <a:pt x="8285488" y="40359"/>
                  <a:pt x="8962098" y="0"/>
                </a:cubicBezTo>
                <a:cubicBezTo>
                  <a:pt x="8978686" y="124304"/>
                  <a:pt x="8981224" y="339948"/>
                  <a:pt x="8962098" y="479744"/>
                </a:cubicBezTo>
                <a:cubicBezTo>
                  <a:pt x="8942972" y="619540"/>
                  <a:pt x="8950830" y="848517"/>
                  <a:pt x="8962098" y="979069"/>
                </a:cubicBezTo>
                <a:cubicBezTo>
                  <a:pt x="8773150" y="964736"/>
                  <a:pt x="8713881" y="958755"/>
                  <a:pt x="8541569" y="979069"/>
                </a:cubicBezTo>
                <a:cubicBezTo>
                  <a:pt x="8369257" y="999383"/>
                  <a:pt x="7946817" y="1008477"/>
                  <a:pt x="7672935" y="979069"/>
                </a:cubicBezTo>
                <a:cubicBezTo>
                  <a:pt x="7399053" y="949661"/>
                  <a:pt x="7433511" y="968597"/>
                  <a:pt x="7252405" y="979069"/>
                </a:cubicBezTo>
                <a:cubicBezTo>
                  <a:pt x="7071299" y="989542"/>
                  <a:pt x="6730593" y="991283"/>
                  <a:pt x="6473392" y="979069"/>
                </a:cubicBezTo>
                <a:cubicBezTo>
                  <a:pt x="6216191" y="966855"/>
                  <a:pt x="5928123" y="945385"/>
                  <a:pt x="5784000" y="979069"/>
                </a:cubicBezTo>
                <a:cubicBezTo>
                  <a:pt x="5639877" y="1012753"/>
                  <a:pt x="5290102" y="974035"/>
                  <a:pt x="5094608" y="979069"/>
                </a:cubicBezTo>
                <a:cubicBezTo>
                  <a:pt x="4899114" y="984103"/>
                  <a:pt x="4646058" y="970451"/>
                  <a:pt x="4494837" y="979069"/>
                </a:cubicBezTo>
                <a:cubicBezTo>
                  <a:pt x="4343616" y="987687"/>
                  <a:pt x="4071982" y="994736"/>
                  <a:pt x="3715824" y="979069"/>
                </a:cubicBezTo>
                <a:cubicBezTo>
                  <a:pt x="3359666" y="963402"/>
                  <a:pt x="3269812" y="1007934"/>
                  <a:pt x="3116053" y="979069"/>
                </a:cubicBezTo>
                <a:cubicBezTo>
                  <a:pt x="2962294" y="950204"/>
                  <a:pt x="2501003" y="963448"/>
                  <a:pt x="2337039" y="979069"/>
                </a:cubicBezTo>
                <a:cubicBezTo>
                  <a:pt x="2173075" y="994690"/>
                  <a:pt x="2078012" y="1003074"/>
                  <a:pt x="1826889" y="979069"/>
                </a:cubicBezTo>
                <a:cubicBezTo>
                  <a:pt x="1575766" y="955065"/>
                  <a:pt x="1566259" y="989582"/>
                  <a:pt x="1316739" y="979069"/>
                </a:cubicBezTo>
                <a:cubicBezTo>
                  <a:pt x="1067219" y="968557"/>
                  <a:pt x="586745" y="1007901"/>
                  <a:pt x="0" y="979069"/>
                </a:cubicBezTo>
                <a:cubicBezTo>
                  <a:pt x="-8069" y="818750"/>
                  <a:pt x="7754" y="692976"/>
                  <a:pt x="0" y="499325"/>
                </a:cubicBezTo>
                <a:cubicBezTo>
                  <a:pt x="-7754" y="305674"/>
                  <a:pt x="-21427" y="193575"/>
                  <a:pt x="0" y="0"/>
                </a:cubicBezTo>
                <a:close/>
              </a:path>
              <a:path w="8962098" h="979069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82126" y="228363"/>
                  <a:pt x="8959223" y="379730"/>
                  <a:pt x="8962098" y="509116"/>
                </a:cubicBezTo>
                <a:cubicBezTo>
                  <a:pt x="8964973" y="638502"/>
                  <a:pt x="8947993" y="784413"/>
                  <a:pt x="8962098" y="979069"/>
                </a:cubicBezTo>
                <a:cubicBezTo>
                  <a:pt x="8742154" y="954415"/>
                  <a:pt x="8448095" y="957473"/>
                  <a:pt x="8272706" y="979069"/>
                </a:cubicBezTo>
                <a:cubicBezTo>
                  <a:pt x="8097317" y="1000665"/>
                  <a:pt x="7820885" y="983530"/>
                  <a:pt x="7583314" y="979069"/>
                </a:cubicBezTo>
                <a:cubicBezTo>
                  <a:pt x="7345743" y="974608"/>
                  <a:pt x="7187503" y="964172"/>
                  <a:pt x="6893922" y="979069"/>
                </a:cubicBezTo>
                <a:cubicBezTo>
                  <a:pt x="6600341" y="993966"/>
                  <a:pt x="6348884" y="938914"/>
                  <a:pt x="6025287" y="979069"/>
                </a:cubicBezTo>
                <a:cubicBezTo>
                  <a:pt x="5701690" y="1019224"/>
                  <a:pt x="5641903" y="1012898"/>
                  <a:pt x="5335895" y="979069"/>
                </a:cubicBezTo>
                <a:cubicBezTo>
                  <a:pt x="5029887" y="945240"/>
                  <a:pt x="4881389" y="990534"/>
                  <a:pt x="4556882" y="979069"/>
                </a:cubicBezTo>
                <a:cubicBezTo>
                  <a:pt x="4232375" y="967604"/>
                  <a:pt x="4151239" y="974728"/>
                  <a:pt x="3777869" y="979069"/>
                </a:cubicBezTo>
                <a:cubicBezTo>
                  <a:pt x="3404499" y="983410"/>
                  <a:pt x="3407727" y="956003"/>
                  <a:pt x="3178098" y="979069"/>
                </a:cubicBezTo>
                <a:cubicBezTo>
                  <a:pt x="2948469" y="1002135"/>
                  <a:pt x="2828812" y="964140"/>
                  <a:pt x="2667948" y="979069"/>
                </a:cubicBezTo>
                <a:cubicBezTo>
                  <a:pt x="2507084" y="993999"/>
                  <a:pt x="2194447" y="943595"/>
                  <a:pt x="1799314" y="979069"/>
                </a:cubicBezTo>
                <a:cubicBezTo>
                  <a:pt x="1404181" y="1014543"/>
                  <a:pt x="1251049" y="967050"/>
                  <a:pt x="1109921" y="979069"/>
                </a:cubicBezTo>
                <a:cubicBezTo>
                  <a:pt x="968793" y="991088"/>
                  <a:pt x="382880" y="967673"/>
                  <a:pt x="0" y="979069"/>
                </a:cubicBezTo>
                <a:cubicBezTo>
                  <a:pt x="-22693" y="775680"/>
                  <a:pt x="-20367" y="673829"/>
                  <a:pt x="0" y="479744"/>
                </a:cubicBezTo>
                <a:cubicBezTo>
                  <a:pt x="20367" y="285660"/>
                  <a:pt x="-3937" y="108151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180000" rIns="288000" bIns="180000">
            <a:spAutoFit/>
          </a:bodyPr>
          <a:lstStyle/>
          <a:p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class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foo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: </a:t>
            </a:r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virtual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b="1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Ireferenceable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…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};</a:t>
            </a:r>
            <a:endParaRPr lang="en-US" altLang="ko-KR" sz="10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855892" y="-12879"/>
            <a:ext cx="452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object_ptr&lt;T&gt; &amp;</a:t>
            </a:r>
            <a:r>
              <a:rPr lang="ko-KR" altLang="en-US" b="1" dirty="0"/>
              <a:t> </a:t>
            </a:r>
            <a:r>
              <a:rPr lang="en-US" altLang="ko-KR" b="1" dirty="0"/>
              <a:t>Ireferenceable : what?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6B627-B0A0-40AA-B3F1-143A5BBBD840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9D42E0-7B2D-4648-B67E-2BFBE5814C23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5628674-48E9-4B25-9D27-D48B5E126963}"/>
              </a:ext>
            </a:extLst>
          </p:cNvPr>
          <p:cNvSpPr txBox="1"/>
          <p:nvPr/>
        </p:nvSpPr>
        <p:spPr>
          <a:xfrm>
            <a:off x="1416050" y="598461"/>
            <a:ext cx="10356850" cy="688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CGDK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에서는 </a:t>
            </a: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CGDK::</a:t>
            </a:r>
            <a:r>
              <a:rPr lang="en-US" altLang="ko-KR" sz="14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object_ptr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&lt;T&gt;, </a:t>
            </a: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CGDK::</a:t>
            </a:r>
            <a:r>
              <a:rPr lang="en-US" altLang="ko-KR" sz="14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own_ptr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&lt;T&gt;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의 독자적인 스마트포인터 체계를 제공한다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CGDK::</a:t>
            </a:r>
            <a:r>
              <a:rPr lang="en-US" altLang="ko-KR" sz="14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object_ptr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&lt;T&gt;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는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std::</a:t>
            </a: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shared_ptr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&lt;T&gt;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과 거의 흡사하다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11F8EA1-832A-4CFD-B951-570F03DB2540}"/>
              </a:ext>
            </a:extLst>
          </p:cNvPr>
          <p:cNvSpPr/>
          <p:nvPr/>
        </p:nvSpPr>
        <p:spPr>
          <a:xfrm>
            <a:off x="1692206" y="1375842"/>
            <a:ext cx="8962098" cy="671292"/>
          </a:xfrm>
          <a:custGeom>
            <a:avLst/>
            <a:gdLst>
              <a:gd name="connsiteX0" fmla="*/ 0 w 8962098"/>
              <a:gd name="connsiteY0" fmla="*/ 0 h 671292"/>
              <a:gd name="connsiteX1" fmla="*/ 599771 w 8962098"/>
              <a:gd name="connsiteY1" fmla="*/ 0 h 671292"/>
              <a:gd name="connsiteX2" fmla="*/ 1289163 w 8962098"/>
              <a:gd name="connsiteY2" fmla="*/ 0 h 671292"/>
              <a:gd name="connsiteX3" fmla="*/ 2068176 w 8962098"/>
              <a:gd name="connsiteY3" fmla="*/ 0 h 671292"/>
              <a:gd name="connsiteX4" fmla="*/ 2667948 w 8962098"/>
              <a:gd name="connsiteY4" fmla="*/ 0 h 671292"/>
              <a:gd name="connsiteX5" fmla="*/ 3357340 w 8962098"/>
              <a:gd name="connsiteY5" fmla="*/ 0 h 671292"/>
              <a:gd name="connsiteX6" fmla="*/ 4225974 w 8962098"/>
              <a:gd name="connsiteY6" fmla="*/ 0 h 671292"/>
              <a:gd name="connsiteX7" fmla="*/ 4736124 w 8962098"/>
              <a:gd name="connsiteY7" fmla="*/ 0 h 671292"/>
              <a:gd name="connsiteX8" fmla="*/ 5515137 w 8962098"/>
              <a:gd name="connsiteY8" fmla="*/ 0 h 671292"/>
              <a:gd name="connsiteX9" fmla="*/ 6025287 w 8962098"/>
              <a:gd name="connsiteY9" fmla="*/ 0 h 671292"/>
              <a:gd name="connsiteX10" fmla="*/ 6714680 w 8962098"/>
              <a:gd name="connsiteY10" fmla="*/ 0 h 671292"/>
              <a:gd name="connsiteX11" fmla="*/ 7493693 w 8962098"/>
              <a:gd name="connsiteY11" fmla="*/ 0 h 671292"/>
              <a:gd name="connsiteX12" fmla="*/ 7914222 w 8962098"/>
              <a:gd name="connsiteY12" fmla="*/ 0 h 671292"/>
              <a:gd name="connsiteX13" fmla="*/ 8334751 w 8962098"/>
              <a:gd name="connsiteY13" fmla="*/ 0 h 671292"/>
              <a:gd name="connsiteX14" fmla="*/ 8962098 w 8962098"/>
              <a:gd name="connsiteY14" fmla="*/ 0 h 671292"/>
              <a:gd name="connsiteX15" fmla="*/ 8962098 w 8962098"/>
              <a:gd name="connsiteY15" fmla="*/ 671292 h 671292"/>
              <a:gd name="connsiteX16" fmla="*/ 8183085 w 8962098"/>
              <a:gd name="connsiteY16" fmla="*/ 671292 h 671292"/>
              <a:gd name="connsiteX17" fmla="*/ 7493693 w 8962098"/>
              <a:gd name="connsiteY17" fmla="*/ 671292 h 671292"/>
              <a:gd name="connsiteX18" fmla="*/ 6893922 w 8962098"/>
              <a:gd name="connsiteY18" fmla="*/ 671292 h 671292"/>
              <a:gd name="connsiteX19" fmla="*/ 6114908 w 8962098"/>
              <a:gd name="connsiteY19" fmla="*/ 671292 h 671292"/>
              <a:gd name="connsiteX20" fmla="*/ 5425516 w 8962098"/>
              <a:gd name="connsiteY20" fmla="*/ 671292 h 671292"/>
              <a:gd name="connsiteX21" fmla="*/ 4556882 w 8962098"/>
              <a:gd name="connsiteY21" fmla="*/ 671292 h 671292"/>
              <a:gd name="connsiteX22" fmla="*/ 3688248 w 8962098"/>
              <a:gd name="connsiteY22" fmla="*/ 671292 h 671292"/>
              <a:gd name="connsiteX23" fmla="*/ 2909235 w 8962098"/>
              <a:gd name="connsiteY23" fmla="*/ 671292 h 671292"/>
              <a:gd name="connsiteX24" fmla="*/ 2130222 w 8962098"/>
              <a:gd name="connsiteY24" fmla="*/ 671292 h 671292"/>
              <a:gd name="connsiteX25" fmla="*/ 1351209 w 8962098"/>
              <a:gd name="connsiteY25" fmla="*/ 671292 h 671292"/>
              <a:gd name="connsiteX26" fmla="*/ 841058 w 8962098"/>
              <a:gd name="connsiteY26" fmla="*/ 671292 h 671292"/>
              <a:gd name="connsiteX27" fmla="*/ 0 w 8962098"/>
              <a:gd name="connsiteY27" fmla="*/ 671292 h 671292"/>
              <a:gd name="connsiteX28" fmla="*/ 0 w 8962098"/>
              <a:gd name="connsiteY28" fmla="*/ 0 h 671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8962098" h="671292" fill="none" extrusionOk="0">
                <a:moveTo>
                  <a:pt x="0" y="0"/>
                </a:moveTo>
                <a:cubicBezTo>
                  <a:pt x="123617" y="8456"/>
                  <a:pt x="465088" y="-23608"/>
                  <a:pt x="599771" y="0"/>
                </a:cubicBezTo>
                <a:cubicBezTo>
                  <a:pt x="734454" y="23608"/>
                  <a:pt x="1100778" y="-12442"/>
                  <a:pt x="1289163" y="0"/>
                </a:cubicBezTo>
                <a:cubicBezTo>
                  <a:pt x="1477548" y="12442"/>
                  <a:pt x="1808763" y="-22575"/>
                  <a:pt x="2068176" y="0"/>
                </a:cubicBezTo>
                <a:cubicBezTo>
                  <a:pt x="2327589" y="22575"/>
                  <a:pt x="2409801" y="11668"/>
                  <a:pt x="2667948" y="0"/>
                </a:cubicBezTo>
                <a:cubicBezTo>
                  <a:pt x="2926095" y="-11668"/>
                  <a:pt x="3115766" y="-25917"/>
                  <a:pt x="3357340" y="0"/>
                </a:cubicBezTo>
                <a:cubicBezTo>
                  <a:pt x="3598914" y="25917"/>
                  <a:pt x="3834126" y="37349"/>
                  <a:pt x="4225974" y="0"/>
                </a:cubicBezTo>
                <a:cubicBezTo>
                  <a:pt x="4617822" y="-37349"/>
                  <a:pt x="4507048" y="15624"/>
                  <a:pt x="4736124" y="0"/>
                </a:cubicBezTo>
                <a:cubicBezTo>
                  <a:pt x="4965200" y="-15624"/>
                  <a:pt x="5345882" y="-5494"/>
                  <a:pt x="5515137" y="0"/>
                </a:cubicBezTo>
                <a:cubicBezTo>
                  <a:pt x="5684392" y="5494"/>
                  <a:pt x="5832128" y="5127"/>
                  <a:pt x="6025287" y="0"/>
                </a:cubicBezTo>
                <a:cubicBezTo>
                  <a:pt x="6218446" y="-5127"/>
                  <a:pt x="6513002" y="2881"/>
                  <a:pt x="6714680" y="0"/>
                </a:cubicBezTo>
                <a:cubicBezTo>
                  <a:pt x="6916358" y="-2881"/>
                  <a:pt x="7200545" y="21489"/>
                  <a:pt x="7493693" y="0"/>
                </a:cubicBezTo>
                <a:cubicBezTo>
                  <a:pt x="7786841" y="-21489"/>
                  <a:pt x="7789926" y="5918"/>
                  <a:pt x="7914222" y="0"/>
                </a:cubicBezTo>
                <a:cubicBezTo>
                  <a:pt x="8038518" y="-5918"/>
                  <a:pt x="8173919" y="6095"/>
                  <a:pt x="8334751" y="0"/>
                </a:cubicBezTo>
                <a:cubicBezTo>
                  <a:pt x="8495583" y="-6095"/>
                  <a:pt x="8772265" y="11306"/>
                  <a:pt x="8962098" y="0"/>
                </a:cubicBezTo>
                <a:cubicBezTo>
                  <a:pt x="8967896" y="318488"/>
                  <a:pt x="8969778" y="527291"/>
                  <a:pt x="8962098" y="671292"/>
                </a:cubicBezTo>
                <a:cubicBezTo>
                  <a:pt x="8738843" y="633150"/>
                  <a:pt x="8374191" y="682803"/>
                  <a:pt x="8183085" y="671292"/>
                </a:cubicBezTo>
                <a:cubicBezTo>
                  <a:pt x="7991979" y="659781"/>
                  <a:pt x="7673986" y="689699"/>
                  <a:pt x="7493693" y="671292"/>
                </a:cubicBezTo>
                <a:cubicBezTo>
                  <a:pt x="7313400" y="652885"/>
                  <a:pt x="7056239" y="684362"/>
                  <a:pt x="6893922" y="671292"/>
                </a:cubicBezTo>
                <a:cubicBezTo>
                  <a:pt x="6731605" y="658222"/>
                  <a:pt x="6349408" y="671322"/>
                  <a:pt x="6114908" y="671292"/>
                </a:cubicBezTo>
                <a:cubicBezTo>
                  <a:pt x="5880408" y="671262"/>
                  <a:pt x="5709718" y="705294"/>
                  <a:pt x="5425516" y="671292"/>
                </a:cubicBezTo>
                <a:cubicBezTo>
                  <a:pt x="5141314" y="637290"/>
                  <a:pt x="4894800" y="686950"/>
                  <a:pt x="4556882" y="671292"/>
                </a:cubicBezTo>
                <a:cubicBezTo>
                  <a:pt x="4218964" y="655634"/>
                  <a:pt x="4096872" y="675703"/>
                  <a:pt x="3688248" y="671292"/>
                </a:cubicBezTo>
                <a:cubicBezTo>
                  <a:pt x="3279624" y="666881"/>
                  <a:pt x="3090442" y="679135"/>
                  <a:pt x="2909235" y="671292"/>
                </a:cubicBezTo>
                <a:cubicBezTo>
                  <a:pt x="2728028" y="663449"/>
                  <a:pt x="2507917" y="654107"/>
                  <a:pt x="2130222" y="671292"/>
                </a:cubicBezTo>
                <a:cubicBezTo>
                  <a:pt x="1752527" y="688477"/>
                  <a:pt x="1736449" y="693350"/>
                  <a:pt x="1351209" y="671292"/>
                </a:cubicBezTo>
                <a:cubicBezTo>
                  <a:pt x="965969" y="649234"/>
                  <a:pt x="981615" y="693512"/>
                  <a:pt x="841058" y="671292"/>
                </a:cubicBezTo>
                <a:cubicBezTo>
                  <a:pt x="700501" y="649072"/>
                  <a:pt x="347372" y="711527"/>
                  <a:pt x="0" y="671292"/>
                </a:cubicBezTo>
                <a:cubicBezTo>
                  <a:pt x="-7890" y="461358"/>
                  <a:pt x="-32371" y="235890"/>
                  <a:pt x="0" y="0"/>
                </a:cubicBezTo>
                <a:close/>
              </a:path>
              <a:path w="8962098" h="671292" stroke="0" extrusionOk="0">
                <a:moveTo>
                  <a:pt x="0" y="0"/>
                </a:moveTo>
                <a:cubicBezTo>
                  <a:pt x="218031" y="-16156"/>
                  <a:pt x="334791" y="21744"/>
                  <a:pt x="599771" y="0"/>
                </a:cubicBezTo>
                <a:cubicBezTo>
                  <a:pt x="864751" y="-21744"/>
                  <a:pt x="875830" y="20421"/>
                  <a:pt x="1020300" y="0"/>
                </a:cubicBezTo>
                <a:cubicBezTo>
                  <a:pt x="1164770" y="-20421"/>
                  <a:pt x="1455547" y="30819"/>
                  <a:pt x="1888935" y="0"/>
                </a:cubicBezTo>
                <a:cubicBezTo>
                  <a:pt x="2322324" y="-30819"/>
                  <a:pt x="2192000" y="-16099"/>
                  <a:pt x="2488706" y="0"/>
                </a:cubicBezTo>
                <a:cubicBezTo>
                  <a:pt x="2785412" y="16099"/>
                  <a:pt x="2870377" y="-21113"/>
                  <a:pt x="3088477" y="0"/>
                </a:cubicBezTo>
                <a:cubicBezTo>
                  <a:pt x="3306577" y="21113"/>
                  <a:pt x="3551686" y="41452"/>
                  <a:pt x="3957111" y="0"/>
                </a:cubicBezTo>
                <a:cubicBezTo>
                  <a:pt x="4362536" y="-41452"/>
                  <a:pt x="4224883" y="-19436"/>
                  <a:pt x="4467261" y="0"/>
                </a:cubicBezTo>
                <a:cubicBezTo>
                  <a:pt x="4709639" y="19436"/>
                  <a:pt x="5087256" y="-29599"/>
                  <a:pt x="5335895" y="0"/>
                </a:cubicBezTo>
                <a:cubicBezTo>
                  <a:pt x="5584534" y="29599"/>
                  <a:pt x="5851379" y="-16524"/>
                  <a:pt x="6204529" y="0"/>
                </a:cubicBezTo>
                <a:cubicBezTo>
                  <a:pt x="6557679" y="16524"/>
                  <a:pt x="6572458" y="-33168"/>
                  <a:pt x="6893922" y="0"/>
                </a:cubicBezTo>
                <a:cubicBezTo>
                  <a:pt x="7215386" y="33168"/>
                  <a:pt x="7569766" y="10694"/>
                  <a:pt x="7762556" y="0"/>
                </a:cubicBezTo>
                <a:cubicBezTo>
                  <a:pt x="7955346" y="-10694"/>
                  <a:pt x="8195647" y="-13820"/>
                  <a:pt x="8362327" y="0"/>
                </a:cubicBezTo>
                <a:cubicBezTo>
                  <a:pt x="8529007" y="13820"/>
                  <a:pt x="8745247" y="10314"/>
                  <a:pt x="8962098" y="0"/>
                </a:cubicBezTo>
                <a:cubicBezTo>
                  <a:pt x="8972730" y="162657"/>
                  <a:pt x="8974427" y="382380"/>
                  <a:pt x="8962098" y="671292"/>
                </a:cubicBezTo>
                <a:cubicBezTo>
                  <a:pt x="8752634" y="637461"/>
                  <a:pt x="8575801" y="660611"/>
                  <a:pt x="8272706" y="671292"/>
                </a:cubicBezTo>
                <a:cubicBezTo>
                  <a:pt x="7969611" y="681973"/>
                  <a:pt x="7876250" y="646819"/>
                  <a:pt x="7583314" y="671292"/>
                </a:cubicBezTo>
                <a:cubicBezTo>
                  <a:pt x="7290378" y="695765"/>
                  <a:pt x="6993650" y="669047"/>
                  <a:pt x="6714680" y="671292"/>
                </a:cubicBezTo>
                <a:cubicBezTo>
                  <a:pt x="6435710" y="673537"/>
                  <a:pt x="6182711" y="644007"/>
                  <a:pt x="6025287" y="671292"/>
                </a:cubicBezTo>
                <a:cubicBezTo>
                  <a:pt x="5867863" y="698577"/>
                  <a:pt x="5721089" y="652232"/>
                  <a:pt x="5604758" y="671292"/>
                </a:cubicBezTo>
                <a:cubicBezTo>
                  <a:pt x="5488427" y="690352"/>
                  <a:pt x="5267306" y="673972"/>
                  <a:pt x="5094608" y="671292"/>
                </a:cubicBezTo>
                <a:cubicBezTo>
                  <a:pt x="4921910" y="668613"/>
                  <a:pt x="4498960" y="663302"/>
                  <a:pt x="4225974" y="671292"/>
                </a:cubicBezTo>
                <a:cubicBezTo>
                  <a:pt x="3952988" y="679282"/>
                  <a:pt x="3868791" y="658904"/>
                  <a:pt x="3536582" y="671292"/>
                </a:cubicBezTo>
                <a:cubicBezTo>
                  <a:pt x="3204373" y="683680"/>
                  <a:pt x="3202692" y="669377"/>
                  <a:pt x="3026432" y="671292"/>
                </a:cubicBezTo>
                <a:cubicBezTo>
                  <a:pt x="2850172" y="673208"/>
                  <a:pt x="2575931" y="692522"/>
                  <a:pt x="2337039" y="671292"/>
                </a:cubicBezTo>
                <a:cubicBezTo>
                  <a:pt x="2098147" y="650062"/>
                  <a:pt x="2085025" y="676289"/>
                  <a:pt x="1916510" y="671292"/>
                </a:cubicBezTo>
                <a:cubicBezTo>
                  <a:pt x="1747995" y="666295"/>
                  <a:pt x="1675783" y="675480"/>
                  <a:pt x="1495981" y="671292"/>
                </a:cubicBezTo>
                <a:cubicBezTo>
                  <a:pt x="1316179" y="667104"/>
                  <a:pt x="1005063" y="678850"/>
                  <a:pt x="806589" y="671292"/>
                </a:cubicBezTo>
                <a:cubicBezTo>
                  <a:pt x="608115" y="663734"/>
                  <a:pt x="397851" y="682001"/>
                  <a:pt x="0" y="671292"/>
                </a:cubicBezTo>
                <a:cubicBezTo>
                  <a:pt x="25141" y="494677"/>
                  <a:pt x="30883" y="289403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180000" rIns="288000" bIns="180000">
            <a:spAutoFit/>
          </a:bodyPr>
          <a:lstStyle/>
          <a:p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CGDK10</a:t>
            </a:r>
          </a:p>
          <a:p>
            <a:r>
              <a:rPr lang="en-US" altLang="ko-KR" sz="1000" b="1">
                <a:solidFill>
                  <a:srgbClr val="0000CC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object_ptr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&lt;f</a:t>
            </a:r>
            <a:r>
              <a:rPr lang="en-US" altLang="ko-KR" sz="100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oo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 pobject = </a:t>
            </a:r>
            <a:r>
              <a:rPr lang="en-US" altLang="ko-KR" sz="1000" b="1">
                <a:solidFill>
                  <a:srgbClr val="0000CC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make_object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&lt;f</a:t>
            </a:r>
            <a:r>
              <a:rPr lang="en-US" altLang="ko-KR" sz="100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oo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&gt;();</a:t>
            </a:r>
            <a:endParaRPr lang="en-US" altLang="ko-KR" sz="10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DFBB3F48-96DE-457F-89A8-7A01F8F761FE}"/>
              </a:ext>
            </a:extLst>
          </p:cNvPr>
          <p:cNvCxnSpPr>
            <a:cxnSpLocks/>
            <a:stCxn id="23" idx="1"/>
          </p:cNvCxnSpPr>
          <p:nvPr/>
        </p:nvCxnSpPr>
        <p:spPr>
          <a:xfrm flipH="1">
            <a:off x="4801587" y="1793772"/>
            <a:ext cx="389212" cy="0"/>
          </a:xfrm>
          <a:prstGeom prst="straightConnector1">
            <a:avLst/>
          </a:prstGeom>
          <a:ln>
            <a:solidFill>
              <a:srgbClr val="0000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509B53B-8B31-42E1-A943-EDA54ADF882A}"/>
              </a:ext>
            </a:extLst>
          </p:cNvPr>
          <p:cNvSpPr/>
          <p:nvPr/>
        </p:nvSpPr>
        <p:spPr>
          <a:xfrm>
            <a:off x="5190799" y="1655272"/>
            <a:ext cx="379462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object_ptr&lt;foo&gt;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는 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make_object&lt;foo&gt;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로 생성한다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 dirty="0">
              <a:solidFill>
                <a:srgbClr val="0000FF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99C316-3927-4870-9E80-124568E2A4EA}"/>
              </a:ext>
            </a:extLst>
          </p:cNvPr>
          <p:cNvSpPr txBox="1"/>
          <p:nvPr/>
        </p:nvSpPr>
        <p:spPr>
          <a:xfrm>
            <a:off x="1416050" y="2346820"/>
            <a:ext cx="94745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object</a:t>
            </a:r>
            <a:r>
              <a:rPr lang="en-US" altLang="ko-KR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_ptr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&lt;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T&gt;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혹은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own_ptr&lt;T&gt;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의 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대상 클래스 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T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는 </a:t>
            </a:r>
            <a:r>
              <a:rPr lang="en-US" altLang="ko-KR" sz="1200" b="1" dirty="0">
                <a:latin typeface="HY신명조" panose="02030600000101010101" pitchFamily="18" charset="-127"/>
                <a:ea typeface="HY신명조" panose="02030600000101010101" pitchFamily="18" charset="-127"/>
              </a:rPr>
              <a:t>Ireferenceable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를 </a:t>
            </a:r>
            <a:r>
              <a:rPr lang="en-US" altLang="ko-KR" sz="1200" b="1" dirty="0">
                <a:latin typeface="HY신명조" panose="02030600000101010101" pitchFamily="18" charset="-127"/>
                <a:ea typeface="HY신명조" panose="02030600000101010101" pitchFamily="18" charset="-127"/>
              </a:rPr>
              <a:t>virtual public</a:t>
            </a:r>
            <a:r>
              <a:rPr lang="ko-KR" altLang="en-US" sz="1200" b="1" dirty="0">
                <a:latin typeface="HY신명조" panose="02030600000101010101" pitchFamily="18" charset="-127"/>
                <a:ea typeface="HY신명조" panose="02030600000101010101" pitchFamily="18" charset="-127"/>
              </a:rPr>
              <a:t> 상속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을 받아야만 한다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171057F2-83E6-43A3-82D8-DFFE80A129C1}"/>
              </a:ext>
            </a:extLst>
          </p:cNvPr>
          <p:cNvCxnSpPr>
            <a:cxnSpLocks/>
            <a:stCxn id="20" idx="1"/>
          </p:cNvCxnSpPr>
          <p:nvPr/>
        </p:nvCxnSpPr>
        <p:spPr>
          <a:xfrm flipH="1">
            <a:off x="4640362" y="3013975"/>
            <a:ext cx="238136" cy="13372"/>
          </a:xfrm>
          <a:prstGeom prst="straightConnector1">
            <a:avLst/>
          </a:prstGeom>
          <a:ln>
            <a:solidFill>
              <a:srgbClr val="0000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42EF8BA-F8AA-47D6-90D2-D3781CD83AD4}"/>
              </a:ext>
            </a:extLst>
          </p:cNvPr>
          <p:cNvSpPr/>
          <p:nvPr/>
        </p:nvSpPr>
        <p:spPr>
          <a:xfrm>
            <a:off x="4878498" y="2875475"/>
            <a:ext cx="356379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이렇게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~.</a:t>
            </a:r>
            <a:endParaRPr lang="ko-KR" altLang="en-US" sz="1200" dirty="0">
              <a:solidFill>
                <a:srgbClr val="0000FF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6418F081-2E63-4BCB-B8E6-C9D181C0F109}"/>
              </a:ext>
            </a:extLst>
          </p:cNvPr>
          <p:cNvCxnSpPr>
            <a:cxnSpLocks/>
            <a:stCxn id="24" idx="1"/>
          </p:cNvCxnSpPr>
          <p:nvPr/>
        </p:nvCxnSpPr>
        <p:spPr>
          <a:xfrm flipH="1" flipV="1">
            <a:off x="3127761" y="3187581"/>
            <a:ext cx="302129" cy="196161"/>
          </a:xfrm>
          <a:prstGeom prst="straightConnector1">
            <a:avLst/>
          </a:prstGeom>
          <a:ln>
            <a:solidFill>
              <a:srgbClr val="0000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A1CCD1A-71C7-41FD-968E-567658C950BD}"/>
              </a:ext>
            </a:extLst>
          </p:cNvPr>
          <p:cNvSpPr/>
          <p:nvPr/>
        </p:nvSpPr>
        <p:spPr>
          <a:xfrm>
            <a:off x="3429890" y="3245242"/>
            <a:ext cx="356379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반드시 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virtual public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으로 상속받는다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 dirty="0">
              <a:solidFill>
                <a:srgbClr val="0000FF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92807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5D1A0A4-3BBF-473D-B6F6-765C2E02345A}"/>
              </a:ext>
            </a:extLst>
          </p:cNvPr>
          <p:cNvSpPr txBox="1"/>
          <p:nvPr/>
        </p:nvSpPr>
        <p:spPr>
          <a:xfrm>
            <a:off x="1855892" y="-11382"/>
            <a:ext cx="4114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own_ptr&lt;T&gt; &amp;</a:t>
            </a:r>
            <a:r>
              <a:rPr lang="ko-KR" altLang="en-US" b="1" dirty="0"/>
              <a:t> </a:t>
            </a:r>
            <a:r>
              <a:rPr lang="en-US" altLang="ko-KR" b="1" dirty="0" err="1"/>
              <a:t>Idestroyable</a:t>
            </a:r>
            <a:r>
              <a:rPr lang="en-US" altLang="ko-KR" b="1" dirty="0"/>
              <a:t> : what?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A2105E-14D1-4432-8536-C8D29B2DD845}"/>
              </a:ext>
            </a:extLst>
          </p:cNvPr>
          <p:cNvSpPr txBox="1"/>
          <p:nvPr/>
        </p:nvSpPr>
        <p:spPr>
          <a:xfrm>
            <a:off x="1418504" y="620713"/>
            <a:ext cx="9864321" cy="1434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own_ptr&lt;T&gt;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은 기본적으로는 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object_ptr&lt;T&gt;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과 동일한 스마트 포인터 기능을 지만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다른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own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_ptr&lt;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T&gt;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에서 동 객체 포인터가 존재하지 않도록 보장해준다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own_ptr&lt;T&gt;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에서 객체가 제거되면 객체의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destroy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()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함수를 호출해준다는 것이 다르다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own_ptr&lt;T&gt;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는 자동 객체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destroy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처리로 순환참조 문제를 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해결하기 사용한다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기본적인 동작은 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object_ptr&lt;T&gt;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와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같으며 생성은  </a:t>
            </a:r>
            <a:r>
              <a:rPr lang="en-US" altLang="ko-KR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make_own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&lt;T&gt;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로 한다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86ADFB-B5C7-4BD5-BE49-926036824C84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B93640-ABDC-4F42-9C1A-02ED41CAF266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3F1DCE0-1223-45B7-AD92-F4A3310894AE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CBFEF45A-699B-489A-83C9-3291A70EE315}"/>
              </a:ext>
            </a:extLst>
          </p:cNvPr>
          <p:cNvCxnSpPr>
            <a:cxnSpLocks/>
            <a:stCxn id="21" idx="1"/>
          </p:cNvCxnSpPr>
          <p:nvPr/>
        </p:nvCxnSpPr>
        <p:spPr>
          <a:xfrm flipH="1">
            <a:off x="4420483" y="6985845"/>
            <a:ext cx="415769" cy="0"/>
          </a:xfrm>
          <a:prstGeom prst="straightConnector1">
            <a:avLst/>
          </a:prstGeom>
          <a:ln>
            <a:solidFill>
              <a:srgbClr val="0000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D668F1D-3D28-4CB9-9B31-B813834D1802}"/>
              </a:ext>
            </a:extLst>
          </p:cNvPr>
          <p:cNvSpPr/>
          <p:nvPr/>
        </p:nvSpPr>
        <p:spPr>
          <a:xfrm>
            <a:off x="4836252" y="6847345"/>
            <a:ext cx="32560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own_ptr&lt;T&gt;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은 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make_own&lt;T&gt;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로 생성한다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 dirty="0">
              <a:solidFill>
                <a:srgbClr val="0000FF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50927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A877A592-AF92-4310-BD93-CB7AB1F9E38E}"/>
              </a:ext>
            </a:extLst>
          </p:cNvPr>
          <p:cNvSpPr/>
          <p:nvPr/>
        </p:nvSpPr>
        <p:spPr>
          <a:xfrm>
            <a:off x="1822873" y="990112"/>
            <a:ext cx="8962098" cy="671292"/>
          </a:xfrm>
          <a:custGeom>
            <a:avLst/>
            <a:gdLst>
              <a:gd name="connsiteX0" fmla="*/ 0 w 8962098"/>
              <a:gd name="connsiteY0" fmla="*/ 0 h 671292"/>
              <a:gd name="connsiteX1" fmla="*/ 599771 w 8962098"/>
              <a:gd name="connsiteY1" fmla="*/ 0 h 671292"/>
              <a:gd name="connsiteX2" fmla="*/ 1289163 w 8962098"/>
              <a:gd name="connsiteY2" fmla="*/ 0 h 671292"/>
              <a:gd name="connsiteX3" fmla="*/ 2068176 w 8962098"/>
              <a:gd name="connsiteY3" fmla="*/ 0 h 671292"/>
              <a:gd name="connsiteX4" fmla="*/ 2667948 w 8962098"/>
              <a:gd name="connsiteY4" fmla="*/ 0 h 671292"/>
              <a:gd name="connsiteX5" fmla="*/ 3357340 w 8962098"/>
              <a:gd name="connsiteY5" fmla="*/ 0 h 671292"/>
              <a:gd name="connsiteX6" fmla="*/ 4225974 w 8962098"/>
              <a:gd name="connsiteY6" fmla="*/ 0 h 671292"/>
              <a:gd name="connsiteX7" fmla="*/ 4736124 w 8962098"/>
              <a:gd name="connsiteY7" fmla="*/ 0 h 671292"/>
              <a:gd name="connsiteX8" fmla="*/ 5515137 w 8962098"/>
              <a:gd name="connsiteY8" fmla="*/ 0 h 671292"/>
              <a:gd name="connsiteX9" fmla="*/ 6025287 w 8962098"/>
              <a:gd name="connsiteY9" fmla="*/ 0 h 671292"/>
              <a:gd name="connsiteX10" fmla="*/ 6714680 w 8962098"/>
              <a:gd name="connsiteY10" fmla="*/ 0 h 671292"/>
              <a:gd name="connsiteX11" fmla="*/ 7493693 w 8962098"/>
              <a:gd name="connsiteY11" fmla="*/ 0 h 671292"/>
              <a:gd name="connsiteX12" fmla="*/ 7914222 w 8962098"/>
              <a:gd name="connsiteY12" fmla="*/ 0 h 671292"/>
              <a:gd name="connsiteX13" fmla="*/ 8334751 w 8962098"/>
              <a:gd name="connsiteY13" fmla="*/ 0 h 671292"/>
              <a:gd name="connsiteX14" fmla="*/ 8962098 w 8962098"/>
              <a:gd name="connsiteY14" fmla="*/ 0 h 671292"/>
              <a:gd name="connsiteX15" fmla="*/ 8962098 w 8962098"/>
              <a:gd name="connsiteY15" fmla="*/ 671292 h 671292"/>
              <a:gd name="connsiteX16" fmla="*/ 8183085 w 8962098"/>
              <a:gd name="connsiteY16" fmla="*/ 671292 h 671292"/>
              <a:gd name="connsiteX17" fmla="*/ 7493693 w 8962098"/>
              <a:gd name="connsiteY17" fmla="*/ 671292 h 671292"/>
              <a:gd name="connsiteX18" fmla="*/ 6893922 w 8962098"/>
              <a:gd name="connsiteY18" fmla="*/ 671292 h 671292"/>
              <a:gd name="connsiteX19" fmla="*/ 6114908 w 8962098"/>
              <a:gd name="connsiteY19" fmla="*/ 671292 h 671292"/>
              <a:gd name="connsiteX20" fmla="*/ 5425516 w 8962098"/>
              <a:gd name="connsiteY20" fmla="*/ 671292 h 671292"/>
              <a:gd name="connsiteX21" fmla="*/ 4556882 w 8962098"/>
              <a:gd name="connsiteY21" fmla="*/ 671292 h 671292"/>
              <a:gd name="connsiteX22" fmla="*/ 3688248 w 8962098"/>
              <a:gd name="connsiteY22" fmla="*/ 671292 h 671292"/>
              <a:gd name="connsiteX23" fmla="*/ 2909235 w 8962098"/>
              <a:gd name="connsiteY23" fmla="*/ 671292 h 671292"/>
              <a:gd name="connsiteX24" fmla="*/ 2130222 w 8962098"/>
              <a:gd name="connsiteY24" fmla="*/ 671292 h 671292"/>
              <a:gd name="connsiteX25" fmla="*/ 1351209 w 8962098"/>
              <a:gd name="connsiteY25" fmla="*/ 671292 h 671292"/>
              <a:gd name="connsiteX26" fmla="*/ 841058 w 8962098"/>
              <a:gd name="connsiteY26" fmla="*/ 671292 h 671292"/>
              <a:gd name="connsiteX27" fmla="*/ 0 w 8962098"/>
              <a:gd name="connsiteY27" fmla="*/ 671292 h 671292"/>
              <a:gd name="connsiteX28" fmla="*/ 0 w 8962098"/>
              <a:gd name="connsiteY28" fmla="*/ 0 h 671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8962098" h="671292" fill="none" extrusionOk="0">
                <a:moveTo>
                  <a:pt x="0" y="0"/>
                </a:moveTo>
                <a:cubicBezTo>
                  <a:pt x="123617" y="8456"/>
                  <a:pt x="465088" y="-23608"/>
                  <a:pt x="599771" y="0"/>
                </a:cubicBezTo>
                <a:cubicBezTo>
                  <a:pt x="734454" y="23608"/>
                  <a:pt x="1100778" y="-12442"/>
                  <a:pt x="1289163" y="0"/>
                </a:cubicBezTo>
                <a:cubicBezTo>
                  <a:pt x="1477548" y="12442"/>
                  <a:pt x="1808763" y="-22575"/>
                  <a:pt x="2068176" y="0"/>
                </a:cubicBezTo>
                <a:cubicBezTo>
                  <a:pt x="2327589" y="22575"/>
                  <a:pt x="2409801" y="11668"/>
                  <a:pt x="2667948" y="0"/>
                </a:cubicBezTo>
                <a:cubicBezTo>
                  <a:pt x="2926095" y="-11668"/>
                  <a:pt x="3115766" y="-25917"/>
                  <a:pt x="3357340" y="0"/>
                </a:cubicBezTo>
                <a:cubicBezTo>
                  <a:pt x="3598914" y="25917"/>
                  <a:pt x="3834126" y="37349"/>
                  <a:pt x="4225974" y="0"/>
                </a:cubicBezTo>
                <a:cubicBezTo>
                  <a:pt x="4617822" y="-37349"/>
                  <a:pt x="4507048" y="15624"/>
                  <a:pt x="4736124" y="0"/>
                </a:cubicBezTo>
                <a:cubicBezTo>
                  <a:pt x="4965200" y="-15624"/>
                  <a:pt x="5345882" y="-5494"/>
                  <a:pt x="5515137" y="0"/>
                </a:cubicBezTo>
                <a:cubicBezTo>
                  <a:pt x="5684392" y="5494"/>
                  <a:pt x="5832128" y="5127"/>
                  <a:pt x="6025287" y="0"/>
                </a:cubicBezTo>
                <a:cubicBezTo>
                  <a:pt x="6218446" y="-5127"/>
                  <a:pt x="6513002" y="2881"/>
                  <a:pt x="6714680" y="0"/>
                </a:cubicBezTo>
                <a:cubicBezTo>
                  <a:pt x="6916358" y="-2881"/>
                  <a:pt x="7200545" y="21489"/>
                  <a:pt x="7493693" y="0"/>
                </a:cubicBezTo>
                <a:cubicBezTo>
                  <a:pt x="7786841" y="-21489"/>
                  <a:pt x="7789926" y="5918"/>
                  <a:pt x="7914222" y="0"/>
                </a:cubicBezTo>
                <a:cubicBezTo>
                  <a:pt x="8038518" y="-5918"/>
                  <a:pt x="8173919" y="6095"/>
                  <a:pt x="8334751" y="0"/>
                </a:cubicBezTo>
                <a:cubicBezTo>
                  <a:pt x="8495583" y="-6095"/>
                  <a:pt x="8772265" y="11306"/>
                  <a:pt x="8962098" y="0"/>
                </a:cubicBezTo>
                <a:cubicBezTo>
                  <a:pt x="8967896" y="318488"/>
                  <a:pt x="8969778" y="527291"/>
                  <a:pt x="8962098" y="671292"/>
                </a:cubicBezTo>
                <a:cubicBezTo>
                  <a:pt x="8738843" y="633150"/>
                  <a:pt x="8374191" y="682803"/>
                  <a:pt x="8183085" y="671292"/>
                </a:cubicBezTo>
                <a:cubicBezTo>
                  <a:pt x="7991979" y="659781"/>
                  <a:pt x="7673986" y="689699"/>
                  <a:pt x="7493693" y="671292"/>
                </a:cubicBezTo>
                <a:cubicBezTo>
                  <a:pt x="7313400" y="652885"/>
                  <a:pt x="7056239" y="684362"/>
                  <a:pt x="6893922" y="671292"/>
                </a:cubicBezTo>
                <a:cubicBezTo>
                  <a:pt x="6731605" y="658222"/>
                  <a:pt x="6349408" y="671322"/>
                  <a:pt x="6114908" y="671292"/>
                </a:cubicBezTo>
                <a:cubicBezTo>
                  <a:pt x="5880408" y="671262"/>
                  <a:pt x="5709718" y="705294"/>
                  <a:pt x="5425516" y="671292"/>
                </a:cubicBezTo>
                <a:cubicBezTo>
                  <a:pt x="5141314" y="637290"/>
                  <a:pt x="4894800" y="686950"/>
                  <a:pt x="4556882" y="671292"/>
                </a:cubicBezTo>
                <a:cubicBezTo>
                  <a:pt x="4218964" y="655634"/>
                  <a:pt x="4096872" y="675703"/>
                  <a:pt x="3688248" y="671292"/>
                </a:cubicBezTo>
                <a:cubicBezTo>
                  <a:pt x="3279624" y="666881"/>
                  <a:pt x="3090442" y="679135"/>
                  <a:pt x="2909235" y="671292"/>
                </a:cubicBezTo>
                <a:cubicBezTo>
                  <a:pt x="2728028" y="663449"/>
                  <a:pt x="2507917" y="654107"/>
                  <a:pt x="2130222" y="671292"/>
                </a:cubicBezTo>
                <a:cubicBezTo>
                  <a:pt x="1752527" y="688477"/>
                  <a:pt x="1736449" y="693350"/>
                  <a:pt x="1351209" y="671292"/>
                </a:cubicBezTo>
                <a:cubicBezTo>
                  <a:pt x="965969" y="649234"/>
                  <a:pt x="981615" y="693512"/>
                  <a:pt x="841058" y="671292"/>
                </a:cubicBezTo>
                <a:cubicBezTo>
                  <a:pt x="700501" y="649072"/>
                  <a:pt x="347372" y="711527"/>
                  <a:pt x="0" y="671292"/>
                </a:cubicBezTo>
                <a:cubicBezTo>
                  <a:pt x="-7890" y="461358"/>
                  <a:pt x="-32371" y="235890"/>
                  <a:pt x="0" y="0"/>
                </a:cubicBezTo>
                <a:close/>
              </a:path>
              <a:path w="8962098" h="671292" stroke="0" extrusionOk="0">
                <a:moveTo>
                  <a:pt x="0" y="0"/>
                </a:moveTo>
                <a:cubicBezTo>
                  <a:pt x="218031" y="-16156"/>
                  <a:pt x="334791" y="21744"/>
                  <a:pt x="599771" y="0"/>
                </a:cubicBezTo>
                <a:cubicBezTo>
                  <a:pt x="864751" y="-21744"/>
                  <a:pt x="875830" y="20421"/>
                  <a:pt x="1020300" y="0"/>
                </a:cubicBezTo>
                <a:cubicBezTo>
                  <a:pt x="1164770" y="-20421"/>
                  <a:pt x="1455547" y="30819"/>
                  <a:pt x="1888935" y="0"/>
                </a:cubicBezTo>
                <a:cubicBezTo>
                  <a:pt x="2322324" y="-30819"/>
                  <a:pt x="2192000" y="-16099"/>
                  <a:pt x="2488706" y="0"/>
                </a:cubicBezTo>
                <a:cubicBezTo>
                  <a:pt x="2785412" y="16099"/>
                  <a:pt x="2870377" y="-21113"/>
                  <a:pt x="3088477" y="0"/>
                </a:cubicBezTo>
                <a:cubicBezTo>
                  <a:pt x="3306577" y="21113"/>
                  <a:pt x="3551686" y="41452"/>
                  <a:pt x="3957111" y="0"/>
                </a:cubicBezTo>
                <a:cubicBezTo>
                  <a:pt x="4362536" y="-41452"/>
                  <a:pt x="4224883" y="-19436"/>
                  <a:pt x="4467261" y="0"/>
                </a:cubicBezTo>
                <a:cubicBezTo>
                  <a:pt x="4709639" y="19436"/>
                  <a:pt x="5087256" y="-29599"/>
                  <a:pt x="5335895" y="0"/>
                </a:cubicBezTo>
                <a:cubicBezTo>
                  <a:pt x="5584534" y="29599"/>
                  <a:pt x="5851379" y="-16524"/>
                  <a:pt x="6204529" y="0"/>
                </a:cubicBezTo>
                <a:cubicBezTo>
                  <a:pt x="6557679" y="16524"/>
                  <a:pt x="6572458" y="-33168"/>
                  <a:pt x="6893922" y="0"/>
                </a:cubicBezTo>
                <a:cubicBezTo>
                  <a:pt x="7215386" y="33168"/>
                  <a:pt x="7569766" y="10694"/>
                  <a:pt x="7762556" y="0"/>
                </a:cubicBezTo>
                <a:cubicBezTo>
                  <a:pt x="7955346" y="-10694"/>
                  <a:pt x="8195647" y="-13820"/>
                  <a:pt x="8362327" y="0"/>
                </a:cubicBezTo>
                <a:cubicBezTo>
                  <a:pt x="8529007" y="13820"/>
                  <a:pt x="8745247" y="10314"/>
                  <a:pt x="8962098" y="0"/>
                </a:cubicBezTo>
                <a:cubicBezTo>
                  <a:pt x="8972730" y="162657"/>
                  <a:pt x="8974427" y="382380"/>
                  <a:pt x="8962098" y="671292"/>
                </a:cubicBezTo>
                <a:cubicBezTo>
                  <a:pt x="8752634" y="637461"/>
                  <a:pt x="8575801" y="660611"/>
                  <a:pt x="8272706" y="671292"/>
                </a:cubicBezTo>
                <a:cubicBezTo>
                  <a:pt x="7969611" y="681973"/>
                  <a:pt x="7876250" y="646819"/>
                  <a:pt x="7583314" y="671292"/>
                </a:cubicBezTo>
                <a:cubicBezTo>
                  <a:pt x="7290378" y="695765"/>
                  <a:pt x="6993650" y="669047"/>
                  <a:pt x="6714680" y="671292"/>
                </a:cubicBezTo>
                <a:cubicBezTo>
                  <a:pt x="6435710" y="673537"/>
                  <a:pt x="6182711" y="644007"/>
                  <a:pt x="6025287" y="671292"/>
                </a:cubicBezTo>
                <a:cubicBezTo>
                  <a:pt x="5867863" y="698577"/>
                  <a:pt x="5721089" y="652232"/>
                  <a:pt x="5604758" y="671292"/>
                </a:cubicBezTo>
                <a:cubicBezTo>
                  <a:pt x="5488427" y="690352"/>
                  <a:pt x="5267306" y="673972"/>
                  <a:pt x="5094608" y="671292"/>
                </a:cubicBezTo>
                <a:cubicBezTo>
                  <a:pt x="4921910" y="668613"/>
                  <a:pt x="4498960" y="663302"/>
                  <a:pt x="4225974" y="671292"/>
                </a:cubicBezTo>
                <a:cubicBezTo>
                  <a:pt x="3952988" y="679282"/>
                  <a:pt x="3868791" y="658904"/>
                  <a:pt x="3536582" y="671292"/>
                </a:cubicBezTo>
                <a:cubicBezTo>
                  <a:pt x="3204373" y="683680"/>
                  <a:pt x="3202692" y="669377"/>
                  <a:pt x="3026432" y="671292"/>
                </a:cubicBezTo>
                <a:cubicBezTo>
                  <a:pt x="2850172" y="673208"/>
                  <a:pt x="2575931" y="692522"/>
                  <a:pt x="2337039" y="671292"/>
                </a:cubicBezTo>
                <a:cubicBezTo>
                  <a:pt x="2098147" y="650062"/>
                  <a:pt x="2085025" y="676289"/>
                  <a:pt x="1916510" y="671292"/>
                </a:cubicBezTo>
                <a:cubicBezTo>
                  <a:pt x="1747995" y="666295"/>
                  <a:pt x="1675783" y="675480"/>
                  <a:pt x="1495981" y="671292"/>
                </a:cubicBezTo>
                <a:cubicBezTo>
                  <a:pt x="1316179" y="667104"/>
                  <a:pt x="1005063" y="678850"/>
                  <a:pt x="806589" y="671292"/>
                </a:cubicBezTo>
                <a:cubicBezTo>
                  <a:pt x="608115" y="663734"/>
                  <a:pt x="397851" y="682001"/>
                  <a:pt x="0" y="671292"/>
                </a:cubicBezTo>
                <a:cubicBezTo>
                  <a:pt x="25141" y="494677"/>
                  <a:pt x="30883" y="289403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180000" rIns="288000" bIns="180000">
            <a:spAutoFit/>
          </a:bodyPr>
          <a:lstStyle/>
          <a:p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CGDK10 own_ptr&lt;T&gt;</a:t>
            </a:r>
          </a:p>
          <a:p>
            <a:r>
              <a:rPr lang="en-US" altLang="ko-KR" sz="1000" b="1">
                <a:solidFill>
                  <a:srgbClr val="0000CC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own_ptr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&lt;f</a:t>
            </a:r>
            <a:r>
              <a:rPr lang="en-US" altLang="ko-KR" sz="100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oo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&gt;pobject = </a:t>
            </a:r>
            <a:r>
              <a:rPr lang="en-US" altLang="ko-KR" sz="1000" b="1">
                <a:solidFill>
                  <a:srgbClr val="0000CC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make_own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&lt;f</a:t>
            </a:r>
            <a:r>
              <a:rPr lang="en-US" altLang="ko-KR" sz="100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oo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&gt;();</a:t>
            </a:r>
            <a:endParaRPr lang="en-US" altLang="ko-KR" sz="10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D1A0A4-3BBF-473D-B6F6-765C2E02345A}"/>
              </a:ext>
            </a:extLst>
          </p:cNvPr>
          <p:cNvSpPr txBox="1"/>
          <p:nvPr/>
        </p:nvSpPr>
        <p:spPr>
          <a:xfrm>
            <a:off x="1855892" y="-11382"/>
            <a:ext cx="4114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own_ptr&lt;T&gt; &amp;</a:t>
            </a:r>
            <a:r>
              <a:rPr lang="ko-KR" altLang="en-US" b="1" dirty="0"/>
              <a:t> </a:t>
            </a:r>
            <a:r>
              <a:rPr lang="en-US" altLang="ko-KR" b="1" dirty="0" err="1"/>
              <a:t>Idestroyable</a:t>
            </a:r>
            <a:r>
              <a:rPr lang="en-US" altLang="ko-KR" b="1" dirty="0"/>
              <a:t> : what?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A2105E-14D1-4432-8536-C8D29B2DD845}"/>
              </a:ext>
            </a:extLst>
          </p:cNvPr>
          <p:cNvSpPr txBox="1"/>
          <p:nvPr/>
        </p:nvSpPr>
        <p:spPr>
          <a:xfrm>
            <a:off x="1418504" y="620713"/>
            <a:ext cx="9864321" cy="326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기본적인 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동작은 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object_ptr&lt;T&gt;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와 같은 스마트포인터의 기능을 하며 생성은  </a:t>
            </a:r>
            <a:r>
              <a:rPr lang="en-US" altLang="ko-KR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make_own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&lt;T&gt;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로 한다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86ADFB-B5C7-4BD5-BE49-926036824C84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B93640-ABDC-4F42-9C1A-02ED41CAF266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3F1DCE0-1223-45B7-AD92-F4A3310894AE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7DDEDBB-6876-4D12-8A81-B1B9BA2550FC}"/>
              </a:ext>
            </a:extLst>
          </p:cNvPr>
          <p:cNvSpPr txBox="1"/>
          <p:nvPr/>
        </p:nvSpPr>
        <p:spPr>
          <a:xfrm>
            <a:off x="1418504" y="1825246"/>
            <a:ext cx="89309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own</a:t>
            </a:r>
            <a:r>
              <a:rPr lang="en-US" altLang="ko-KR" sz="1200" dirty="0">
                <a:latin typeface="HY견명조" panose="02030600000101010101" pitchFamily="18" charset="-127"/>
                <a:ea typeface="HY견명조" panose="02030600000101010101" pitchFamily="18" charset="-127"/>
              </a:rPr>
              <a:t>_ptr&lt;</a:t>
            </a: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T&gt;</a:t>
            </a:r>
            <a:r>
              <a:rPr lang="ko-KR" altLang="en-US" sz="1200">
                <a:latin typeface="HY견명조" panose="02030600000101010101" pitchFamily="18" charset="-127"/>
                <a:ea typeface="HY견명조" panose="02030600000101010101" pitchFamily="18" charset="-127"/>
              </a:rPr>
              <a:t>에는 어떤 대입이든 금지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CBFEF45A-699B-489A-83C9-3291A70EE315}"/>
              </a:ext>
            </a:extLst>
          </p:cNvPr>
          <p:cNvCxnSpPr>
            <a:cxnSpLocks/>
            <a:stCxn id="21" idx="1"/>
          </p:cNvCxnSpPr>
          <p:nvPr/>
        </p:nvCxnSpPr>
        <p:spPr>
          <a:xfrm flipH="1">
            <a:off x="4420483" y="6985845"/>
            <a:ext cx="415769" cy="0"/>
          </a:xfrm>
          <a:prstGeom prst="straightConnector1">
            <a:avLst/>
          </a:prstGeom>
          <a:ln>
            <a:solidFill>
              <a:srgbClr val="0000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D668F1D-3D28-4CB9-9B31-B813834D1802}"/>
              </a:ext>
            </a:extLst>
          </p:cNvPr>
          <p:cNvSpPr/>
          <p:nvPr/>
        </p:nvSpPr>
        <p:spPr>
          <a:xfrm>
            <a:off x="4836252" y="6847345"/>
            <a:ext cx="32560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own_ptr&lt;T&gt;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은 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make_own&lt;T&gt;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로 생성한다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 dirty="0">
              <a:solidFill>
                <a:srgbClr val="0000FF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F35C4D0-5527-4C8C-92DE-905215EB1E7B}"/>
              </a:ext>
            </a:extLst>
          </p:cNvPr>
          <p:cNvSpPr/>
          <p:nvPr/>
        </p:nvSpPr>
        <p:spPr>
          <a:xfrm>
            <a:off x="1822873" y="2158479"/>
            <a:ext cx="8962098" cy="1594622"/>
          </a:xfrm>
          <a:custGeom>
            <a:avLst/>
            <a:gdLst>
              <a:gd name="connsiteX0" fmla="*/ 0 w 8962098"/>
              <a:gd name="connsiteY0" fmla="*/ 0 h 1594622"/>
              <a:gd name="connsiteX1" fmla="*/ 779013 w 8962098"/>
              <a:gd name="connsiteY1" fmla="*/ 0 h 1594622"/>
              <a:gd name="connsiteX2" fmla="*/ 1468405 w 8962098"/>
              <a:gd name="connsiteY2" fmla="*/ 0 h 1594622"/>
              <a:gd name="connsiteX3" fmla="*/ 2068176 w 8962098"/>
              <a:gd name="connsiteY3" fmla="*/ 0 h 1594622"/>
              <a:gd name="connsiteX4" fmla="*/ 2936811 w 8962098"/>
              <a:gd name="connsiteY4" fmla="*/ 0 h 1594622"/>
              <a:gd name="connsiteX5" fmla="*/ 3446961 w 8962098"/>
              <a:gd name="connsiteY5" fmla="*/ 0 h 1594622"/>
              <a:gd name="connsiteX6" fmla="*/ 4046732 w 8962098"/>
              <a:gd name="connsiteY6" fmla="*/ 0 h 1594622"/>
              <a:gd name="connsiteX7" fmla="*/ 4825745 w 8962098"/>
              <a:gd name="connsiteY7" fmla="*/ 0 h 1594622"/>
              <a:gd name="connsiteX8" fmla="*/ 5694379 w 8962098"/>
              <a:gd name="connsiteY8" fmla="*/ 0 h 1594622"/>
              <a:gd name="connsiteX9" fmla="*/ 6473392 w 8962098"/>
              <a:gd name="connsiteY9" fmla="*/ 0 h 1594622"/>
              <a:gd name="connsiteX10" fmla="*/ 7252405 w 8962098"/>
              <a:gd name="connsiteY10" fmla="*/ 0 h 1594622"/>
              <a:gd name="connsiteX11" fmla="*/ 8031419 w 8962098"/>
              <a:gd name="connsiteY11" fmla="*/ 0 h 1594622"/>
              <a:gd name="connsiteX12" fmla="*/ 8962098 w 8962098"/>
              <a:gd name="connsiteY12" fmla="*/ 0 h 1594622"/>
              <a:gd name="connsiteX13" fmla="*/ 8962098 w 8962098"/>
              <a:gd name="connsiteY13" fmla="*/ 483702 h 1594622"/>
              <a:gd name="connsiteX14" fmla="*/ 8962098 w 8962098"/>
              <a:gd name="connsiteY14" fmla="*/ 1031189 h 1594622"/>
              <a:gd name="connsiteX15" fmla="*/ 8962098 w 8962098"/>
              <a:gd name="connsiteY15" fmla="*/ 1594622 h 1594622"/>
              <a:gd name="connsiteX16" fmla="*/ 8362327 w 8962098"/>
              <a:gd name="connsiteY16" fmla="*/ 1594622 h 1594622"/>
              <a:gd name="connsiteX17" fmla="*/ 7493693 w 8962098"/>
              <a:gd name="connsiteY17" fmla="*/ 1594622 h 1594622"/>
              <a:gd name="connsiteX18" fmla="*/ 6893922 w 8962098"/>
              <a:gd name="connsiteY18" fmla="*/ 1594622 h 1594622"/>
              <a:gd name="connsiteX19" fmla="*/ 6473392 w 8962098"/>
              <a:gd name="connsiteY19" fmla="*/ 1594622 h 1594622"/>
              <a:gd name="connsiteX20" fmla="*/ 5963242 w 8962098"/>
              <a:gd name="connsiteY20" fmla="*/ 1594622 h 1594622"/>
              <a:gd name="connsiteX21" fmla="*/ 5453092 w 8962098"/>
              <a:gd name="connsiteY21" fmla="*/ 1594622 h 1594622"/>
              <a:gd name="connsiteX22" fmla="*/ 4942942 w 8962098"/>
              <a:gd name="connsiteY22" fmla="*/ 1594622 h 1594622"/>
              <a:gd name="connsiteX23" fmla="*/ 4343171 w 8962098"/>
              <a:gd name="connsiteY23" fmla="*/ 1594622 h 1594622"/>
              <a:gd name="connsiteX24" fmla="*/ 3653778 w 8962098"/>
              <a:gd name="connsiteY24" fmla="*/ 1594622 h 1594622"/>
              <a:gd name="connsiteX25" fmla="*/ 3054007 w 8962098"/>
              <a:gd name="connsiteY25" fmla="*/ 1594622 h 1594622"/>
              <a:gd name="connsiteX26" fmla="*/ 2633478 w 8962098"/>
              <a:gd name="connsiteY26" fmla="*/ 1594622 h 1594622"/>
              <a:gd name="connsiteX27" fmla="*/ 2212949 w 8962098"/>
              <a:gd name="connsiteY27" fmla="*/ 1594622 h 1594622"/>
              <a:gd name="connsiteX28" fmla="*/ 1523557 w 8962098"/>
              <a:gd name="connsiteY28" fmla="*/ 1594622 h 1594622"/>
              <a:gd name="connsiteX29" fmla="*/ 1103027 w 8962098"/>
              <a:gd name="connsiteY29" fmla="*/ 1594622 h 1594622"/>
              <a:gd name="connsiteX30" fmla="*/ 0 w 8962098"/>
              <a:gd name="connsiteY30" fmla="*/ 1594622 h 1594622"/>
              <a:gd name="connsiteX31" fmla="*/ 0 w 8962098"/>
              <a:gd name="connsiteY31" fmla="*/ 1110920 h 1594622"/>
              <a:gd name="connsiteX32" fmla="*/ 0 w 8962098"/>
              <a:gd name="connsiteY32" fmla="*/ 595326 h 1594622"/>
              <a:gd name="connsiteX33" fmla="*/ 0 w 8962098"/>
              <a:gd name="connsiteY33" fmla="*/ 0 h 1594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8962098" h="1594622" fill="none" extrusionOk="0">
                <a:moveTo>
                  <a:pt x="0" y="0"/>
                </a:moveTo>
                <a:cubicBezTo>
                  <a:pt x="181523" y="5377"/>
                  <a:pt x="566995" y="-3851"/>
                  <a:pt x="779013" y="0"/>
                </a:cubicBezTo>
                <a:cubicBezTo>
                  <a:pt x="991031" y="3851"/>
                  <a:pt x="1149784" y="-32882"/>
                  <a:pt x="1468405" y="0"/>
                </a:cubicBezTo>
                <a:cubicBezTo>
                  <a:pt x="1787026" y="32882"/>
                  <a:pt x="1906883" y="-11046"/>
                  <a:pt x="2068176" y="0"/>
                </a:cubicBezTo>
                <a:cubicBezTo>
                  <a:pt x="2229469" y="11046"/>
                  <a:pt x="2563741" y="21177"/>
                  <a:pt x="2936811" y="0"/>
                </a:cubicBezTo>
                <a:cubicBezTo>
                  <a:pt x="3309881" y="-21177"/>
                  <a:pt x="3282758" y="-15447"/>
                  <a:pt x="3446961" y="0"/>
                </a:cubicBezTo>
                <a:cubicBezTo>
                  <a:pt x="3611164" y="15447"/>
                  <a:pt x="3751714" y="-24843"/>
                  <a:pt x="4046732" y="0"/>
                </a:cubicBezTo>
                <a:cubicBezTo>
                  <a:pt x="4341750" y="24843"/>
                  <a:pt x="4637516" y="34555"/>
                  <a:pt x="4825745" y="0"/>
                </a:cubicBezTo>
                <a:cubicBezTo>
                  <a:pt x="5013974" y="-34555"/>
                  <a:pt x="5330420" y="23106"/>
                  <a:pt x="5694379" y="0"/>
                </a:cubicBezTo>
                <a:cubicBezTo>
                  <a:pt x="6058338" y="-23106"/>
                  <a:pt x="6159642" y="16482"/>
                  <a:pt x="6473392" y="0"/>
                </a:cubicBezTo>
                <a:cubicBezTo>
                  <a:pt x="6787142" y="-16482"/>
                  <a:pt x="7027336" y="23984"/>
                  <a:pt x="7252405" y="0"/>
                </a:cubicBezTo>
                <a:cubicBezTo>
                  <a:pt x="7477474" y="-23984"/>
                  <a:pt x="7763082" y="10732"/>
                  <a:pt x="8031419" y="0"/>
                </a:cubicBezTo>
                <a:cubicBezTo>
                  <a:pt x="8299756" y="-10732"/>
                  <a:pt x="8635347" y="9369"/>
                  <a:pt x="8962098" y="0"/>
                </a:cubicBezTo>
                <a:cubicBezTo>
                  <a:pt x="8947455" y="120897"/>
                  <a:pt x="8968328" y="356364"/>
                  <a:pt x="8962098" y="483702"/>
                </a:cubicBezTo>
                <a:cubicBezTo>
                  <a:pt x="8955868" y="611040"/>
                  <a:pt x="8940401" y="919246"/>
                  <a:pt x="8962098" y="1031189"/>
                </a:cubicBezTo>
                <a:cubicBezTo>
                  <a:pt x="8983795" y="1143132"/>
                  <a:pt x="8975136" y="1363527"/>
                  <a:pt x="8962098" y="1594622"/>
                </a:cubicBezTo>
                <a:cubicBezTo>
                  <a:pt x="8771079" y="1582169"/>
                  <a:pt x="8499936" y="1592952"/>
                  <a:pt x="8362327" y="1594622"/>
                </a:cubicBezTo>
                <a:cubicBezTo>
                  <a:pt x="8224718" y="1596292"/>
                  <a:pt x="7801387" y="1587639"/>
                  <a:pt x="7493693" y="1594622"/>
                </a:cubicBezTo>
                <a:cubicBezTo>
                  <a:pt x="7185999" y="1601605"/>
                  <a:pt x="7161442" y="1601672"/>
                  <a:pt x="6893922" y="1594622"/>
                </a:cubicBezTo>
                <a:cubicBezTo>
                  <a:pt x="6626402" y="1587572"/>
                  <a:pt x="6615714" y="1591210"/>
                  <a:pt x="6473392" y="1594622"/>
                </a:cubicBezTo>
                <a:cubicBezTo>
                  <a:pt x="6331070" y="1598035"/>
                  <a:pt x="6070868" y="1581167"/>
                  <a:pt x="5963242" y="1594622"/>
                </a:cubicBezTo>
                <a:cubicBezTo>
                  <a:pt x="5855616" y="1608078"/>
                  <a:pt x="5626463" y="1598328"/>
                  <a:pt x="5453092" y="1594622"/>
                </a:cubicBezTo>
                <a:cubicBezTo>
                  <a:pt x="5279721" y="1590917"/>
                  <a:pt x="5066431" y="1612517"/>
                  <a:pt x="4942942" y="1594622"/>
                </a:cubicBezTo>
                <a:cubicBezTo>
                  <a:pt x="4819453" y="1576728"/>
                  <a:pt x="4492755" y="1565377"/>
                  <a:pt x="4343171" y="1594622"/>
                </a:cubicBezTo>
                <a:cubicBezTo>
                  <a:pt x="4193587" y="1623867"/>
                  <a:pt x="3909151" y="1583686"/>
                  <a:pt x="3653778" y="1594622"/>
                </a:cubicBezTo>
                <a:cubicBezTo>
                  <a:pt x="3398405" y="1605558"/>
                  <a:pt x="3208396" y="1583004"/>
                  <a:pt x="3054007" y="1594622"/>
                </a:cubicBezTo>
                <a:cubicBezTo>
                  <a:pt x="2899618" y="1606240"/>
                  <a:pt x="2742076" y="1611376"/>
                  <a:pt x="2633478" y="1594622"/>
                </a:cubicBezTo>
                <a:cubicBezTo>
                  <a:pt x="2524880" y="1577868"/>
                  <a:pt x="2347641" y="1610078"/>
                  <a:pt x="2212949" y="1594622"/>
                </a:cubicBezTo>
                <a:cubicBezTo>
                  <a:pt x="2078257" y="1579166"/>
                  <a:pt x="1791872" y="1610869"/>
                  <a:pt x="1523557" y="1594622"/>
                </a:cubicBezTo>
                <a:cubicBezTo>
                  <a:pt x="1255242" y="1578375"/>
                  <a:pt x="1214316" y="1611351"/>
                  <a:pt x="1103027" y="1594622"/>
                </a:cubicBezTo>
                <a:cubicBezTo>
                  <a:pt x="991738" y="1577894"/>
                  <a:pt x="501148" y="1590460"/>
                  <a:pt x="0" y="1594622"/>
                </a:cubicBezTo>
                <a:cubicBezTo>
                  <a:pt x="-21535" y="1443852"/>
                  <a:pt x="14666" y="1261555"/>
                  <a:pt x="0" y="1110920"/>
                </a:cubicBezTo>
                <a:cubicBezTo>
                  <a:pt x="-14666" y="960285"/>
                  <a:pt x="2029" y="735158"/>
                  <a:pt x="0" y="595326"/>
                </a:cubicBezTo>
                <a:cubicBezTo>
                  <a:pt x="-2029" y="455494"/>
                  <a:pt x="10152" y="293631"/>
                  <a:pt x="0" y="0"/>
                </a:cubicBezTo>
                <a:close/>
              </a:path>
              <a:path w="8962098" h="1594622" stroke="0" extrusionOk="0">
                <a:moveTo>
                  <a:pt x="0" y="0"/>
                </a:moveTo>
                <a:cubicBezTo>
                  <a:pt x="192013" y="-3048"/>
                  <a:pt x="569321" y="24522"/>
                  <a:pt x="868634" y="0"/>
                </a:cubicBezTo>
                <a:cubicBezTo>
                  <a:pt x="1167947" y="-24522"/>
                  <a:pt x="1232725" y="15927"/>
                  <a:pt x="1558026" y="0"/>
                </a:cubicBezTo>
                <a:cubicBezTo>
                  <a:pt x="1883327" y="-15927"/>
                  <a:pt x="1909694" y="20059"/>
                  <a:pt x="2068176" y="0"/>
                </a:cubicBezTo>
                <a:cubicBezTo>
                  <a:pt x="2226658" y="-20059"/>
                  <a:pt x="2499841" y="3260"/>
                  <a:pt x="2757569" y="0"/>
                </a:cubicBezTo>
                <a:cubicBezTo>
                  <a:pt x="3015297" y="-3260"/>
                  <a:pt x="3366572" y="-40127"/>
                  <a:pt x="3626203" y="0"/>
                </a:cubicBezTo>
                <a:cubicBezTo>
                  <a:pt x="3885834" y="40127"/>
                  <a:pt x="3988078" y="-14495"/>
                  <a:pt x="4136353" y="0"/>
                </a:cubicBezTo>
                <a:cubicBezTo>
                  <a:pt x="4284628" y="14495"/>
                  <a:pt x="4409211" y="-14330"/>
                  <a:pt x="4556882" y="0"/>
                </a:cubicBezTo>
                <a:cubicBezTo>
                  <a:pt x="4704553" y="14330"/>
                  <a:pt x="4941422" y="-31218"/>
                  <a:pt x="5246274" y="0"/>
                </a:cubicBezTo>
                <a:cubicBezTo>
                  <a:pt x="5551126" y="31218"/>
                  <a:pt x="5724246" y="-66"/>
                  <a:pt x="5935666" y="0"/>
                </a:cubicBezTo>
                <a:cubicBezTo>
                  <a:pt x="6147086" y="66"/>
                  <a:pt x="6437987" y="18382"/>
                  <a:pt x="6714680" y="0"/>
                </a:cubicBezTo>
                <a:cubicBezTo>
                  <a:pt x="6991373" y="-18382"/>
                  <a:pt x="7047188" y="-12344"/>
                  <a:pt x="7314451" y="0"/>
                </a:cubicBezTo>
                <a:cubicBezTo>
                  <a:pt x="7581714" y="12344"/>
                  <a:pt x="7604083" y="-7987"/>
                  <a:pt x="7734980" y="0"/>
                </a:cubicBezTo>
                <a:cubicBezTo>
                  <a:pt x="7865877" y="7987"/>
                  <a:pt x="8001507" y="1623"/>
                  <a:pt x="8245130" y="0"/>
                </a:cubicBezTo>
                <a:cubicBezTo>
                  <a:pt x="8488753" y="-1623"/>
                  <a:pt x="8808161" y="-600"/>
                  <a:pt x="8962098" y="0"/>
                </a:cubicBezTo>
                <a:cubicBezTo>
                  <a:pt x="8959817" y="193093"/>
                  <a:pt x="8964510" y="322741"/>
                  <a:pt x="8962098" y="499648"/>
                </a:cubicBezTo>
                <a:cubicBezTo>
                  <a:pt x="8959686" y="676555"/>
                  <a:pt x="8942303" y="852474"/>
                  <a:pt x="8962098" y="1031189"/>
                </a:cubicBezTo>
                <a:cubicBezTo>
                  <a:pt x="8981893" y="1209904"/>
                  <a:pt x="8966372" y="1331589"/>
                  <a:pt x="8962098" y="1594622"/>
                </a:cubicBezTo>
                <a:cubicBezTo>
                  <a:pt x="8624873" y="1634831"/>
                  <a:pt x="8430913" y="1605567"/>
                  <a:pt x="8093464" y="1594622"/>
                </a:cubicBezTo>
                <a:cubicBezTo>
                  <a:pt x="7756015" y="1583677"/>
                  <a:pt x="7812800" y="1614961"/>
                  <a:pt x="7672935" y="1594622"/>
                </a:cubicBezTo>
                <a:cubicBezTo>
                  <a:pt x="7533070" y="1574283"/>
                  <a:pt x="7134052" y="1604115"/>
                  <a:pt x="6983543" y="1594622"/>
                </a:cubicBezTo>
                <a:cubicBezTo>
                  <a:pt x="6833034" y="1585129"/>
                  <a:pt x="6442531" y="1606460"/>
                  <a:pt x="6114908" y="1594622"/>
                </a:cubicBezTo>
                <a:cubicBezTo>
                  <a:pt x="5787285" y="1582784"/>
                  <a:pt x="5511263" y="1580337"/>
                  <a:pt x="5246274" y="1594622"/>
                </a:cubicBezTo>
                <a:cubicBezTo>
                  <a:pt x="4981285" y="1608907"/>
                  <a:pt x="4884074" y="1618632"/>
                  <a:pt x="4556882" y="1594622"/>
                </a:cubicBezTo>
                <a:cubicBezTo>
                  <a:pt x="4229690" y="1570612"/>
                  <a:pt x="4030073" y="1595860"/>
                  <a:pt x="3867490" y="1594622"/>
                </a:cubicBezTo>
                <a:cubicBezTo>
                  <a:pt x="3704907" y="1593384"/>
                  <a:pt x="3390837" y="1565444"/>
                  <a:pt x="3088477" y="1594622"/>
                </a:cubicBezTo>
                <a:cubicBezTo>
                  <a:pt x="2786117" y="1623800"/>
                  <a:pt x="2394641" y="1627704"/>
                  <a:pt x="2219843" y="1594622"/>
                </a:cubicBezTo>
                <a:cubicBezTo>
                  <a:pt x="2045045" y="1561540"/>
                  <a:pt x="1960344" y="1612280"/>
                  <a:pt x="1799314" y="1594622"/>
                </a:cubicBezTo>
                <a:cubicBezTo>
                  <a:pt x="1638284" y="1576964"/>
                  <a:pt x="1553413" y="1607941"/>
                  <a:pt x="1378784" y="1594622"/>
                </a:cubicBezTo>
                <a:cubicBezTo>
                  <a:pt x="1204155" y="1581304"/>
                  <a:pt x="1051241" y="1569266"/>
                  <a:pt x="779013" y="1594622"/>
                </a:cubicBezTo>
                <a:cubicBezTo>
                  <a:pt x="506785" y="1619978"/>
                  <a:pt x="258622" y="1566040"/>
                  <a:pt x="0" y="1594622"/>
                </a:cubicBezTo>
                <a:cubicBezTo>
                  <a:pt x="-14213" y="1445435"/>
                  <a:pt x="-2828" y="1278215"/>
                  <a:pt x="0" y="1079028"/>
                </a:cubicBezTo>
                <a:cubicBezTo>
                  <a:pt x="2828" y="879841"/>
                  <a:pt x="13453" y="718474"/>
                  <a:pt x="0" y="515594"/>
                </a:cubicBezTo>
                <a:cubicBezTo>
                  <a:pt x="-13453" y="312714"/>
                  <a:pt x="16351" y="219103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180000" rIns="288000" bIns="180000">
            <a:spAutoFit/>
          </a:bodyPr>
          <a:lstStyle/>
          <a:p>
            <a:pPr defTabSz="360000"/>
            <a:r>
              <a:rPr lang="en-US" altLang="ko-KR" sz="100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object_ptr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</a:t>
            </a:r>
            <a:r>
              <a:rPr lang="en-US" altLang="ko-KR" sz="100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joo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 temp_1 = make_object&lt;</a:t>
            </a:r>
            <a:r>
              <a:rPr lang="en-US" altLang="ko-KR" sz="100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joo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&gt;();</a:t>
            </a:r>
            <a:endParaRPr lang="ko-KR" altLang="en-US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defTabSz="360000"/>
            <a:r>
              <a:rPr lang="en-US" altLang="ko-KR" sz="100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own_ptr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</a:t>
            </a:r>
            <a:r>
              <a:rPr lang="en-US" altLang="ko-KR" sz="100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joo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 </a:t>
            </a:r>
            <a:r>
              <a:rPr lang="en-US" altLang="ko-KR" sz="100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temp_2 = temp1</a:t>
            </a:r>
            <a:r>
              <a:rPr lang="en-US" altLang="ko-KR" sz="1000" b="1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error! object_ptr&lt;T&gt;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를 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own_ptr&lt;T&gt;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에 대입할 수 없다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</a:t>
            </a:r>
          </a:p>
          <a:p>
            <a:pPr defTabSz="360000"/>
            <a:endParaRPr lang="en-US" altLang="ko-KR" sz="1000" b="1">
              <a:solidFill>
                <a:srgbClr val="00B05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defTabSz="360000"/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joo*</a:t>
            </a:r>
            <a:r>
              <a:rPr lang="ko-KR" altLang="en-US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temp_3;</a:t>
            </a:r>
            <a:endParaRPr lang="ko-KR" altLang="en-US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defTabSz="360000"/>
            <a:r>
              <a:rPr lang="en-US" altLang="ko-KR" sz="100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own_ptr&lt;foo&gt; temp_4 = temp_3;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error! own_ptr&lt;T&gt;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에 그냥 포인터도 대입할 수 없다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</a:t>
            </a:r>
          </a:p>
          <a:p>
            <a:pPr defTabSz="360000"/>
            <a:endParaRPr lang="en-US" altLang="ko-KR" sz="1000" b="1">
              <a:solidFill>
                <a:srgbClr val="00B05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defTabSz="360000"/>
            <a:r>
              <a:rPr lang="en-US" altLang="ko-KR" sz="100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own_ptr&lt;foo&gt; temp_5 = temp_2;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error! own_ptr&lt;T&gt;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와 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own_ptr&lt;T&gt;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간에는 이동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(move)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를 할 수 없다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</a:t>
            </a:r>
          </a:p>
          <a:p>
            <a:pPr defTabSz="360000"/>
            <a:endParaRPr lang="en-US" altLang="ko-KR" sz="1000" b="1">
              <a:solidFill>
                <a:srgbClr val="00B05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820E3A7-D2AD-4DA1-8311-F4E8A94EB2D1}"/>
              </a:ext>
            </a:extLst>
          </p:cNvPr>
          <p:cNvSpPr/>
          <p:nvPr/>
        </p:nvSpPr>
        <p:spPr>
          <a:xfrm>
            <a:off x="1822873" y="4294353"/>
            <a:ext cx="8962098" cy="825180"/>
          </a:xfrm>
          <a:custGeom>
            <a:avLst/>
            <a:gdLst>
              <a:gd name="connsiteX0" fmla="*/ 0 w 8962098"/>
              <a:gd name="connsiteY0" fmla="*/ 0 h 825180"/>
              <a:gd name="connsiteX1" fmla="*/ 510150 w 8962098"/>
              <a:gd name="connsiteY1" fmla="*/ 0 h 825180"/>
              <a:gd name="connsiteX2" fmla="*/ 1378784 w 8962098"/>
              <a:gd name="connsiteY2" fmla="*/ 0 h 825180"/>
              <a:gd name="connsiteX3" fmla="*/ 1799314 w 8962098"/>
              <a:gd name="connsiteY3" fmla="*/ 0 h 825180"/>
              <a:gd name="connsiteX4" fmla="*/ 2219843 w 8962098"/>
              <a:gd name="connsiteY4" fmla="*/ 0 h 825180"/>
              <a:gd name="connsiteX5" fmla="*/ 2909235 w 8962098"/>
              <a:gd name="connsiteY5" fmla="*/ 0 h 825180"/>
              <a:gd name="connsiteX6" fmla="*/ 3509006 w 8962098"/>
              <a:gd name="connsiteY6" fmla="*/ 0 h 825180"/>
              <a:gd name="connsiteX7" fmla="*/ 4377640 w 8962098"/>
              <a:gd name="connsiteY7" fmla="*/ 0 h 825180"/>
              <a:gd name="connsiteX8" fmla="*/ 5156653 w 8962098"/>
              <a:gd name="connsiteY8" fmla="*/ 0 h 825180"/>
              <a:gd name="connsiteX9" fmla="*/ 6025287 w 8962098"/>
              <a:gd name="connsiteY9" fmla="*/ 0 h 825180"/>
              <a:gd name="connsiteX10" fmla="*/ 6445817 w 8962098"/>
              <a:gd name="connsiteY10" fmla="*/ 0 h 825180"/>
              <a:gd name="connsiteX11" fmla="*/ 7045588 w 8962098"/>
              <a:gd name="connsiteY11" fmla="*/ 0 h 825180"/>
              <a:gd name="connsiteX12" fmla="*/ 7824601 w 8962098"/>
              <a:gd name="connsiteY12" fmla="*/ 0 h 825180"/>
              <a:gd name="connsiteX13" fmla="*/ 8962098 w 8962098"/>
              <a:gd name="connsiteY13" fmla="*/ 0 h 825180"/>
              <a:gd name="connsiteX14" fmla="*/ 8962098 w 8962098"/>
              <a:gd name="connsiteY14" fmla="*/ 412590 h 825180"/>
              <a:gd name="connsiteX15" fmla="*/ 8962098 w 8962098"/>
              <a:gd name="connsiteY15" fmla="*/ 825180 h 825180"/>
              <a:gd name="connsiteX16" fmla="*/ 8183085 w 8962098"/>
              <a:gd name="connsiteY16" fmla="*/ 825180 h 825180"/>
              <a:gd name="connsiteX17" fmla="*/ 7314451 w 8962098"/>
              <a:gd name="connsiteY17" fmla="*/ 825180 h 825180"/>
              <a:gd name="connsiteX18" fmla="*/ 6625059 w 8962098"/>
              <a:gd name="connsiteY18" fmla="*/ 825180 h 825180"/>
              <a:gd name="connsiteX19" fmla="*/ 5756424 w 8962098"/>
              <a:gd name="connsiteY19" fmla="*/ 825180 h 825180"/>
              <a:gd name="connsiteX20" fmla="*/ 4887790 w 8962098"/>
              <a:gd name="connsiteY20" fmla="*/ 825180 h 825180"/>
              <a:gd name="connsiteX21" fmla="*/ 4198398 w 8962098"/>
              <a:gd name="connsiteY21" fmla="*/ 825180 h 825180"/>
              <a:gd name="connsiteX22" fmla="*/ 3329764 w 8962098"/>
              <a:gd name="connsiteY22" fmla="*/ 825180 h 825180"/>
              <a:gd name="connsiteX23" fmla="*/ 2819614 w 8962098"/>
              <a:gd name="connsiteY23" fmla="*/ 825180 h 825180"/>
              <a:gd name="connsiteX24" fmla="*/ 2309464 w 8962098"/>
              <a:gd name="connsiteY24" fmla="*/ 825180 h 825180"/>
              <a:gd name="connsiteX25" fmla="*/ 1799314 w 8962098"/>
              <a:gd name="connsiteY25" fmla="*/ 825180 h 825180"/>
              <a:gd name="connsiteX26" fmla="*/ 1020300 w 8962098"/>
              <a:gd name="connsiteY26" fmla="*/ 825180 h 825180"/>
              <a:gd name="connsiteX27" fmla="*/ 0 w 8962098"/>
              <a:gd name="connsiteY27" fmla="*/ 825180 h 825180"/>
              <a:gd name="connsiteX28" fmla="*/ 0 w 8962098"/>
              <a:gd name="connsiteY28" fmla="*/ 412590 h 825180"/>
              <a:gd name="connsiteX29" fmla="*/ 0 w 8962098"/>
              <a:gd name="connsiteY29" fmla="*/ 0 h 825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8962098" h="825180" fill="none" extrusionOk="0">
                <a:moveTo>
                  <a:pt x="0" y="0"/>
                </a:moveTo>
                <a:cubicBezTo>
                  <a:pt x="197449" y="-7"/>
                  <a:pt x="313708" y="16024"/>
                  <a:pt x="510150" y="0"/>
                </a:cubicBezTo>
                <a:cubicBezTo>
                  <a:pt x="706592" y="-16024"/>
                  <a:pt x="960865" y="-18466"/>
                  <a:pt x="1378784" y="0"/>
                </a:cubicBezTo>
                <a:cubicBezTo>
                  <a:pt x="1796703" y="18466"/>
                  <a:pt x="1703246" y="9807"/>
                  <a:pt x="1799314" y="0"/>
                </a:cubicBezTo>
                <a:cubicBezTo>
                  <a:pt x="1895382" y="-9807"/>
                  <a:pt x="2124489" y="-13282"/>
                  <a:pt x="2219843" y="0"/>
                </a:cubicBezTo>
                <a:cubicBezTo>
                  <a:pt x="2315197" y="13282"/>
                  <a:pt x="2580788" y="2382"/>
                  <a:pt x="2909235" y="0"/>
                </a:cubicBezTo>
                <a:cubicBezTo>
                  <a:pt x="3237682" y="-2382"/>
                  <a:pt x="3352251" y="20651"/>
                  <a:pt x="3509006" y="0"/>
                </a:cubicBezTo>
                <a:cubicBezTo>
                  <a:pt x="3665761" y="-20651"/>
                  <a:pt x="4027822" y="31867"/>
                  <a:pt x="4377640" y="0"/>
                </a:cubicBezTo>
                <a:cubicBezTo>
                  <a:pt x="4727458" y="-31867"/>
                  <a:pt x="4871646" y="-7440"/>
                  <a:pt x="5156653" y="0"/>
                </a:cubicBezTo>
                <a:cubicBezTo>
                  <a:pt x="5441660" y="7440"/>
                  <a:pt x="5814453" y="7908"/>
                  <a:pt x="6025287" y="0"/>
                </a:cubicBezTo>
                <a:cubicBezTo>
                  <a:pt x="6236121" y="-7908"/>
                  <a:pt x="6316426" y="-6495"/>
                  <a:pt x="6445817" y="0"/>
                </a:cubicBezTo>
                <a:cubicBezTo>
                  <a:pt x="6575208" y="6495"/>
                  <a:pt x="6884091" y="6905"/>
                  <a:pt x="7045588" y="0"/>
                </a:cubicBezTo>
                <a:cubicBezTo>
                  <a:pt x="7207085" y="-6905"/>
                  <a:pt x="7453838" y="30429"/>
                  <a:pt x="7824601" y="0"/>
                </a:cubicBezTo>
                <a:cubicBezTo>
                  <a:pt x="8195364" y="-30429"/>
                  <a:pt x="8544675" y="16990"/>
                  <a:pt x="8962098" y="0"/>
                </a:cubicBezTo>
                <a:cubicBezTo>
                  <a:pt x="8946683" y="89775"/>
                  <a:pt x="8961078" y="303169"/>
                  <a:pt x="8962098" y="412590"/>
                </a:cubicBezTo>
                <a:cubicBezTo>
                  <a:pt x="8963119" y="522011"/>
                  <a:pt x="8951856" y="618920"/>
                  <a:pt x="8962098" y="825180"/>
                </a:cubicBezTo>
                <a:cubicBezTo>
                  <a:pt x="8713796" y="806350"/>
                  <a:pt x="8430233" y="826757"/>
                  <a:pt x="8183085" y="825180"/>
                </a:cubicBezTo>
                <a:cubicBezTo>
                  <a:pt x="7935937" y="823603"/>
                  <a:pt x="7615604" y="800728"/>
                  <a:pt x="7314451" y="825180"/>
                </a:cubicBezTo>
                <a:cubicBezTo>
                  <a:pt x="7013298" y="849632"/>
                  <a:pt x="6956207" y="851613"/>
                  <a:pt x="6625059" y="825180"/>
                </a:cubicBezTo>
                <a:cubicBezTo>
                  <a:pt x="6293911" y="798747"/>
                  <a:pt x="6069882" y="849767"/>
                  <a:pt x="5756424" y="825180"/>
                </a:cubicBezTo>
                <a:cubicBezTo>
                  <a:pt x="5442966" y="800593"/>
                  <a:pt x="5231903" y="842934"/>
                  <a:pt x="4887790" y="825180"/>
                </a:cubicBezTo>
                <a:cubicBezTo>
                  <a:pt x="4543677" y="807426"/>
                  <a:pt x="4413980" y="793983"/>
                  <a:pt x="4198398" y="825180"/>
                </a:cubicBezTo>
                <a:cubicBezTo>
                  <a:pt x="3982816" y="856377"/>
                  <a:pt x="3731207" y="858772"/>
                  <a:pt x="3329764" y="825180"/>
                </a:cubicBezTo>
                <a:cubicBezTo>
                  <a:pt x="2928321" y="791588"/>
                  <a:pt x="3020862" y="820853"/>
                  <a:pt x="2819614" y="825180"/>
                </a:cubicBezTo>
                <a:cubicBezTo>
                  <a:pt x="2618366" y="829508"/>
                  <a:pt x="2423875" y="818761"/>
                  <a:pt x="2309464" y="825180"/>
                </a:cubicBezTo>
                <a:cubicBezTo>
                  <a:pt x="2195053" y="831600"/>
                  <a:pt x="2044833" y="836813"/>
                  <a:pt x="1799314" y="825180"/>
                </a:cubicBezTo>
                <a:cubicBezTo>
                  <a:pt x="1553795" y="813548"/>
                  <a:pt x="1404874" y="836255"/>
                  <a:pt x="1020300" y="825180"/>
                </a:cubicBezTo>
                <a:cubicBezTo>
                  <a:pt x="635726" y="814105"/>
                  <a:pt x="435963" y="855778"/>
                  <a:pt x="0" y="825180"/>
                </a:cubicBezTo>
                <a:cubicBezTo>
                  <a:pt x="11509" y="648842"/>
                  <a:pt x="-9657" y="505096"/>
                  <a:pt x="0" y="412590"/>
                </a:cubicBezTo>
                <a:cubicBezTo>
                  <a:pt x="9657" y="320084"/>
                  <a:pt x="-3126" y="137643"/>
                  <a:pt x="0" y="0"/>
                </a:cubicBezTo>
                <a:close/>
              </a:path>
              <a:path w="8962098" h="825180" stroke="0" extrusionOk="0">
                <a:moveTo>
                  <a:pt x="0" y="0"/>
                </a:moveTo>
                <a:cubicBezTo>
                  <a:pt x="191887" y="-21795"/>
                  <a:pt x="453043" y="5868"/>
                  <a:pt x="689392" y="0"/>
                </a:cubicBezTo>
                <a:cubicBezTo>
                  <a:pt x="925741" y="-5868"/>
                  <a:pt x="1201879" y="16171"/>
                  <a:pt x="1378784" y="0"/>
                </a:cubicBezTo>
                <a:cubicBezTo>
                  <a:pt x="1555689" y="-16171"/>
                  <a:pt x="1956071" y="-16433"/>
                  <a:pt x="2247418" y="0"/>
                </a:cubicBezTo>
                <a:cubicBezTo>
                  <a:pt x="2538765" y="16433"/>
                  <a:pt x="2555376" y="4285"/>
                  <a:pt x="2667948" y="0"/>
                </a:cubicBezTo>
                <a:cubicBezTo>
                  <a:pt x="2780520" y="-4285"/>
                  <a:pt x="2923079" y="-5249"/>
                  <a:pt x="3178098" y="0"/>
                </a:cubicBezTo>
                <a:cubicBezTo>
                  <a:pt x="3433117" y="5249"/>
                  <a:pt x="3793749" y="38016"/>
                  <a:pt x="4046732" y="0"/>
                </a:cubicBezTo>
                <a:cubicBezTo>
                  <a:pt x="4299715" y="-38016"/>
                  <a:pt x="4560148" y="-31092"/>
                  <a:pt x="4736124" y="0"/>
                </a:cubicBezTo>
                <a:cubicBezTo>
                  <a:pt x="4912100" y="31092"/>
                  <a:pt x="5257722" y="-12212"/>
                  <a:pt x="5425516" y="0"/>
                </a:cubicBezTo>
                <a:cubicBezTo>
                  <a:pt x="5593310" y="12212"/>
                  <a:pt x="5889837" y="21861"/>
                  <a:pt x="6114908" y="0"/>
                </a:cubicBezTo>
                <a:cubicBezTo>
                  <a:pt x="6339979" y="-21861"/>
                  <a:pt x="6438785" y="3098"/>
                  <a:pt x="6535438" y="0"/>
                </a:cubicBezTo>
                <a:cubicBezTo>
                  <a:pt x="6632091" y="-3098"/>
                  <a:pt x="6864810" y="16738"/>
                  <a:pt x="7135209" y="0"/>
                </a:cubicBezTo>
                <a:cubicBezTo>
                  <a:pt x="7405608" y="-16738"/>
                  <a:pt x="7637104" y="27820"/>
                  <a:pt x="7914222" y="0"/>
                </a:cubicBezTo>
                <a:cubicBezTo>
                  <a:pt x="8191340" y="-27820"/>
                  <a:pt x="8666115" y="-1171"/>
                  <a:pt x="8962098" y="0"/>
                </a:cubicBezTo>
                <a:cubicBezTo>
                  <a:pt x="8945723" y="79184"/>
                  <a:pt x="8981050" y="272767"/>
                  <a:pt x="8962098" y="387835"/>
                </a:cubicBezTo>
                <a:cubicBezTo>
                  <a:pt x="8943146" y="502903"/>
                  <a:pt x="8958754" y="622040"/>
                  <a:pt x="8962098" y="825180"/>
                </a:cubicBezTo>
                <a:cubicBezTo>
                  <a:pt x="8812465" y="845712"/>
                  <a:pt x="8516596" y="853747"/>
                  <a:pt x="8362327" y="825180"/>
                </a:cubicBezTo>
                <a:cubicBezTo>
                  <a:pt x="8208058" y="796613"/>
                  <a:pt x="8040620" y="827836"/>
                  <a:pt x="7941798" y="825180"/>
                </a:cubicBezTo>
                <a:cubicBezTo>
                  <a:pt x="7842976" y="822524"/>
                  <a:pt x="7706955" y="822236"/>
                  <a:pt x="7521268" y="825180"/>
                </a:cubicBezTo>
                <a:cubicBezTo>
                  <a:pt x="7335581" y="828125"/>
                  <a:pt x="7124936" y="838946"/>
                  <a:pt x="6921497" y="825180"/>
                </a:cubicBezTo>
                <a:cubicBezTo>
                  <a:pt x="6718058" y="811414"/>
                  <a:pt x="6671426" y="827857"/>
                  <a:pt x="6500968" y="825180"/>
                </a:cubicBezTo>
                <a:cubicBezTo>
                  <a:pt x="6330510" y="822503"/>
                  <a:pt x="5983838" y="783408"/>
                  <a:pt x="5632334" y="825180"/>
                </a:cubicBezTo>
                <a:cubicBezTo>
                  <a:pt x="5280830" y="866952"/>
                  <a:pt x="5407424" y="805663"/>
                  <a:pt x="5211805" y="825180"/>
                </a:cubicBezTo>
                <a:cubicBezTo>
                  <a:pt x="5016186" y="844697"/>
                  <a:pt x="4890588" y="838880"/>
                  <a:pt x="4791275" y="825180"/>
                </a:cubicBezTo>
                <a:cubicBezTo>
                  <a:pt x="4691962" y="811481"/>
                  <a:pt x="4331174" y="812265"/>
                  <a:pt x="4191504" y="825180"/>
                </a:cubicBezTo>
                <a:cubicBezTo>
                  <a:pt x="4051834" y="838095"/>
                  <a:pt x="3666564" y="816716"/>
                  <a:pt x="3502112" y="825180"/>
                </a:cubicBezTo>
                <a:cubicBezTo>
                  <a:pt x="3337660" y="833644"/>
                  <a:pt x="3241979" y="807714"/>
                  <a:pt x="2991962" y="825180"/>
                </a:cubicBezTo>
                <a:cubicBezTo>
                  <a:pt x="2741945" y="842647"/>
                  <a:pt x="2371768" y="838314"/>
                  <a:pt x="2123328" y="825180"/>
                </a:cubicBezTo>
                <a:cubicBezTo>
                  <a:pt x="1874888" y="812046"/>
                  <a:pt x="1687024" y="816349"/>
                  <a:pt x="1254694" y="825180"/>
                </a:cubicBezTo>
                <a:cubicBezTo>
                  <a:pt x="822364" y="834011"/>
                  <a:pt x="962982" y="821315"/>
                  <a:pt x="834165" y="825180"/>
                </a:cubicBezTo>
                <a:cubicBezTo>
                  <a:pt x="705348" y="829045"/>
                  <a:pt x="235992" y="794644"/>
                  <a:pt x="0" y="825180"/>
                </a:cubicBezTo>
                <a:cubicBezTo>
                  <a:pt x="-15049" y="698529"/>
                  <a:pt x="17192" y="537400"/>
                  <a:pt x="0" y="437345"/>
                </a:cubicBezTo>
                <a:cubicBezTo>
                  <a:pt x="-17192" y="337291"/>
                  <a:pt x="6005" y="90568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97824804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180000" rIns="288000" bIns="180000">
            <a:spAutoFit/>
          </a:bodyPr>
          <a:lstStyle/>
          <a:p>
            <a:pPr defTabSz="360000"/>
            <a:r>
              <a:rPr lang="en-US" altLang="ko-KR" sz="100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own_ptr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</a:t>
            </a:r>
            <a:r>
              <a:rPr lang="en-US" altLang="ko-KR" sz="100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joo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 temp_6 = temp_2; 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error!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own_ptr&lt;T&gt;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간 대입은 안된다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</a:t>
            </a:r>
          </a:p>
          <a:p>
            <a:pPr defTabSz="360000"/>
            <a:endParaRPr lang="en-US" altLang="ko-KR" sz="1000">
              <a:solidFill>
                <a:srgbClr val="2B91AF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defTabSz="360000"/>
            <a:r>
              <a:rPr lang="en-US" altLang="ko-KR" sz="100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own_ptr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</a:t>
            </a:r>
            <a:r>
              <a:rPr lang="en-US" altLang="ko-KR" sz="100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joo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 temp_6 = std::move (temp_2); 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Okay~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own_ptr&lt;T&gt;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간 이동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(move)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만 가능하다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</a:t>
            </a:r>
            <a:endParaRPr lang="ko-KR" altLang="en-US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09D7EF2-EABE-4FE5-837C-B1BD714BC7C1}"/>
              </a:ext>
            </a:extLst>
          </p:cNvPr>
          <p:cNvSpPr txBox="1"/>
          <p:nvPr/>
        </p:nvSpPr>
        <p:spPr>
          <a:xfrm>
            <a:off x="1418504" y="3968667"/>
            <a:ext cx="89309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200">
                <a:latin typeface="HY견명조" panose="02030600000101010101" pitchFamily="18" charset="-127"/>
                <a:ea typeface="HY견명조" panose="02030600000101010101" pitchFamily="18" charset="-127"/>
              </a:rPr>
              <a:t>오직 </a:t>
            </a: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own</a:t>
            </a:r>
            <a:r>
              <a:rPr lang="en-US" altLang="ko-KR" sz="1200" dirty="0">
                <a:latin typeface="HY견명조" panose="02030600000101010101" pitchFamily="18" charset="-127"/>
                <a:ea typeface="HY견명조" panose="02030600000101010101" pitchFamily="18" charset="-127"/>
              </a:rPr>
              <a:t>_ptr&lt;T&gt;</a:t>
            </a:r>
            <a:r>
              <a:rPr lang="ko-KR" altLang="en-US" sz="1200">
                <a:latin typeface="HY견명조" panose="02030600000101010101" pitchFamily="18" charset="-127"/>
                <a:ea typeface="HY견명조" panose="02030600000101010101" pitchFamily="18" charset="-127"/>
              </a:rPr>
              <a:t>간의 이동</a:t>
            </a: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(move)</a:t>
            </a:r>
            <a:r>
              <a:rPr lang="ko-KR" altLang="en-US" sz="1200">
                <a:latin typeface="HY견명조" panose="02030600000101010101" pitchFamily="18" charset="-127"/>
                <a:ea typeface="HY견명조" panose="02030600000101010101" pitchFamily="18" charset="-127"/>
              </a:rPr>
              <a:t>으로만 값 넣기가 가능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하다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2408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5D1A0A4-3BBF-473D-B6F6-765C2E02345A}"/>
              </a:ext>
            </a:extLst>
          </p:cNvPr>
          <p:cNvSpPr txBox="1"/>
          <p:nvPr/>
        </p:nvSpPr>
        <p:spPr>
          <a:xfrm>
            <a:off x="1855892" y="-11382"/>
            <a:ext cx="4114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own_ptr&lt;T&gt; &amp;</a:t>
            </a:r>
            <a:r>
              <a:rPr lang="ko-KR" altLang="en-US" b="1" dirty="0"/>
              <a:t> </a:t>
            </a:r>
            <a:r>
              <a:rPr lang="en-US" altLang="ko-KR" b="1" dirty="0" err="1"/>
              <a:t>Idestroyable</a:t>
            </a:r>
            <a:r>
              <a:rPr lang="en-US" altLang="ko-KR" b="1" dirty="0"/>
              <a:t> : what?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A2105E-14D1-4432-8536-C8D29B2DD845}"/>
              </a:ext>
            </a:extLst>
          </p:cNvPr>
          <p:cNvSpPr txBox="1"/>
          <p:nvPr/>
        </p:nvSpPr>
        <p:spPr>
          <a:xfrm>
            <a:off x="1419932" y="620713"/>
            <a:ext cx="9864321" cy="326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반대로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own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_ptr&lt;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T&gt;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은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object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_ptr&lt;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T&gt;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에 얼마든지 대입할 수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86ADFB-B5C7-4BD5-BE49-926036824C84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B93640-ABDC-4F42-9C1A-02ED41CAF266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3F1DCE0-1223-45B7-AD92-F4A3310894AE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CBFEF45A-699B-489A-83C9-3291A70EE315}"/>
              </a:ext>
            </a:extLst>
          </p:cNvPr>
          <p:cNvCxnSpPr>
            <a:cxnSpLocks/>
            <a:stCxn id="21" idx="1"/>
          </p:cNvCxnSpPr>
          <p:nvPr/>
        </p:nvCxnSpPr>
        <p:spPr>
          <a:xfrm flipH="1">
            <a:off x="4420483" y="6985845"/>
            <a:ext cx="415769" cy="0"/>
          </a:xfrm>
          <a:prstGeom prst="straightConnector1">
            <a:avLst/>
          </a:prstGeom>
          <a:ln>
            <a:solidFill>
              <a:srgbClr val="0000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D668F1D-3D28-4CB9-9B31-B813834D1802}"/>
              </a:ext>
            </a:extLst>
          </p:cNvPr>
          <p:cNvSpPr/>
          <p:nvPr/>
        </p:nvSpPr>
        <p:spPr>
          <a:xfrm>
            <a:off x="4836252" y="6847345"/>
            <a:ext cx="32560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own_ptr&lt;T&gt;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은 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make_own&lt;T&gt;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로 생성한다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 dirty="0">
              <a:solidFill>
                <a:srgbClr val="0000FF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F35C4D0-5527-4C8C-92DE-905215EB1E7B}"/>
              </a:ext>
            </a:extLst>
          </p:cNvPr>
          <p:cNvSpPr/>
          <p:nvPr/>
        </p:nvSpPr>
        <p:spPr>
          <a:xfrm>
            <a:off x="1822873" y="994425"/>
            <a:ext cx="8962098" cy="1286845"/>
          </a:xfrm>
          <a:custGeom>
            <a:avLst/>
            <a:gdLst>
              <a:gd name="connsiteX0" fmla="*/ 0 w 8962098"/>
              <a:gd name="connsiteY0" fmla="*/ 0 h 1286845"/>
              <a:gd name="connsiteX1" fmla="*/ 779013 w 8962098"/>
              <a:gd name="connsiteY1" fmla="*/ 0 h 1286845"/>
              <a:gd name="connsiteX2" fmla="*/ 1378784 w 8962098"/>
              <a:gd name="connsiteY2" fmla="*/ 0 h 1286845"/>
              <a:gd name="connsiteX3" fmla="*/ 2068176 w 8962098"/>
              <a:gd name="connsiteY3" fmla="*/ 0 h 1286845"/>
              <a:gd name="connsiteX4" fmla="*/ 2936811 w 8962098"/>
              <a:gd name="connsiteY4" fmla="*/ 0 h 1286845"/>
              <a:gd name="connsiteX5" fmla="*/ 3446961 w 8962098"/>
              <a:gd name="connsiteY5" fmla="*/ 0 h 1286845"/>
              <a:gd name="connsiteX6" fmla="*/ 4225974 w 8962098"/>
              <a:gd name="connsiteY6" fmla="*/ 0 h 1286845"/>
              <a:gd name="connsiteX7" fmla="*/ 4736124 w 8962098"/>
              <a:gd name="connsiteY7" fmla="*/ 0 h 1286845"/>
              <a:gd name="connsiteX8" fmla="*/ 5425516 w 8962098"/>
              <a:gd name="connsiteY8" fmla="*/ 0 h 1286845"/>
              <a:gd name="connsiteX9" fmla="*/ 6204529 w 8962098"/>
              <a:gd name="connsiteY9" fmla="*/ 0 h 1286845"/>
              <a:gd name="connsiteX10" fmla="*/ 6625059 w 8962098"/>
              <a:gd name="connsiteY10" fmla="*/ 0 h 1286845"/>
              <a:gd name="connsiteX11" fmla="*/ 7045588 w 8962098"/>
              <a:gd name="connsiteY11" fmla="*/ 0 h 1286845"/>
              <a:gd name="connsiteX12" fmla="*/ 7914222 w 8962098"/>
              <a:gd name="connsiteY12" fmla="*/ 0 h 1286845"/>
              <a:gd name="connsiteX13" fmla="*/ 8962098 w 8962098"/>
              <a:gd name="connsiteY13" fmla="*/ 0 h 1286845"/>
              <a:gd name="connsiteX14" fmla="*/ 8962098 w 8962098"/>
              <a:gd name="connsiteY14" fmla="*/ 604817 h 1286845"/>
              <a:gd name="connsiteX15" fmla="*/ 8962098 w 8962098"/>
              <a:gd name="connsiteY15" fmla="*/ 1286845 h 1286845"/>
              <a:gd name="connsiteX16" fmla="*/ 8183085 w 8962098"/>
              <a:gd name="connsiteY16" fmla="*/ 1286845 h 1286845"/>
              <a:gd name="connsiteX17" fmla="*/ 7404072 w 8962098"/>
              <a:gd name="connsiteY17" fmla="*/ 1286845 h 1286845"/>
              <a:gd name="connsiteX18" fmla="*/ 6714680 w 8962098"/>
              <a:gd name="connsiteY18" fmla="*/ 1286845 h 1286845"/>
              <a:gd name="connsiteX19" fmla="*/ 5846045 w 8962098"/>
              <a:gd name="connsiteY19" fmla="*/ 1286845 h 1286845"/>
              <a:gd name="connsiteX20" fmla="*/ 4977411 w 8962098"/>
              <a:gd name="connsiteY20" fmla="*/ 1286845 h 1286845"/>
              <a:gd name="connsiteX21" fmla="*/ 4198398 w 8962098"/>
              <a:gd name="connsiteY21" fmla="*/ 1286845 h 1286845"/>
              <a:gd name="connsiteX22" fmla="*/ 3419385 w 8962098"/>
              <a:gd name="connsiteY22" fmla="*/ 1286845 h 1286845"/>
              <a:gd name="connsiteX23" fmla="*/ 2640372 w 8962098"/>
              <a:gd name="connsiteY23" fmla="*/ 1286845 h 1286845"/>
              <a:gd name="connsiteX24" fmla="*/ 2130222 w 8962098"/>
              <a:gd name="connsiteY24" fmla="*/ 1286845 h 1286845"/>
              <a:gd name="connsiteX25" fmla="*/ 1261588 w 8962098"/>
              <a:gd name="connsiteY25" fmla="*/ 1286845 h 1286845"/>
              <a:gd name="connsiteX26" fmla="*/ 0 w 8962098"/>
              <a:gd name="connsiteY26" fmla="*/ 1286845 h 1286845"/>
              <a:gd name="connsiteX27" fmla="*/ 0 w 8962098"/>
              <a:gd name="connsiteY27" fmla="*/ 682028 h 1286845"/>
              <a:gd name="connsiteX28" fmla="*/ 0 w 8962098"/>
              <a:gd name="connsiteY28" fmla="*/ 0 h 128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8962098" h="1286845" fill="none" extrusionOk="0">
                <a:moveTo>
                  <a:pt x="0" y="0"/>
                </a:moveTo>
                <a:cubicBezTo>
                  <a:pt x="323707" y="1746"/>
                  <a:pt x="519600" y="-22575"/>
                  <a:pt x="779013" y="0"/>
                </a:cubicBezTo>
                <a:cubicBezTo>
                  <a:pt x="1038426" y="22575"/>
                  <a:pt x="1127153" y="17769"/>
                  <a:pt x="1378784" y="0"/>
                </a:cubicBezTo>
                <a:cubicBezTo>
                  <a:pt x="1630415" y="-17769"/>
                  <a:pt x="1826602" y="-25917"/>
                  <a:pt x="2068176" y="0"/>
                </a:cubicBezTo>
                <a:cubicBezTo>
                  <a:pt x="2309750" y="25917"/>
                  <a:pt x="2541901" y="33696"/>
                  <a:pt x="2936811" y="0"/>
                </a:cubicBezTo>
                <a:cubicBezTo>
                  <a:pt x="3331722" y="-33696"/>
                  <a:pt x="3217885" y="15624"/>
                  <a:pt x="3446961" y="0"/>
                </a:cubicBezTo>
                <a:cubicBezTo>
                  <a:pt x="3676037" y="-15624"/>
                  <a:pt x="4056719" y="-5494"/>
                  <a:pt x="4225974" y="0"/>
                </a:cubicBezTo>
                <a:cubicBezTo>
                  <a:pt x="4395229" y="5494"/>
                  <a:pt x="4542965" y="5127"/>
                  <a:pt x="4736124" y="0"/>
                </a:cubicBezTo>
                <a:cubicBezTo>
                  <a:pt x="4929283" y="-5127"/>
                  <a:pt x="5229310" y="6476"/>
                  <a:pt x="5425516" y="0"/>
                </a:cubicBezTo>
                <a:cubicBezTo>
                  <a:pt x="5621722" y="-6476"/>
                  <a:pt x="5911381" y="21489"/>
                  <a:pt x="6204529" y="0"/>
                </a:cubicBezTo>
                <a:cubicBezTo>
                  <a:pt x="6497677" y="-21489"/>
                  <a:pt x="6495650" y="-1947"/>
                  <a:pt x="6625059" y="0"/>
                </a:cubicBezTo>
                <a:cubicBezTo>
                  <a:pt x="6754468" y="1947"/>
                  <a:pt x="6884756" y="6095"/>
                  <a:pt x="7045588" y="0"/>
                </a:cubicBezTo>
                <a:cubicBezTo>
                  <a:pt x="7206420" y="-6095"/>
                  <a:pt x="7593042" y="19610"/>
                  <a:pt x="7914222" y="0"/>
                </a:cubicBezTo>
                <a:cubicBezTo>
                  <a:pt x="8235402" y="-19610"/>
                  <a:pt x="8538498" y="-22299"/>
                  <a:pt x="8962098" y="0"/>
                </a:cubicBezTo>
                <a:cubicBezTo>
                  <a:pt x="8934221" y="261304"/>
                  <a:pt x="8954026" y="386750"/>
                  <a:pt x="8962098" y="604817"/>
                </a:cubicBezTo>
                <a:cubicBezTo>
                  <a:pt x="8970170" y="822884"/>
                  <a:pt x="8985134" y="1098185"/>
                  <a:pt x="8962098" y="1286845"/>
                </a:cubicBezTo>
                <a:cubicBezTo>
                  <a:pt x="8585596" y="1280652"/>
                  <a:pt x="8517097" y="1255533"/>
                  <a:pt x="8183085" y="1286845"/>
                </a:cubicBezTo>
                <a:cubicBezTo>
                  <a:pt x="7849073" y="1318157"/>
                  <a:pt x="7633107" y="1283886"/>
                  <a:pt x="7404072" y="1286845"/>
                </a:cubicBezTo>
                <a:cubicBezTo>
                  <a:pt x="7175037" y="1289804"/>
                  <a:pt x="6998882" y="1320847"/>
                  <a:pt x="6714680" y="1286845"/>
                </a:cubicBezTo>
                <a:cubicBezTo>
                  <a:pt x="6430478" y="1252843"/>
                  <a:pt x="6186596" y="1303264"/>
                  <a:pt x="5846045" y="1286845"/>
                </a:cubicBezTo>
                <a:cubicBezTo>
                  <a:pt x="5505495" y="1270426"/>
                  <a:pt x="5386035" y="1291256"/>
                  <a:pt x="4977411" y="1286845"/>
                </a:cubicBezTo>
                <a:cubicBezTo>
                  <a:pt x="4568787" y="1282434"/>
                  <a:pt x="4379605" y="1294688"/>
                  <a:pt x="4198398" y="1286845"/>
                </a:cubicBezTo>
                <a:cubicBezTo>
                  <a:pt x="4017191" y="1279002"/>
                  <a:pt x="3797080" y="1269660"/>
                  <a:pt x="3419385" y="1286845"/>
                </a:cubicBezTo>
                <a:cubicBezTo>
                  <a:pt x="3041690" y="1304030"/>
                  <a:pt x="3025612" y="1308903"/>
                  <a:pt x="2640372" y="1286845"/>
                </a:cubicBezTo>
                <a:cubicBezTo>
                  <a:pt x="2255132" y="1264787"/>
                  <a:pt x="2269378" y="1303956"/>
                  <a:pt x="2130222" y="1286845"/>
                </a:cubicBezTo>
                <a:cubicBezTo>
                  <a:pt x="1991066" y="1269735"/>
                  <a:pt x="1610917" y="1246401"/>
                  <a:pt x="1261588" y="1286845"/>
                </a:cubicBezTo>
                <a:cubicBezTo>
                  <a:pt x="912259" y="1327289"/>
                  <a:pt x="589216" y="1246042"/>
                  <a:pt x="0" y="1286845"/>
                </a:cubicBezTo>
                <a:cubicBezTo>
                  <a:pt x="12695" y="1077408"/>
                  <a:pt x="-4546" y="962180"/>
                  <a:pt x="0" y="682028"/>
                </a:cubicBezTo>
                <a:cubicBezTo>
                  <a:pt x="4546" y="401876"/>
                  <a:pt x="6671" y="266169"/>
                  <a:pt x="0" y="0"/>
                </a:cubicBezTo>
                <a:close/>
              </a:path>
              <a:path w="8962098" h="1286845" stroke="0" extrusionOk="0">
                <a:moveTo>
                  <a:pt x="0" y="0"/>
                </a:moveTo>
                <a:cubicBezTo>
                  <a:pt x="218031" y="-16156"/>
                  <a:pt x="334791" y="21744"/>
                  <a:pt x="599771" y="0"/>
                </a:cubicBezTo>
                <a:cubicBezTo>
                  <a:pt x="864751" y="-21744"/>
                  <a:pt x="875830" y="20421"/>
                  <a:pt x="1020300" y="0"/>
                </a:cubicBezTo>
                <a:cubicBezTo>
                  <a:pt x="1164770" y="-20421"/>
                  <a:pt x="1455547" y="30819"/>
                  <a:pt x="1888935" y="0"/>
                </a:cubicBezTo>
                <a:cubicBezTo>
                  <a:pt x="2322324" y="-30819"/>
                  <a:pt x="2192000" y="-16099"/>
                  <a:pt x="2488706" y="0"/>
                </a:cubicBezTo>
                <a:cubicBezTo>
                  <a:pt x="2785412" y="16099"/>
                  <a:pt x="2870377" y="-21113"/>
                  <a:pt x="3088477" y="0"/>
                </a:cubicBezTo>
                <a:cubicBezTo>
                  <a:pt x="3306577" y="21113"/>
                  <a:pt x="3551686" y="41452"/>
                  <a:pt x="3957111" y="0"/>
                </a:cubicBezTo>
                <a:cubicBezTo>
                  <a:pt x="4362536" y="-41452"/>
                  <a:pt x="4224883" y="-19436"/>
                  <a:pt x="4467261" y="0"/>
                </a:cubicBezTo>
                <a:cubicBezTo>
                  <a:pt x="4709639" y="19436"/>
                  <a:pt x="5087256" y="-29599"/>
                  <a:pt x="5335895" y="0"/>
                </a:cubicBezTo>
                <a:cubicBezTo>
                  <a:pt x="5584534" y="29599"/>
                  <a:pt x="5851379" y="-16524"/>
                  <a:pt x="6204529" y="0"/>
                </a:cubicBezTo>
                <a:cubicBezTo>
                  <a:pt x="6557679" y="16524"/>
                  <a:pt x="6572458" y="-33168"/>
                  <a:pt x="6893922" y="0"/>
                </a:cubicBezTo>
                <a:cubicBezTo>
                  <a:pt x="7215386" y="33168"/>
                  <a:pt x="7569766" y="10694"/>
                  <a:pt x="7762556" y="0"/>
                </a:cubicBezTo>
                <a:cubicBezTo>
                  <a:pt x="7955346" y="-10694"/>
                  <a:pt x="8195647" y="-13820"/>
                  <a:pt x="8362327" y="0"/>
                </a:cubicBezTo>
                <a:cubicBezTo>
                  <a:pt x="8529007" y="13820"/>
                  <a:pt x="8745247" y="10314"/>
                  <a:pt x="8962098" y="0"/>
                </a:cubicBezTo>
                <a:cubicBezTo>
                  <a:pt x="8966957" y="276632"/>
                  <a:pt x="8952068" y="431109"/>
                  <a:pt x="8962098" y="656291"/>
                </a:cubicBezTo>
                <a:cubicBezTo>
                  <a:pt x="8972128" y="881473"/>
                  <a:pt x="8932354" y="1147388"/>
                  <a:pt x="8962098" y="1286845"/>
                </a:cubicBezTo>
                <a:cubicBezTo>
                  <a:pt x="8781002" y="1307879"/>
                  <a:pt x="8565642" y="1262372"/>
                  <a:pt x="8272706" y="1286845"/>
                </a:cubicBezTo>
                <a:cubicBezTo>
                  <a:pt x="7979770" y="1311318"/>
                  <a:pt x="7683042" y="1284600"/>
                  <a:pt x="7404072" y="1286845"/>
                </a:cubicBezTo>
                <a:cubicBezTo>
                  <a:pt x="7125102" y="1289090"/>
                  <a:pt x="6868285" y="1257977"/>
                  <a:pt x="6714680" y="1286845"/>
                </a:cubicBezTo>
                <a:cubicBezTo>
                  <a:pt x="6561075" y="1315713"/>
                  <a:pt x="6413199" y="1273054"/>
                  <a:pt x="6294150" y="1286845"/>
                </a:cubicBezTo>
                <a:cubicBezTo>
                  <a:pt x="6175101" y="1300637"/>
                  <a:pt x="5956698" y="1289525"/>
                  <a:pt x="5784000" y="1286845"/>
                </a:cubicBezTo>
                <a:cubicBezTo>
                  <a:pt x="5611302" y="1284166"/>
                  <a:pt x="5188352" y="1278855"/>
                  <a:pt x="4915366" y="1286845"/>
                </a:cubicBezTo>
                <a:cubicBezTo>
                  <a:pt x="4642380" y="1294835"/>
                  <a:pt x="4558183" y="1274457"/>
                  <a:pt x="4225974" y="1286845"/>
                </a:cubicBezTo>
                <a:cubicBezTo>
                  <a:pt x="3893765" y="1299233"/>
                  <a:pt x="3892084" y="1284930"/>
                  <a:pt x="3715824" y="1286845"/>
                </a:cubicBezTo>
                <a:cubicBezTo>
                  <a:pt x="3539564" y="1288761"/>
                  <a:pt x="3264189" y="1306529"/>
                  <a:pt x="3026432" y="1286845"/>
                </a:cubicBezTo>
                <a:cubicBezTo>
                  <a:pt x="2788675" y="1267161"/>
                  <a:pt x="2780660" y="1300182"/>
                  <a:pt x="2605902" y="1286845"/>
                </a:cubicBezTo>
                <a:cubicBezTo>
                  <a:pt x="2431144" y="1273509"/>
                  <a:pt x="2365175" y="1291033"/>
                  <a:pt x="2185373" y="1286845"/>
                </a:cubicBezTo>
                <a:cubicBezTo>
                  <a:pt x="2005571" y="1282657"/>
                  <a:pt x="1694455" y="1294403"/>
                  <a:pt x="1495981" y="1286845"/>
                </a:cubicBezTo>
                <a:cubicBezTo>
                  <a:pt x="1297507" y="1279287"/>
                  <a:pt x="1146318" y="1300394"/>
                  <a:pt x="985831" y="1286845"/>
                </a:cubicBezTo>
                <a:cubicBezTo>
                  <a:pt x="825344" y="1273297"/>
                  <a:pt x="479681" y="1333130"/>
                  <a:pt x="0" y="1286845"/>
                </a:cubicBezTo>
                <a:cubicBezTo>
                  <a:pt x="-18761" y="999225"/>
                  <a:pt x="-19184" y="822386"/>
                  <a:pt x="0" y="669159"/>
                </a:cubicBezTo>
                <a:cubicBezTo>
                  <a:pt x="19184" y="515932"/>
                  <a:pt x="31042" y="228116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180000" rIns="288000" bIns="180000">
            <a:spAutoFit/>
          </a:bodyPr>
          <a:lstStyle/>
          <a:p>
            <a:pPr defTabSz="360000"/>
            <a:r>
              <a:rPr lang="en-US" altLang="ko-KR" sz="100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object_ptr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</a:t>
            </a:r>
            <a:r>
              <a:rPr lang="en-US" altLang="ko-KR" sz="100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joo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	temp_1 = make_object&lt;</a:t>
            </a:r>
            <a:r>
              <a:rPr lang="en-US" altLang="ko-KR" sz="100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joo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&gt;();</a:t>
            </a:r>
            <a:endParaRPr lang="ko-KR" altLang="en-US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defTabSz="360000"/>
            <a:r>
              <a:rPr lang="en-US" altLang="ko-KR" sz="100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own_ptr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</a:t>
            </a:r>
            <a:r>
              <a:rPr lang="en-US" altLang="ko-KR" sz="100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joo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&gt;temp_2 = make_own&lt;</a:t>
            </a:r>
            <a:r>
              <a:rPr lang="en-US" altLang="ko-KR" sz="100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joo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&gt;();</a:t>
            </a:r>
            <a:endParaRPr lang="ko-KR" altLang="en-US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defTabSz="360000"/>
            <a:br>
              <a:rPr lang="en-US" altLang="ko-KR" sz="100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</a:br>
            <a:r>
              <a:rPr lang="en-US" altLang="ko-KR" sz="100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temp_1 = temp2</a:t>
            </a:r>
            <a:r>
              <a:rPr lang="en-US" altLang="ko-KR" sz="1000" b="1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Okay~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own_ptr&lt;T&gt;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는 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object_ptr&lt;T&gt;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에 대입이 가능하다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</a:t>
            </a:r>
          </a:p>
          <a:p>
            <a:pPr defTabSz="360000"/>
            <a:endParaRPr lang="en-US" altLang="ko-KR" sz="1000" b="1">
              <a:solidFill>
                <a:srgbClr val="00B05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defTabSz="360000"/>
            <a:r>
              <a:rPr lang="en-US" altLang="ko-KR" sz="100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temp_1 = std::move(temp_2); 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okay~ own_ptr&lt;T&gt;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에서 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object_ptr&lt;T&gt;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로 이동도 가능하다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B860CB-D743-40B7-82A2-71DA0B7A7680}"/>
              </a:ext>
            </a:extLst>
          </p:cNvPr>
          <p:cNvSpPr txBox="1"/>
          <p:nvPr/>
        </p:nvSpPr>
        <p:spPr>
          <a:xfrm>
            <a:off x="1419932" y="2460426"/>
            <a:ext cx="9864321" cy="603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즉 다른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own_ptr&lt;T&gt;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에 같은 객체 포인터가 존재할 수 없다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하지만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own_ptr&lt;T&gt;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에 객체 포인터는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object_ptr&lt;T&gt;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에는 얼마든지 존재할 수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75653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3F35C4D0-5527-4C8C-92DE-905215EB1E7B}"/>
              </a:ext>
            </a:extLst>
          </p:cNvPr>
          <p:cNvSpPr/>
          <p:nvPr/>
        </p:nvSpPr>
        <p:spPr>
          <a:xfrm>
            <a:off x="1732505" y="3673084"/>
            <a:ext cx="8962098" cy="1440734"/>
          </a:xfrm>
          <a:custGeom>
            <a:avLst/>
            <a:gdLst>
              <a:gd name="connsiteX0" fmla="*/ 0 w 8962098"/>
              <a:gd name="connsiteY0" fmla="*/ 0 h 1440734"/>
              <a:gd name="connsiteX1" fmla="*/ 779013 w 8962098"/>
              <a:gd name="connsiteY1" fmla="*/ 0 h 1440734"/>
              <a:gd name="connsiteX2" fmla="*/ 1647647 w 8962098"/>
              <a:gd name="connsiteY2" fmla="*/ 0 h 1440734"/>
              <a:gd name="connsiteX3" fmla="*/ 2157797 w 8962098"/>
              <a:gd name="connsiteY3" fmla="*/ 0 h 1440734"/>
              <a:gd name="connsiteX4" fmla="*/ 2936811 w 8962098"/>
              <a:gd name="connsiteY4" fmla="*/ 0 h 1440734"/>
              <a:gd name="connsiteX5" fmla="*/ 3446961 w 8962098"/>
              <a:gd name="connsiteY5" fmla="*/ 0 h 1440734"/>
              <a:gd name="connsiteX6" fmla="*/ 4136353 w 8962098"/>
              <a:gd name="connsiteY6" fmla="*/ 0 h 1440734"/>
              <a:gd name="connsiteX7" fmla="*/ 4915366 w 8962098"/>
              <a:gd name="connsiteY7" fmla="*/ 0 h 1440734"/>
              <a:gd name="connsiteX8" fmla="*/ 5335895 w 8962098"/>
              <a:gd name="connsiteY8" fmla="*/ 0 h 1440734"/>
              <a:gd name="connsiteX9" fmla="*/ 5756424 w 8962098"/>
              <a:gd name="connsiteY9" fmla="*/ 0 h 1440734"/>
              <a:gd name="connsiteX10" fmla="*/ 6625059 w 8962098"/>
              <a:gd name="connsiteY10" fmla="*/ 0 h 1440734"/>
              <a:gd name="connsiteX11" fmla="*/ 7314451 w 8962098"/>
              <a:gd name="connsiteY11" fmla="*/ 0 h 1440734"/>
              <a:gd name="connsiteX12" fmla="*/ 7734980 w 8962098"/>
              <a:gd name="connsiteY12" fmla="*/ 0 h 1440734"/>
              <a:gd name="connsiteX13" fmla="*/ 8962098 w 8962098"/>
              <a:gd name="connsiteY13" fmla="*/ 0 h 1440734"/>
              <a:gd name="connsiteX14" fmla="*/ 8962098 w 8962098"/>
              <a:gd name="connsiteY14" fmla="*/ 509059 h 1440734"/>
              <a:gd name="connsiteX15" fmla="*/ 8962098 w 8962098"/>
              <a:gd name="connsiteY15" fmla="*/ 960489 h 1440734"/>
              <a:gd name="connsiteX16" fmla="*/ 8962098 w 8962098"/>
              <a:gd name="connsiteY16" fmla="*/ 1440734 h 1440734"/>
              <a:gd name="connsiteX17" fmla="*/ 8541569 w 8962098"/>
              <a:gd name="connsiteY17" fmla="*/ 1440734 h 1440734"/>
              <a:gd name="connsiteX18" fmla="*/ 7672935 w 8962098"/>
              <a:gd name="connsiteY18" fmla="*/ 1440734 h 1440734"/>
              <a:gd name="connsiteX19" fmla="*/ 6893922 w 8962098"/>
              <a:gd name="connsiteY19" fmla="*/ 1440734 h 1440734"/>
              <a:gd name="connsiteX20" fmla="*/ 6114908 w 8962098"/>
              <a:gd name="connsiteY20" fmla="*/ 1440734 h 1440734"/>
              <a:gd name="connsiteX21" fmla="*/ 5335895 w 8962098"/>
              <a:gd name="connsiteY21" fmla="*/ 1440734 h 1440734"/>
              <a:gd name="connsiteX22" fmla="*/ 4825745 w 8962098"/>
              <a:gd name="connsiteY22" fmla="*/ 1440734 h 1440734"/>
              <a:gd name="connsiteX23" fmla="*/ 3957111 w 8962098"/>
              <a:gd name="connsiteY23" fmla="*/ 1440734 h 1440734"/>
              <a:gd name="connsiteX24" fmla="*/ 3267719 w 8962098"/>
              <a:gd name="connsiteY24" fmla="*/ 1440734 h 1440734"/>
              <a:gd name="connsiteX25" fmla="*/ 2847190 w 8962098"/>
              <a:gd name="connsiteY25" fmla="*/ 1440734 h 1440734"/>
              <a:gd name="connsiteX26" fmla="*/ 2157797 w 8962098"/>
              <a:gd name="connsiteY26" fmla="*/ 1440734 h 1440734"/>
              <a:gd name="connsiteX27" fmla="*/ 1558026 w 8962098"/>
              <a:gd name="connsiteY27" fmla="*/ 1440734 h 1440734"/>
              <a:gd name="connsiteX28" fmla="*/ 958255 w 8962098"/>
              <a:gd name="connsiteY28" fmla="*/ 1440734 h 1440734"/>
              <a:gd name="connsiteX29" fmla="*/ 0 w 8962098"/>
              <a:gd name="connsiteY29" fmla="*/ 1440734 h 1440734"/>
              <a:gd name="connsiteX30" fmla="*/ 0 w 8962098"/>
              <a:gd name="connsiteY30" fmla="*/ 974897 h 1440734"/>
              <a:gd name="connsiteX31" fmla="*/ 0 w 8962098"/>
              <a:gd name="connsiteY31" fmla="*/ 480245 h 1440734"/>
              <a:gd name="connsiteX32" fmla="*/ 0 w 8962098"/>
              <a:gd name="connsiteY32" fmla="*/ 0 h 1440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62098" h="1440734" fill="none" extrusionOk="0">
                <a:moveTo>
                  <a:pt x="0" y="0"/>
                </a:moveTo>
                <a:cubicBezTo>
                  <a:pt x="282608" y="16515"/>
                  <a:pt x="455323" y="-36713"/>
                  <a:pt x="779013" y="0"/>
                </a:cubicBezTo>
                <a:cubicBezTo>
                  <a:pt x="1102703" y="36713"/>
                  <a:pt x="1255799" y="37349"/>
                  <a:pt x="1647647" y="0"/>
                </a:cubicBezTo>
                <a:cubicBezTo>
                  <a:pt x="2039495" y="-37349"/>
                  <a:pt x="1928721" y="15624"/>
                  <a:pt x="2157797" y="0"/>
                </a:cubicBezTo>
                <a:cubicBezTo>
                  <a:pt x="2386873" y="-15624"/>
                  <a:pt x="2766423" y="-9143"/>
                  <a:pt x="2936811" y="0"/>
                </a:cubicBezTo>
                <a:cubicBezTo>
                  <a:pt x="3107199" y="9143"/>
                  <a:pt x="3253802" y="5127"/>
                  <a:pt x="3446961" y="0"/>
                </a:cubicBezTo>
                <a:cubicBezTo>
                  <a:pt x="3640120" y="-5127"/>
                  <a:pt x="3940147" y="6476"/>
                  <a:pt x="4136353" y="0"/>
                </a:cubicBezTo>
                <a:cubicBezTo>
                  <a:pt x="4332559" y="-6476"/>
                  <a:pt x="4622218" y="21489"/>
                  <a:pt x="4915366" y="0"/>
                </a:cubicBezTo>
                <a:cubicBezTo>
                  <a:pt x="5208514" y="-21489"/>
                  <a:pt x="5211599" y="5918"/>
                  <a:pt x="5335895" y="0"/>
                </a:cubicBezTo>
                <a:cubicBezTo>
                  <a:pt x="5460191" y="-5918"/>
                  <a:pt x="5595592" y="6095"/>
                  <a:pt x="5756424" y="0"/>
                </a:cubicBezTo>
                <a:cubicBezTo>
                  <a:pt x="5917256" y="-6095"/>
                  <a:pt x="6301505" y="16145"/>
                  <a:pt x="6625059" y="0"/>
                </a:cubicBezTo>
                <a:cubicBezTo>
                  <a:pt x="6948614" y="-16145"/>
                  <a:pt x="7117470" y="9582"/>
                  <a:pt x="7314451" y="0"/>
                </a:cubicBezTo>
                <a:cubicBezTo>
                  <a:pt x="7511432" y="-9582"/>
                  <a:pt x="7563276" y="20063"/>
                  <a:pt x="7734980" y="0"/>
                </a:cubicBezTo>
                <a:cubicBezTo>
                  <a:pt x="7906684" y="-20063"/>
                  <a:pt x="8537676" y="-34668"/>
                  <a:pt x="8962098" y="0"/>
                </a:cubicBezTo>
                <a:cubicBezTo>
                  <a:pt x="8977724" y="204272"/>
                  <a:pt x="8982683" y="354816"/>
                  <a:pt x="8962098" y="509059"/>
                </a:cubicBezTo>
                <a:cubicBezTo>
                  <a:pt x="8941513" y="663302"/>
                  <a:pt x="8953717" y="761294"/>
                  <a:pt x="8962098" y="960489"/>
                </a:cubicBezTo>
                <a:cubicBezTo>
                  <a:pt x="8970480" y="1159684"/>
                  <a:pt x="8949578" y="1324384"/>
                  <a:pt x="8962098" y="1440734"/>
                </a:cubicBezTo>
                <a:cubicBezTo>
                  <a:pt x="8830106" y="1457333"/>
                  <a:pt x="8637033" y="1433048"/>
                  <a:pt x="8541569" y="1440734"/>
                </a:cubicBezTo>
                <a:cubicBezTo>
                  <a:pt x="8446105" y="1448420"/>
                  <a:pt x="8081559" y="1445145"/>
                  <a:pt x="7672935" y="1440734"/>
                </a:cubicBezTo>
                <a:cubicBezTo>
                  <a:pt x="7264311" y="1436323"/>
                  <a:pt x="7075129" y="1448577"/>
                  <a:pt x="6893922" y="1440734"/>
                </a:cubicBezTo>
                <a:cubicBezTo>
                  <a:pt x="6712715" y="1432891"/>
                  <a:pt x="6492900" y="1424843"/>
                  <a:pt x="6114908" y="1440734"/>
                </a:cubicBezTo>
                <a:cubicBezTo>
                  <a:pt x="5736916" y="1456625"/>
                  <a:pt x="5721135" y="1462792"/>
                  <a:pt x="5335895" y="1440734"/>
                </a:cubicBezTo>
                <a:cubicBezTo>
                  <a:pt x="4950655" y="1418676"/>
                  <a:pt x="4964901" y="1457845"/>
                  <a:pt x="4825745" y="1440734"/>
                </a:cubicBezTo>
                <a:cubicBezTo>
                  <a:pt x="4686589" y="1423624"/>
                  <a:pt x="4306440" y="1400290"/>
                  <a:pt x="3957111" y="1440734"/>
                </a:cubicBezTo>
                <a:cubicBezTo>
                  <a:pt x="3607782" y="1481178"/>
                  <a:pt x="3480145" y="1467804"/>
                  <a:pt x="3267719" y="1440734"/>
                </a:cubicBezTo>
                <a:cubicBezTo>
                  <a:pt x="3055293" y="1413664"/>
                  <a:pt x="2949529" y="1428155"/>
                  <a:pt x="2847190" y="1440734"/>
                </a:cubicBezTo>
                <a:cubicBezTo>
                  <a:pt x="2744851" y="1453313"/>
                  <a:pt x="2367997" y="1438520"/>
                  <a:pt x="2157797" y="1440734"/>
                </a:cubicBezTo>
                <a:cubicBezTo>
                  <a:pt x="1947597" y="1442948"/>
                  <a:pt x="1801889" y="1466633"/>
                  <a:pt x="1558026" y="1440734"/>
                </a:cubicBezTo>
                <a:cubicBezTo>
                  <a:pt x="1314163" y="1414835"/>
                  <a:pt x="1208344" y="1451057"/>
                  <a:pt x="958255" y="1440734"/>
                </a:cubicBezTo>
                <a:cubicBezTo>
                  <a:pt x="708166" y="1430411"/>
                  <a:pt x="418131" y="1487744"/>
                  <a:pt x="0" y="1440734"/>
                </a:cubicBezTo>
                <a:cubicBezTo>
                  <a:pt x="19986" y="1218065"/>
                  <a:pt x="20636" y="1103683"/>
                  <a:pt x="0" y="974897"/>
                </a:cubicBezTo>
                <a:cubicBezTo>
                  <a:pt x="-20636" y="846111"/>
                  <a:pt x="24147" y="712769"/>
                  <a:pt x="0" y="480245"/>
                </a:cubicBezTo>
                <a:cubicBezTo>
                  <a:pt x="-24147" y="247721"/>
                  <a:pt x="17128" y="123554"/>
                  <a:pt x="0" y="0"/>
                </a:cubicBezTo>
                <a:close/>
              </a:path>
              <a:path w="8962098" h="1440734" stroke="0" extrusionOk="0">
                <a:moveTo>
                  <a:pt x="0" y="0"/>
                </a:moveTo>
                <a:cubicBezTo>
                  <a:pt x="218031" y="-16156"/>
                  <a:pt x="334791" y="21744"/>
                  <a:pt x="599771" y="0"/>
                </a:cubicBezTo>
                <a:cubicBezTo>
                  <a:pt x="864751" y="-21744"/>
                  <a:pt x="875830" y="20421"/>
                  <a:pt x="1020300" y="0"/>
                </a:cubicBezTo>
                <a:cubicBezTo>
                  <a:pt x="1164770" y="-20421"/>
                  <a:pt x="1455547" y="30819"/>
                  <a:pt x="1888935" y="0"/>
                </a:cubicBezTo>
                <a:cubicBezTo>
                  <a:pt x="2322324" y="-30819"/>
                  <a:pt x="2192000" y="-16099"/>
                  <a:pt x="2488706" y="0"/>
                </a:cubicBezTo>
                <a:cubicBezTo>
                  <a:pt x="2785412" y="16099"/>
                  <a:pt x="2870377" y="-21113"/>
                  <a:pt x="3088477" y="0"/>
                </a:cubicBezTo>
                <a:cubicBezTo>
                  <a:pt x="3306577" y="21113"/>
                  <a:pt x="3551686" y="41452"/>
                  <a:pt x="3957111" y="0"/>
                </a:cubicBezTo>
                <a:cubicBezTo>
                  <a:pt x="4362536" y="-41452"/>
                  <a:pt x="4224883" y="-19436"/>
                  <a:pt x="4467261" y="0"/>
                </a:cubicBezTo>
                <a:cubicBezTo>
                  <a:pt x="4709639" y="19436"/>
                  <a:pt x="5087256" y="-29599"/>
                  <a:pt x="5335895" y="0"/>
                </a:cubicBezTo>
                <a:cubicBezTo>
                  <a:pt x="5584534" y="29599"/>
                  <a:pt x="5851379" y="-16524"/>
                  <a:pt x="6204529" y="0"/>
                </a:cubicBezTo>
                <a:cubicBezTo>
                  <a:pt x="6557679" y="16524"/>
                  <a:pt x="6572458" y="-33168"/>
                  <a:pt x="6893922" y="0"/>
                </a:cubicBezTo>
                <a:cubicBezTo>
                  <a:pt x="7215386" y="33168"/>
                  <a:pt x="7569766" y="10694"/>
                  <a:pt x="7762556" y="0"/>
                </a:cubicBezTo>
                <a:cubicBezTo>
                  <a:pt x="7955346" y="-10694"/>
                  <a:pt x="8195647" y="-13820"/>
                  <a:pt x="8362327" y="0"/>
                </a:cubicBezTo>
                <a:cubicBezTo>
                  <a:pt x="8529007" y="13820"/>
                  <a:pt x="8745247" y="10314"/>
                  <a:pt x="8962098" y="0"/>
                </a:cubicBezTo>
                <a:cubicBezTo>
                  <a:pt x="8975383" y="187937"/>
                  <a:pt x="8984780" y="359004"/>
                  <a:pt x="8962098" y="494652"/>
                </a:cubicBezTo>
                <a:cubicBezTo>
                  <a:pt x="8939416" y="630300"/>
                  <a:pt x="8967096" y="763108"/>
                  <a:pt x="8962098" y="974897"/>
                </a:cubicBezTo>
                <a:cubicBezTo>
                  <a:pt x="8957100" y="1186687"/>
                  <a:pt x="8969615" y="1340381"/>
                  <a:pt x="8962098" y="1440734"/>
                </a:cubicBezTo>
                <a:cubicBezTo>
                  <a:pt x="8677356" y="1468329"/>
                  <a:pt x="8444603" y="1409824"/>
                  <a:pt x="8183085" y="1440734"/>
                </a:cubicBezTo>
                <a:cubicBezTo>
                  <a:pt x="7921567" y="1471644"/>
                  <a:pt x="7647298" y="1411866"/>
                  <a:pt x="7493693" y="1440734"/>
                </a:cubicBezTo>
                <a:cubicBezTo>
                  <a:pt x="7340088" y="1469602"/>
                  <a:pt x="7192212" y="1426943"/>
                  <a:pt x="7073163" y="1440734"/>
                </a:cubicBezTo>
                <a:cubicBezTo>
                  <a:pt x="6954114" y="1454526"/>
                  <a:pt x="6735711" y="1443414"/>
                  <a:pt x="6563013" y="1440734"/>
                </a:cubicBezTo>
                <a:cubicBezTo>
                  <a:pt x="6390315" y="1438055"/>
                  <a:pt x="5967365" y="1432744"/>
                  <a:pt x="5694379" y="1440734"/>
                </a:cubicBezTo>
                <a:cubicBezTo>
                  <a:pt x="5421393" y="1448724"/>
                  <a:pt x="5337196" y="1428346"/>
                  <a:pt x="5004987" y="1440734"/>
                </a:cubicBezTo>
                <a:cubicBezTo>
                  <a:pt x="4672778" y="1453122"/>
                  <a:pt x="4671097" y="1438819"/>
                  <a:pt x="4494837" y="1440734"/>
                </a:cubicBezTo>
                <a:cubicBezTo>
                  <a:pt x="4318577" y="1442650"/>
                  <a:pt x="4043202" y="1460418"/>
                  <a:pt x="3805445" y="1440734"/>
                </a:cubicBezTo>
                <a:cubicBezTo>
                  <a:pt x="3567688" y="1421050"/>
                  <a:pt x="3559673" y="1454071"/>
                  <a:pt x="3384915" y="1440734"/>
                </a:cubicBezTo>
                <a:cubicBezTo>
                  <a:pt x="3210157" y="1427398"/>
                  <a:pt x="3144188" y="1444922"/>
                  <a:pt x="2964386" y="1440734"/>
                </a:cubicBezTo>
                <a:cubicBezTo>
                  <a:pt x="2784584" y="1436546"/>
                  <a:pt x="2473468" y="1448292"/>
                  <a:pt x="2274994" y="1440734"/>
                </a:cubicBezTo>
                <a:cubicBezTo>
                  <a:pt x="2076520" y="1433176"/>
                  <a:pt x="1925331" y="1454283"/>
                  <a:pt x="1764844" y="1440734"/>
                </a:cubicBezTo>
                <a:cubicBezTo>
                  <a:pt x="1604357" y="1427186"/>
                  <a:pt x="1354078" y="1419614"/>
                  <a:pt x="985831" y="1440734"/>
                </a:cubicBezTo>
                <a:cubicBezTo>
                  <a:pt x="617584" y="1461854"/>
                  <a:pt x="373613" y="1391511"/>
                  <a:pt x="0" y="1440734"/>
                </a:cubicBezTo>
                <a:cubicBezTo>
                  <a:pt x="17975" y="1214774"/>
                  <a:pt x="-21443" y="1047356"/>
                  <a:pt x="0" y="946082"/>
                </a:cubicBezTo>
                <a:cubicBezTo>
                  <a:pt x="21443" y="844808"/>
                  <a:pt x="14217" y="558012"/>
                  <a:pt x="0" y="451430"/>
                </a:cubicBezTo>
                <a:cubicBezTo>
                  <a:pt x="-14217" y="344848"/>
                  <a:pt x="4987" y="182294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180000" rIns="288000" bIns="180000">
            <a:spAutoFit/>
          </a:bodyPr>
          <a:lstStyle/>
          <a:p>
            <a:pPr defTabSz="360000"/>
            <a:r>
              <a:rPr lang="en-US" altLang="ko-KR" sz="100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object_ptr&lt;koo&gt; temp_a;</a:t>
            </a:r>
          </a:p>
          <a:p>
            <a:pPr defTabSz="360000"/>
            <a:r>
              <a:rPr lang="en-US" altLang="ko-KR" sz="100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pPr defTabSz="360000"/>
            <a:r>
              <a:rPr lang="en-US" altLang="ko-KR" sz="100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own_ptr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&lt;k</a:t>
            </a:r>
            <a:r>
              <a:rPr lang="en-US" altLang="ko-KR" sz="100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oo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 temp_b = make_own&lt;k</a:t>
            </a:r>
            <a:r>
              <a:rPr lang="en-US" altLang="ko-KR" sz="100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oo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&gt;();</a:t>
            </a:r>
            <a:endParaRPr lang="ko-KR" altLang="en-US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defTabSz="360000"/>
            <a:r>
              <a:rPr lang="en-US" altLang="ko-KR" sz="100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temp_a = temp_b;   </a:t>
            </a:r>
            <a:br>
              <a:rPr lang="en-US" altLang="ko-KR" sz="100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</a:br>
            <a:r>
              <a:rPr lang="en-US" altLang="ko-KR" sz="100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…</a:t>
            </a:r>
            <a:br>
              <a:rPr lang="en-US" altLang="ko-KR" sz="100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</a:br>
            <a:r>
              <a:rPr lang="en-US" altLang="ko-KR" sz="100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이 블록이 끝나도 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temp_b 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객체가 소멸되지는 않는다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 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하지만 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temp_b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의 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destroy()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함수는 호출된다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</a:t>
            </a:r>
            <a:endParaRPr lang="en-US" altLang="ko-KR" sz="1000">
              <a:solidFill>
                <a:srgbClr val="2B91AF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defTabSz="360000"/>
            <a:r>
              <a:rPr lang="en-US" altLang="ko-KR" sz="100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D1A0A4-3BBF-473D-B6F6-765C2E02345A}"/>
              </a:ext>
            </a:extLst>
          </p:cNvPr>
          <p:cNvSpPr txBox="1"/>
          <p:nvPr/>
        </p:nvSpPr>
        <p:spPr>
          <a:xfrm>
            <a:off x="1855892" y="-11382"/>
            <a:ext cx="4114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own_ptr&lt;T&gt; &amp;</a:t>
            </a:r>
            <a:r>
              <a:rPr lang="ko-KR" altLang="en-US" b="1" dirty="0"/>
              <a:t> </a:t>
            </a:r>
            <a:r>
              <a:rPr lang="en-US" altLang="ko-KR" b="1" dirty="0" err="1"/>
              <a:t>Idestroyable</a:t>
            </a:r>
            <a:r>
              <a:rPr lang="en-US" altLang="ko-KR" b="1" dirty="0"/>
              <a:t> : what?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A2105E-14D1-4432-8536-C8D29B2DD845}"/>
              </a:ext>
            </a:extLst>
          </p:cNvPr>
          <p:cNvSpPr txBox="1"/>
          <p:nvPr/>
        </p:nvSpPr>
        <p:spPr>
          <a:xfrm>
            <a:off x="1419932" y="620713"/>
            <a:ext cx="9864321" cy="880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own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_ptr&lt;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T&gt;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은 소멸될 때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Idestoryable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클래스의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destroy()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함수를 호출해 준다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아래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‘koo’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클래스처럼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Idestroy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을 상속받고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destroy()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함수를 정의해 놓았다면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…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86ADFB-B5C7-4BD5-BE49-926036824C84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B93640-ABDC-4F42-9C1A-02ED41CAF266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3F1DCE0-1223-45B7-AD92-F4A3310894AE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B860CB-D743-40B7-82A2-71DA0B7A7680}"/>
              </a:ext>
            </a:extLst>
          </p:cNvPr>
          <p:cNvSpPr txBox="1"/>
          <p:nvPr/>
        </p:nvSpPr>
        <p:spPr>
          <a:xfrm>
            <a:off x="1419932" y="3270547"/>
            <a:ext cx="9864321" cy="326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own_ptr&lt;koo&gt;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객체인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temp_b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가 소멸될 때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destroy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가 호출된다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9EC12B0-0F55-4C2F-86B4-DDDDF4655CE5}"/>
              </a:ext>
            </a:extLst>
          </p:cNvPr>
          <p:cNvSpPr/>
          <p:nvPr/>
        </p:nvSpPr>
        <p:spPr>
          <a:xfrm>
            <a:off x="1732505" y="1550825"/>
            <a:ext cx="8962098" cy="1594622"/>
          </a:xfrm>
          <a:custGeom>
            <a:avLst/>
            <a:gdLst>
              <a:gd name="connsiteX0" fmla="*/ 0 w 8962098"/>
              <a:gd name="connsiteY0" fmla="*/ 0 h 1594622"/>
              <a:gd name="connsiteX1" fmla="*/ 510150 w 8962098"/>
              <a:gd name="connsiteY1" fmla="*/ 0 h 1594622"/>
              <a:gd name="connsiteX2" fmla="*/ 930679 w 8962098"/>
              <a:gd name="connsiteY2" fmla="*/ 0 h 1594622"/>
              <a:gd name="connsiteX3" fmla="*/ 1440830 w 8962098"/>
              <a:gd name="connsiteY3" fmla="*/ 0 h 1594622"/>
              <a:gd name="connsiteX4" fmla="*/ 2040601 w 8962098"/>
              <a:gd name="connsiteY4" fmla="*/ 0 h 1594622"/>
              <a:gd name="connsiteX5" fmla="*/ 2461130 w 8962098"/>
              <a:gd name="connsiteY5" fmla="*/ 0 h 1594622"/>
              <a:gd name="connsiteX6" fmla="*/ 3060901 w 8962098"/>
              <a:gd name="connsiteY6" fmla="*/ 0 h 1594622"/>
              <a:gd name="connsiteX7" fmla="*/ 3660672 w 8962098"/>
              <a:gd name="connsiteY7" fmla="*/ 0 h 1594622"/>
              <a:gd name="connsiteX8" fmla="*/ 4439685 w 8962098"/>
              <a:gd name="connsiteY8" fmla="*/ 0 h 1594622"/>
              <a:gd name="connsiteX9" fmla="*/ 4860215 w 8962098"/>
              <a:gd name="connsiteY9" fmla="*/ 0 h 1594622"/>
              <a:gd name="connsiteX10" fmla="*/ 5549607 w 8962098"/>
              <a:gd name="connsiteY10" fmla="*/ 0 h 1594622"/>
              <a:gd name="connsiteX11" fmla="*/ 6059757 w 8962098"/>
              <a:gd name="connsiteY11" fmla="*/ 0 h 1594622"/>
              <a:gd name="connsiteX12" fmla="*/ 6480286 w 8962098"/>
              <a:gd name="connsiteY12" fmla="*/ 0 h 1594622"/>
              <a:gd name="connsiteX13" fmla="*/ 7348920 w 8962098"/>
              <a:gd name="connsiteY13" fmla="*/ 0 h 1594622"/>
              <a:gd name="connsiteX14" fmla="*/ 7948692 w 8962098"/>
              <a:gd name="connsiteY14" fmla="*/ 0 h 1594622"/>
              <a:gd name="connsiteX15" fmla="*/ 8962098 w 8962098"/>
              <a:gd name="connsiteY15" fmla="*/ 0 h 1594622"/>
              <a:gd name="connsiteX16" fmla="*/ 8962098 w 8962098"/>
              <a:gd name="connsiteY16" fmla="*/ 531541 h 1594622"/>
              <a:gd name="connsiteX17" fmla="*/ 8962098 w 8962098"/>
              <a:gd name="connsiteY17" fmla="*/ 1063081 h 1594622"/>
              <a:gd name="connsiteX18" fmla="*/ 8962098 w 8962098"/>
              <a:gd name="connsiteY18" fmla="*/ 1594622 h 1594622"/>
              <a:gd name="connsiteX19" fmla="*/ 8451948 w 8962098"/>
              <a:gd name="connsiteY19" fmla="*/ 1594622 h 1594622"/>
              <a:gd name="connsiteX20" fmla="*/ 7762556 w 8962098"/>
              <a:gd name="connsiteY20" fmla="*/ 1594622 h 1594622"/>
              <a:gd name="connsiteX21" fmla="*/ 7073163 w 8962098"/>
              <a:gd name="connsiteY21" fmla="*/ 1594622 h 1594622"/>
              <a:gd name="connsiteX22" fmla="*/ 6473392 w 8962098"/>
              <a:gd name="connsiteY22" fmla="*/ 1594622 h 1594622"/>
              <a:gd name="connsiteX23" fmla="*/ 5694379 w 8962098"/>
              <a:gd name="connsiteY23" fmla="*/ 1594622 h 1594622"/>
              <a:gd name="connsiteX24" fmla="*/ 5094608 w 8962098"/>
              <a:gd name="connsiteY24" fmla="*/ 1594622 h 1594622"/>
              <a:gd name="connsiteX25" fmla="*/ 4315595 w 8962098"/>
              <a:gd name="connsiteY25" fmla="*/ 1594622 h 1594622"/>
              <a:gd name="connsiteX26" fmla="*/ 3805445 w 8962098"/>
              <a:gd name="connsiteY26" fmla="*/ 1594622 h 1594622"/>
              <a:gd name="connsiteX27" fmla="*/ 3295294 w 8962098"/>
              <a:gd name="connsiteY27" fmla="*/ 1594622 h 1594622"/>
              <a:gd name="connsiteX28" fmla="*/ 2516281 w 8962098"/>
              <a:gd name="connsiteY28" fmla="*/ 1594622 h 1594622"/>
              <a:gd name="connsiteX29" fmla="*/ 1916510 w 8962098"/>
              <a:gd name="connsiteY29" fmla="*/ 1594622 h 1594622"/>
              <a:gd name="connsiteX30" fmla="*/ 1227118 w 8962098"/>
              <a:gd name="connsiteY30" fmla="*/ 1594622 h 1594622"/>
              <a:gd name="connsiteX31" fmla="*/ 627347 w 8962098"/>
              <a:gd name="connsiteY31" fmla="*/ 1594622 h 1594622"/>
              <a:gd name="connsiteX32" fmla="*/ 0 w 8962098"/>
              <a:gd name="connsiteY32" fmla="*/ 1594622 h 1594622"/>
              <a:gd name="connsiteX33" fmla="*/ 0 w 8962098"/>
              <a:gd name="connsiteY33" fmla="*/ 1031189 h 1594622"/>
              <a:gd name="connsiteX34" fmla="*/ 0 w 8962098"/>
              <a:gd name="connsiteY34" fmla="*/ 547487 h 1594622"/>
              <a:gd name="connsiteX35" fmla="*/ 0 w 8962098"/>
              <a:gd name="connsiteY35" fmla="*/ 0 h 1594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8962098" h="1594622" fill="none" extrusionOk="0">
                <a:moveTo>
                  <a:pt x="0" y="0"/>
                </a:moveTo>
                <a:cubicBezTo>
                  <a:pt x="180912" y="-9047"/>
                  <a:pt x="382992" y="-5112"/>
                  <a:pt x="510150" y="0"/>
                </a:cubicBezTo>
                <a:cubicBezTo>
                  <a:pt x="637308" y="5112"/>
                  <a:pt x="802085" y="-9074"/>
                  <a:pt x="930679" y="0"/>
                </a:cubicBezTo>
                <a:cubicBezTo>
                  <a:pt x="1059273" y="9074"/>
                  <a:pt x="1240044" y="4253"/>
                  <a:pt x="1440830" y="0"/>
                </a:cubicBezTo>
                <a:cubicBezTo>
                  <a:pt x="1641616" y="-4253"/>
                  <a:pt x="1913285" y="11627"/>
                  <a:pt x="2040601" y="0"/>
                </a:cubicBezTo>
                <a:cubicBezTo>
                  <a:pt x="2167917" y="-11627"/>
                  <a:pt x="2285150" y="18199"/>
                  <a:pt x="2461130" y="0"/>
                </a:cubicBezTo>
                <a:cubicBezTo>
                  <a:pt x="2637110" y="-18199"/>
                  <a:pt x="2828636" y="4492"/>
                  <a:pt x="3060901" y="0"/>
                </a:cubicBezTo>
                <a:cubicBezTo>
                  <a:pt x="3293166" y="-4492"/>
                  <a:pt x="3400102" y="-11615"/>
                  <a:pt x="3660672" y="0"/>
                </a:cubicBezTo>
                <a:cubicBezTo>
                  <a:pt x="3921242" y="11615"/>
                  <a:pt x="4103222" y="33240"/>
                  <a:pt x="4439685" y="0"/>
                </a:cubicBezTo>
                <a:cubicBezTo>
                  <a:pt x="4776148" y="-33240"/>
                  <a:pt x="4682591" y="17857"/>
                  <a:pt x="4860215" y="0"/>
                </a:cubicBezTo>
                <a:cubicBezTo>
                  <a:pt x="5037839" y="-17857"/>
                  <a:pt x="5363902" y="-10920"/>
                  <a:pt x="5549607" y="0"/>
                </a:cubicBezTo>
                <a:cubicBezTo>
                  <a:pt x="5735312" y="10920"/>
                  <a:pt x="5956019" y="9149"/>
                  <a:pt x="6059757" y="0"/>
                </a:cubicBezTo>
                <a:cubicBezTo>
                  <a:pt x="6163495" y="-9149"/>
                  <a:pt x="6329987" y="5934"/>
                  <a:pt x="6480286" y="0"/>
                </a:cubicBezTo>
                <a:cubicBezTo>
                  <a:pt x="6630585" y="-5934"/>
                  <a:pt x="7107847" y="-26784"/>
                  <a:pt x="7348920" y="0"/>
                </a:cubicBezTo>
                <a:cubicBezTo>
                  <a:pt x="7589993" y="26784"/>
                  <a:pt x="7767262" y="-14219"/>
                  <a:pt x="7948692" y="0"/>
                </a:cubicBezTo>
                <a:cubicBezTo>
                  <a:pt x="8130122" y="14219"/>
                  <a:pt x="8523513" y="2118"/>
                  <a:pt x="8962098" y="0"/>
                </a:cubicBezTo>
                <a:cubicBezTo>
                  <a:pt x="8943091" y="123997"/>
                  <a:pt x="8961064" y="351110"/>
                  <a:pt x="8962098" y="531541"/>
                </a:cubicBezTo>
                <a:cubicBezTo>
                  <a:pt x="8963132" y="711972"/>
                  <a:pt x="8982784" y="912682"/>
                  <a:pt x="8962098" y="1063081"/>
                </a:cubicBezTo>
                <a:cubicBezTo>
                  <a:pt x="8941412" y="1213480"/>
                  <a:pt x="8970414" y="1384000"/>
                  <a:pt x="8962098" y="1594622"/>
                </a:cubicBezTo>
                <a:cubicBezTo>
                  <a:pt x="8768339" y="1595760"/>
                  <a:pt x="8635883" y="1597397"/>
                  <a:pt x="8451948" y="1594622"/>
                </a:cubicBezTo>
                <a:cubicBezTo>
                  <a:pt x="8268013" y="1591848"/>
                  <a:pt x="7906679" y="1560938"/>
                  <a:pt x="7762556" y="1594622"/>
                </a:cubicBezTo>
                <a:cubicBezTo>
                  <a:pt x="7618433" y="1628306"/>
                  <a:pt x="7274105" y="1593727"/>
                  <a:pt x="7073163" y="1594622"/>
                </a:cubicBezTo>
                <a:cubicBezTo>
                  <a:pt x="6872221" y="1595517"/>
                  <a:pt x="6624613" y="1586004"/>
                  <a:pt x="6473392" y="1594622"/>
                </a:cubicBezTo>
                <a:cubicBezTo>
                  <a:pt x="6322171" y="1603240"/>
                  <a:pt x="6050537" y="1610289"/>
                  <a:pt x="5694379" y="1594622"/>
                </a:cubicBezTo>
                <a:cubicBezTo>
                  <a:pt x="5338221" y="1578955"/>
                  <a:pt x="5248367" y="1623487"/>
                  <a:pt x="5094608" y="1594622"/>
                </a:cubicBezTo>
                <a:cubicBezTo>
                  <a:pt x="4940849" y="1565757"/>
                  <a:pt x="4475351" y="1575333"/>
                  <a:pt x="4315595" y="1594622"/>
                </a:cubicBezTo>
                <a:cubicBezTo>
                  <a:pt x="4155839" y="1613911"/>
                  <a:pt x="4056568" y="1618627"/>
                  <a:pt x="3805445" y="1594622"/>
                </a:cubicBezTo>
                <a:cubicBezTo>
                  <a:pt x="3554322" y="1570618"/>
                  <a:pt x="3547939" y="1606108"/>
                  <a:pt x="3295294" y="1594622"/>
                </a:cubicBezTo>
                <a:cubicBezTo>
                  <a:pt x="3042649" y="1583136"/>
                  <a:pt x="2707632" y="1562166"/>
                  <a:pt x="2516281" y="1594622"/>
                </a:cubicBezTo>
                <a:cubicBezTo>
                  <a:pt x="2324930" y="1627078"/>
                  <a:pt x="2073134" y="1587736"/>
                  <a:pt x="1916510" y="1594622"/>
                </a:cubicBezTo>
                <a:cubicBezTo>
                  <a:pt x="1759886" y="1601508"/>
                  <a:pt x="1421649" y="1573328"/>
                  <a:pt x="1227118" y="1594622"/>
                </a:cubicBezTo>
                <a:cubicBezTo>
                  <a:pt x="1032587" y="1615916"/>
                  <a:pt x="901337" y="1592349"/>
                  <a:pt x="627347" y="1594622"/>
                </a:cubicBezTo>
                <a:cubicBezTo>
                  <a:pt x="353357" y="1596895"/>
                  <a:pt x="301530" y="1608233"/>
                  <a:pt x="0" y="1594622"/>
                </a:cubicBezTo>
                <a:cubicBezTo>
                  <a:pt x="7734" y="1338393"/>
                  <a:pt x="21046" y="1311323"/>
                  <a:pt x="0" y="1031189"/>
                </a:cubicBezTo>
                <a:cubicBezTo>
                  <a:pt x="-21046" y="751055"/>
                  <a:pt x="-15351" y="752741"/>
                  <a:pt x="0" y="547487"/>
                </a:cubicBezTo>
                <a:cubicBezTo>
                  <a:pt x="15351" y="342233"/>
                  <a:pt x="12060" y="161423"/>
                  <a:pt x="0" y="0"/>
                </a:cubicBezTo>
                <a:close/>
              </a:path>
              <a:path w="8962098" h="1594622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79042" y="174579"/>
                  <a:pt x="8960601" y="342704"/>
                  <a:pt x="8962098" y="563433"/>
                </a:cubicBezTo>
                <a:cubicBezTo>
                  <a:pt x="8963595" y="784162"/>
                  <a:pt x="8987869" y="935840"/>
                  <a:pt x="8962098" y="1110920"/>
                </a:cubicBezTo>
                <a:cubicBezTo>
                  <a:pt x="8936327" y="1286000"/>
                  <a:pt x="8961370" y="1408191"/>
                  <a:pt x="8962098" y="1594622"/>
                </a:cubicBezTo>
                <a:cubicBezTo>
                  <a:pt x="8796241" y="1606206"/>
                  <a:pt x="8685247" y="1596731"/>
                  <a:pt x="8541569" y="1594622"/>
                </a:cubicBezTo>
                <a:cubicBezTo>
                  <a:pt x="8397891" y="1592513"/>
                  <a:pt x="8145758" y="1579725"/>
                  <a:pt x="7852177" y="1594622"/>
                </a:cubicBezTo>
                <a:cubicBezTo>
                  <a:pt x="7558596" y="1609519"/>
                  <a:pt x="7304328" y="1552361"/>
                  <a:pt x="6983543" y="1594622"/>
                </a:cubicBezTo>
                <a:cubicBezTo>
                  <a:pt x="6662758" y="1636883"/>
                  <a:pt x="6600854" y="1560443"/>
                  <a:pt x="6294150" y="1594622"/>
                </a:cubicBezTo>
                <a:cubicBezTo>
                  <a:pt x="5987446" y="1628801"/>
                  <a:pt x="5839644" y="1606087"/>
                  <a:pt x="5515137" y="1594622"/>
                </a:cubicBezTo>
                <a:cubicBezTo>
                  <a:pt x="5190630" y="1583157"/>
                  <a:pt x="5109494" y="1590281"/>
                  <a:pt x="4736124" y="1594622"/>
                </a:cubicBezTo>
                <a:cubicBezTo>
                  <a:pt x="4362754" y="1598963"/>
                  <a:pt x="4365982" y="1571556"/>
                  <a:pt x="4136353" y="1594622"/>
                </a:cubicBezTo>
                <a:cubicBezTo>
                  <a:pt x="3906724" y="1617688"/>
                  <a:pt x="3787067" y="1579693"/>
                  <a:pt x="3626203" y="1594622"/>
                </a:cubicBezTo>
                <a:cubicBezTo>
                  <a:pt x="3465339" y="1609552"/>
                  <a:pt x="3152702" y="1559148"/>
                  <a:pt x="2757569" y="1594622"/>
                </a:cubicBezTo>
                <a:cubicBezTo>
                  <a:pt x="2362436" y="1630096"/>
                  <a:pt x="2209304" y="1582603"/>
                  <a:pt x="2068176" y="1594622"/>
                </a:cubicBezTo>
                <a:cubicBezTo>
                  <a:pt x="1927048" y="1606641"/>
                  <a:pt x="1448099" y="1581435"/>
                  <a:pt x="1199542" y="1594622"/>
                </a:cubicBezTo>
                <a:cubicBezTo>
                  <a:pt x="950985" y="1607809"/>
                  <a:pt x="527239" y="1544247"/>
                  <a:pt x="0" y="1594622"/>
                </a:cubicBezTo>
                <a:cubicBezTo>
                  <a:pt x="22868" y="1351683"/>
                  <a:pt x="10473" y="1228553"/>
                  <a:pt x="0" y="1094974"/>
                </a:cubicBezTo>
                <a:cubicBezTo>
                  <a:pt x="-10473" y="961395"/>
                  <a:pt x="18341" y="734305"/>
                  <a:pt x="0" y="611272"/>
                </a:cubicBezTo>
                <a:cubicBezTo>
                  <a:pt x="-18341" y="488239"/>
                  <a:pt x="2623" y="191287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180000" rIns="288000" bIns="180000">
            <a:spAutoFit/>
          </a:bodyPr>
          <a:lstStyle/>
          <a:p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class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k</a:t>
            </a:r>
            <a:r>
              <a:rPr lang="en-US" altLang="ko-KR" sz="100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oo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: </a:t>
            </a:r>
            <a:r>
              <a:rPr lang="en-US" altLang="ko-KR" sz="1000" b="1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virtual public Idestroy 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public: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</a:t>
            </a:r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virtual void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b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destroy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</a:t>
            </a:r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override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{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std::cout &lt;&lt; “destroy!!”&lt;&lt;‘\n’;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}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};</a:t>
            </a:r>
            <a:endParaRPr lang="en-US" altLang="ko-KR" sz="10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1A4CC7A3-8730-4DFF-B543-D13290FEB5D4}"/>
              </a:ext>
            </a:extLst>
          </p:cNvPr>
          <p:cNvCxnSpPr>
            <a:cxnSpLocks/>
            <a:stCxn id="18" idx="1"/>
          </p:cNvCxnSpPr>
          <p:nvPr/>
        </p:nvCxnSpPr>
        <p:spPr>
          <a:xfrm flipH="1">
            <a:off x="4283998" y="1829428"/>
            <a:ext cx="389212" cy="0"/>
          </a:xfrm>
          <a:prstGeom prst="straightConnector1">
            <a:avLst/>
          </a:prstGeom>
          <a:ln>
            <a:solidFill>
              <a:srgbClr val="0000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433C61F-7DAC-44B7-BB4B-BE9759338614}"/>
              </a:ext>
            </a:extLst>
          </p:cNvPr>
          <p:cNvSpPr/>
          <p:nvPr/>
        </p:nvSpPr>
        <p:spPr>
          <a:xfrm>
            <a:off x="4673210" y="1690928"/>
            <a:ext cx="246093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Idestroy 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인터페이스를 상속하고</a:t>
            </a:r>
            <a:endParaRPr lang="ko-KR" altLang="en-US" sz="1200" dirty="0">
              <a:solidFill>
                <a:srgbClr val="0000FF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6DC58828-E3FA-47E4-9F6A-6F8224BA41AA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4243137" y="2279714"/>
            <a:ext cx="1718937" cy="0"/>
          </a:xfrm>
          <a:prstGeom prst="straightConnector1">
            <a:avLst/>
          </a:prstGeom>
          <a:ln>
            <a:solidFill>
              <a:srgbClr val="0000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92B61EC-C172-48CA-A742-497E311E4CE8}"/>
              </a:ext>
            </a:extLst>
          </p:cNvPr>
          <p:cNvSpPr/>
          <p:nvPr/>
        </p:nvSpPr>
        <p:spPr>
          <a:xfrm>
            <a:off x="5962074" y="2141214"/>
            <a:ext cx="208903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destroy()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함수를 정의한다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 dirty="0">
              <a:solidFill>
                <a:srgbClr val="0000FF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57041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5D1A0A4-3BBF-473D-B6F6-765C2E02345A}"/>
              </a:ext>
            </a:extLst>
          </p:cNvPr>
          <p:cNvSpPr txBox="1"/>
          <p:nvPr/>
        </p:nvSpPr>
        <p:spPr>
          <a:xfrm>
            <a:off x="1855892" y="-11382"/>
            <a:ext cx="245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own_ptr&lt;T&gt;: where?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A2105E-14D1-4432-8536-C8D29B2DD845}"/>
              </a:ext>
            </a:extLst>
          </p:cNvPr>
          <p:cNvSpPr txBox="1"/>
          <p:nvPr/>
        </p:nvSpPr>
        <p:spPr>
          <a:xfrm>
            <a:off x="1424363" y="620713"/>
            <a:ext cx="9864321" cy="326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own_ptr&lt;T&gt;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사용하면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try-catch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사용하지 않고도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‘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예외 안전 보장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(exception safety guarantee)’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제공해 줄 수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86ADFB-B5C7-4BD5-BE49-926036824C84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B93640-ABDC-4F42-9C1A-02ED41CAF266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3F1DCE0-1223-45B7-AD92-F4A3310894AE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89921A7-A09F-4203-A3F3-1C7182AAD88C}"/>
              </a:ext>
            </a:extLst>
          </p:cNvPr>
          <p:cNvSpPr/>
          <p:nvPr/>
        </p:nvSpPr>
        <p:spPr>
          <a:xfrm>
            <a:off x="1850982" y="1069858"/>
            <a:ext cx="8962098" cy="4980164"/>
          </a:xfrm>
          <a:custGeom>
            <a:avLst/>
            <a:gdLst>
              <a:gd name="connsiteX0" fmla="*/ 0 w 8962098"/>
              <a:gd name="connsiteY0" fmla="*/ 0 h 4980164"/>
              <a:gd name="connsiteX1" fmla="*/ 510150 w 8962098"/>
              <a:gd name="connsiteY1" fmla="*/ 0 h 4980164"/>
              <a:gd name="connsiteX2" fmla="*/ 1109921 w 8962098"/>
              <a:gd name="connsiteY2" fmla="*/ 0 h 4980164"/>
              <a:gd name="connsiteX3" fmla="*/ 1888935 w 8962098"/>
              <a:gd name="connsiteY3" fmla="*/ 0 h 4980164"/>
              <a:gd name="connsiteX4" fmla="*/ 2578327 w 8962098"/>
              <a:gd name="connsiteY4" fmla="*/ 0 h 4980164"/>
              <a:gd name="connsiteX5" fmla="*/ 3088477 w 8962098"/>
              <a:gd name="connsiteY5" fmla="*/ 0 h 4980164"/>
              <a:gd name="connsiteX6" fmla="*/ 3509006 w 8962098"/>
              <a:gd name="connsiteY6" fmla="*/ 0 h 4980164"/>
              <a:gd name="connsiteX7" fmla="*/ 4377640 w 8962098"/>
              <a:gd name="connsiteY7" fmla="*/ 0 h 4980164"/>
              <a:gd name="connsiteX8" fmla="*/ 5067032 w 8962098"/>
              <a:gd name="connsiteY8" fmla="*/ 0 h 4980164"/>
              <a:gd name="connsiteX9" fmla="*/ 5935666 w 8962098"/>
              <a:gd name="connsiteY9" fmla="*/ 0 h 4980164"/>
              <a:gd name="connsiteX10" fmla="*/ 6356196 w 8962098"/>
              <a:gd name="connsiteY10" fmla="*/ 0 h 4980164"/>
              <a:gd name="connsiteX11" fmla="*/ 6866346 w 8962098"/>
              <a:gd name="connsiteY11" fmla="*/ 0 h 4980164"/>
              <a:gd name="connsiteX12" fmla="*/ 7376496 w 8962098"/>
              <a:gd name="connsiteY12" fmla="*/ 0 h 4980164"/>
              <a:gd name="connsiteX13" fmla="*/ 7886646 w 8962098"/>
              <a:gd name="connsiteY13" fmla="*/ 0 h 4980164"/>
              <a:gd name="connsiteX14" fmla="*/ 8962098 w 8962098"/>
              <a:gd name="connsiteY14" fmla="*/ 0 h 4980164"/>
              <a:gd name="connsiteX15" fmla="*/ 8962098 w 8962098"/>
              <a:gd name="connsiteY15" fmla="*/ 473116 h 4980164"/>
              <a:gd name="connsiteX16" fmla="*/ 8962098 w 8962098"/>
              <a:gd name="connsiteY16" fmla="*/ 1095636 h 4980164"/>
              <a:gd name="connsiteX17" fmla="*/ 8962098 w 8962098"/>
              <a:gd name="connsiteY17" fmla="*/ 1618553 h 4980164"/>
              <a:gd name="connsiteX18" fmla="*/ 8962098 w 8962098"/>
              <a:gd name="connsiteY18" fmla="*/ 2191272 h 4980164"/>
              <a:gd name="connsiteX19" fmla="*/ 8962098 w 8962098"/>
              <a:gd name="connsiteY19" fmla="*/ 2863594 h 4980164"/>
              <a:gd name="connsiteX20" fmla="*/ 8962098 w 8962098"/>
              <a:gd name="connsiteY20" fmla="*/ 3486115 h 4980164"/>
              <a:gd name="connsiteX21" fmla="*/ 8962098 w 8962098"/>
              <a:gd name="connsiteY21" fmla="*/ 4058834 h 4980164"/>
              <a:gd name="connsiteX22" fmla="*/ 8962098 w 8962098"/>
              <a:gd name="connsiteY22" fmla="*/ 4980164 h 4980164"/>
              <a:gd name="connsiteX23" fmla="*/ 8093464 w 8962098"/>
              <a:gd name="connsiteY23" fmla="*/ 4980164 h 4980164"/>
              <a:gd name="connsiteX24" fmla="*/ 7404072 w 8962098"/>
              <a:gd name="connsiteY24" fmla="*/ 4980164 h 4980164"/>
              <a:gd name="connsiteX25" fmla="*/ 6714680 w 8962098"/>
              <a:gd name="connsiteY25" fmla="*/ 4980164 h 4980164"/>
              <a:gd name="connsiteX26" fmla="*/ 6114908 w 8962098"/>
              <a:gd name="connsiteY26" fmla="*/ 4980164 h 4980164"/>
              <a:gd name="connsiteX27" fmla="*/ 5515137 w 8962098"/>
              <a:gd name="connsiteY27" fmla="*/ 4980164 h 4980164"/>
              <a:gd name="connsiteX28" fmla="*/ 4915366 w 8962098"/>
              <a:gd name="connsiteY28" fmla="*/ 4980164 h 4980164"/>
              <a:gd name="connsiteX29" fmla="*/ 4225974 w 8962098"/>
              <a:gd name="connsiteY29" fmla="*/ 4980164 h 4980164"/>
              <a:gd name="connsiteX30" fmla="*/ 3357340 w 8962098"/>
              <a:gd name="connsiteY30" fmla="*/ 4980164 h 4980164"/>
              <a:gd name="connsiteX31" fmla="*/ 2757569 w 8962098"/>
              <a:gd name="connsiteY31" fmla="*/ 4980164 h 4980164"/>
              <a:gd name="connsiteX32" fmla="*/ 2068176 w 8962098"/>
              <a:gd name="connsiteY32" fmla="*/ 4980164 h 4980164"/>
              <a:gd name="connsiteX33" fmla="*/ 1647647 w 8962098"/>
              <a:gd name="connsiteY33" fmla="*/ 4980164 h 4980164"/>
              <a:gd name="connsiteX34" fmla="*/ 1137497 w 8962098"/>
              <a:gd name="connsiteY34" fmla="*/ 4980164 h 4980164"/>
              <a:gd name="connsiteX35" fmla="*/ 0 w 8962098"/>
              <a:gd name="connsiteY35" fmla="*/ 4980164 h 4980164"/>
              <a:gd name="connsiteX36" fmla="*/ 0 w 8962098"/>
              <a:gd name="connsiteY36" fmla="*/ 4307842 h 4980164"/>
              <a:gd name="connsiteX37" fmla="*/ 0 w 8962098"/>
              <a:gd name="connsiteY37" fmla="*/ 3635520 h 4980164"/>
              <a:gd name="connsiteX38" fmla="*/ 0 w 8962098"/>
              <a:gd name="connsiteY38" fmla="*/ 2913396 h 4980164"/>
              <a:gd name="connsiteX39" fmla="*/ 0 w 8962098"/>
              <a:gd name="connsiteY39" fmla="*/ 2340677 h 4980164"/>
              <a:gd name="connsiteX40" fmla="*/ 0 w 8962098"/>
              <a:gd name="connsiteY40" fmla="*/ 1867562 h 4980164"/>
              <a:gd name="connsiteX41" fmla="*/ 0 w 8962098"/>
              <a:gd name="connsiteY41" fmla="*/ 1145438 h 4980164"/>
              <a:gd name="connsiteX42" fmla="*/ 0 w 8962098"/>
              <a:gd name="connsiteY42" fmla="*/ 622521 h 4980164"/>
              <a:gd name="connsiteX43" fmla="*/ 0 w 8962098"/>
              <a:gd name="connsiteY43" fmla="*/ 0 h 4980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8962098" h="4980164" fill="none" extrusionOk="0">
                <a:moveTo>
                  <a:pt x="0" y="0"/>
                </a:moveTo>
                <a:cubicBezTo>
                  <a:pt x="241738" y="-12897"/>
                  <a:pt x="295910" y="19736"/>
                  <a:pt x="510150" y="0"/>
                </a:cubicBezTo>
                <a:cubicBezTo>
                  <a:pt x="724390" y="-19736"/>
                  <a:pt x="931844" y="-7531"/>
                  <a:pt x="1109921" y="0"/>
                </a:cubicBezTo>
                <a:cubicBezTo>
                  <a:pt x="1287998" y="7531"/>
                  <a:pt x="1564378" y="-10709"/>
                  <a:pt x="1888935" y="0"/>
                </a:cubicBezTo>
                <a:cubicBezTo>
                  <a:pt x="2213492" y="10709"/>
                  <a:pt x="2391174" y="22350"/>
                  <a:pt x="2578327" y="0"/>
                </a:cubicBezTo>
                <a:cubicBezTo>
                  <a:pt x="2765480" y="-22350"/>
                  <a:pt x="2895658" y="6674"/>
                  <a:pt x="3088477" y="0"/>
                </a:cubicBezTo>
                <a:cubicBezTo>
                  <a:pt x="3281296" y="-6674"/>
                  <a:pt x="3417356" y="2799"/>
                  <a:pt x="3509006" y="0"/>
                </a:cubicBezTo>
                <a:cubicBezTo>
                  <a:pt x="3600656" y="-2799"/>
                  <a:pt x="4019663" y="-20624"/>
                  <a:pt x="4377640" y="0"/>
                </a:cubicBezTo>
                <a:cubicBezTo>
                  <a:pt x="4735617" y="20624"/>
                  <a:pt x="4810203" y="-12022"/>
                  <a:pt x="5067032" y="0"/>
                </a:cubicBezTo>
                <a:cubicBezTo>
                  <a:pt x="5323861" y="12022"/>
                  <a:pt x="5536973" y="37257"/>
                  <a:pt x="5935666" y="0"/>
                </a:cubicBezTo>
                <a:cubicBezTo>
                  <a:pt x="6334359" y="-37257"/>
                  <a:pt x="6181486" y="596"/>
                  <a:pt x="6356196" y="0"/>
                </a:cubicBezTo>
                <a:cubicBezTo>
                  <a:pt x="6530906" y="-596"/>
                  <a:pt x="6611677" y="-20983"/>
                  <a:pt x="6866346" y="0"/>
                </a:cubicBezTo>
                <a:cubicBezTo>
                  <a:pt x="7121015" y="20983"/>
                  <a:pt x="7190139" y="12366"/>
                  <a:pt x="7376496" y="0"/>
                </a:cubicBezTo>
                <a:cubicBezTo>
                  <a:pt x="7562853" y="-12366"/>
                  <a:pt x="7667427" y="17386"/>
                  <a:pt x="7886646" y="0"/>
                </a:cubicBezTo>
                <a:cubicBezTo>
                  <a:pt x="8105865" y="-17386"/>
                  <a:pt x="8566049" y="-20180"/>
                  <a:pt x="8962098" y="0"/>
                </a:cubicBezTo>
                <a:cubicBezTo>
                  <a:pt x="8947099" y="117836"/>
                  <a:pt x="8960986" y="272802"/>
                  <a:pt x="8962098" y="473116"/>
                </a:cubicBezTo>
                <a:cubicBezTo>
                  <a:pt x="8963210" y="673430"/>
                  <a:pt x="8962582" y="826230"/>
                  <a:pt x="8962098" y="1095636"/>
                </a:cubicBezTo>
                <a:cubicBezTo>
                  <a:pt x="8961614" y="1365042"/>
                  <a:pt x="8964221" y="1410083"/>
                  <a:pt x="8962098" y="1618553"/>
                </a:cubicBezTo>
                <a:cubicBezTo>
                  <a:pt x="8959975" y="1827023"/>
                  <a:pt x="8972719" y="2025831"/>
                  <a:pt x="8962098" y="2191272"/>
                </a:cubicBezTo>
                <a:cubicBezTo>
                  <a:pt x="8951477" y="2356713"/>
                  <a:pt x="8972840" y="2689859"/>
                  <a:pt x="8962098" y="2863594"/>
                </a:cubicBezTo>
                <a:cubicBezTo>
                  <a:pt x="8951356" y="3037329"/>
                  <a:pt x="8979115" y="3227543"/>
                  <a:pt x="8962098" y="3486115"/>
                </a:cubicBezTo>
                <a:cubicBezTo>
                  <a:pt x="8945081" y="3744687"/>
                  <a:pt x="8963912" y="3807107"/>
                  <a:pt x="8962098" y="4058834"/>
                </a:cubicBezTo>
                <a:cubicBezTo>
                  <a:pt x="8960284" y="4310561"/>
                  <a:pt x="8917912" y="4612441"/>
                  <a:pt x="8962098" y="4980164"/>
                </a:cubicBezTo>
                <a:cubicBezTo>
                  <a:pt x="8698244" y="4967611"/>
                  <a:pt x="8375951" y="4954432"/>
                  <a:pt x="8093464" y="4980164"/>
                </a:cubicBezTo>
                <a:cubicBezTo>
                  <a:pt x="7810977" y="5005896"/>
                  <a:pt x="7654979" y="4975194"/>
                  <a:pt x="7404072" y="4980164"/>
                </a:cubicBezTo>
                <a:cubicBezTo>
                  <a:pt x="7153165" y="4985134"/>
                  <a:pt x="7029259" y="4990608"/>
                  <a:pt x="6714680" y="4980164"/>
                </a:cubicBezTo>
                <a:cubicBezTo>
                  <a:pt x="6400101" y="4969720"/>
                  <a:pt x="6349932" y="4952022"/>
                  <a:pt x="6114908" y="4980164"/>
                </a:cubicBezTo>
                <a:cubicBezTo>
                  <a:pt x="5879884" y="5008306"/>
                  <a:pt x="5789670" y="4967860"/>
                  <a:pt x="5515137" y="4980164"/>
                </a:cubicBezTo>
                <a:cubicBezTo>
                  <a:pt x="5240604" y="4992468"/>
                  <a:pt x="5053949" y="4952656"/>
                  <a:pt x="4915366" y="4980164"/>
                </a:cubicBezTo>
                <a:cubicBezTo>
                  <a:pt x="4776783" y="5007672"/>
                  <a:pt x="4546206" y="4999574"/>
                  <a:pt x="4225974" y="4980164"/>
                </a:cubicBezTo>
                <a:cubicBezTo>
                  <a:pt x="3905742" y="4960754"/>
                  <a:pt x="3638162" y="4975884"/>
                  <a:pt x="3357340" y="4980164"/>
                </a:cubicBezTo>
                <a:cubicBezTo>
                  <a:pt x="3076518" y="4984444"/>
                  <a:pt x="3012470" y="5000935"/>
                  <a:pt x="2757569" y="4980164"/>
                </a:cubicBezTo>
                <a:cubicBezTo>
                  <a:pt x="2502668" y="4959393"/>
                  <a:pt x="2291800" y="4998390"/>
                  <a:pt x="2068176" y="4980164"/>
                </a:cubicBezTo>
                <a:cubicBezTo>
                  <a:pt x="1844552" y="4961938"/>
                  <a:pt x="1741692" y="4975600"/>
                  <a:pt x="1647647" y="4980164"/>
                </a:cubicBezTo>
                <a:cubicBezTo>
                  <a:pt x="1553602" y="4984728"/>
                  <a:pt x="1368936" y="4992841"/>
                  <a:pt x="1137497" y="4980164"/>
                </a:cubicBezTo>
                <a:cubicBezTo>
                  <a:pt x="906058" y="4967488"/>
                  <a:pt x="353504" y="4998277"/>
                  <a:pt x="0" y="4980164"/>
                </a:cubicBezTo>
                <a:cubicBezTo>
                  <a:pt x="-14866" y="4824088"/>
                  <a:pt x="-30354" y="4641798"/>
                  <a:pt x="0" y="4307842"/>
                </a:cubicBezTo>
                <a:cubicBezTo>
                  <a:pt x="30354" y="3973886"/>
                  <a:pt x="10686" y="3907414"/>
                  <a:pt x="0" y="3635520"/>
                </a:cubicBezTo>
                <a:cubicBezTo>
                  <a:pt x="-10686" y="3363626"/>
                  <a:pt x="-27714" y="3114832"/>
                  <a:pt x="0" y="2913396"/>
                </a:cubicBezTo>
                <a:cubicBezTo>
                  <a:pt x="27714" y="2711960"/>
                  <a:pt x="-9396" y="2562983"/>
                  <a:pt x="0" y="2340677"/>
                </a:cubicBezTo>
                <a:cubicBezTo>
                  <a:pt x="9396" y="2118371"/>
                  <a:pt x="19663" y="1987539"/>
                  <a:pt x="0" y="1867562"/>
                </a:cubicBezTo>
                <a:cubicBezTo>
                  <a:pt x="-19663" y="1747586"/>
                  <a:pt x="-7045" y="1410865"/>
                  <a:pt x="0" y="1145438"/>
                </a:cubicBezTo>
                <a:cubicBezTo>
                  <a:pt x="7045" y="880011"/>
                  <a:pt x="-13135" y="757199"/>
                  <a:pt x="0" y="622521"/>
                </a:cubicBezTo>
                <a:cubicBezTo>
                  <a:pt x="13135" y="487843"/>
                  <a:pt x="2291" y="239017"/>
                  <a:pt x="0" y="0"/>
                </a:cubicBezTo>
                <a:close/>
              </a:path>
              <a:path w="8962098" h="4980164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55714" y="157430"/>
                  <a:pt x="8987154" y="489314"/>
                  <a:pt x="8962098" y="722124"/>
                </a:cubicBezTo>
                <a:cubicBezTo>
                  <a:pt x="8937042" y="954934"/>
                  <a:pt x="8980822" y="1125324"/>
                  <a:pt x="8962098" y="1394446"/>
                </a:cubicBezTo>
                <a:cubicBezTo>
                  <a:pt x="8943374" y="1663568"/>
                  <a:pt x="8943403" y="1826758"/>
                  <a:pt x="8962098" y="2016966"/>
                </a:cubicBezTo>
                <a:cubicBezTo>
                  <a:pt x="8980793" y="2207174"/>
                  <a:pt x="8981266" y="2289465"/>
                  <a:pt x="8962098" y="2490082"/>
                </a:cubicBezTo>
                <a:cubicBezTo>
                  <a:pt x="8942930" y="2690699"/>
                  <a:pt x="8983807" y="2891435"/>
                  <a:pt x="8962098" y="3012999"/>
                </a:cubicBezTo>
                <a:cubicBezTo>
                  <a:pt x="8940389" y="3134563"/>
                  <a:pt x="8935115" y="3395914"/>
                  <a:pt x="8962098" y="3685321"/>
                </a:cubicBezTo>
                <a:cubicBezTo>
                  <a:pt x="8989081" y="3974728"/>
                  <a:pt x="8944276" y="4024800"/>
                  <a:pt x="8962098" y="4307842"/>
                </a:cubicBezTo>
                <a:cubicBezTo>
                  <a:pt x="8979920" y="4590884"/>
                  <a:pt x="8961045" y="4730651"/>
                  <a:pt x="8962098" y="4980164"/>
                </a:cubicBezTo>
                <a:cubicBezTo>
                  <a:pt x="8717204" y="4995267"/>
                  <a:pt x="8556455" y="4975823"/>
                  <a:pt x="8183085" y="4980164"/>
                </a:cubicBezTo>
                <a:cubicBezTo>
                  <a:pt x="7809715" y="4984505"/>
                  <a:pt x="7812943" y="4957098"/>
                  <a:pt x="7583314" y="4980164"/>
                </a:cubicBezTo>
                <a:cubicBezTo>
                  <a:pt x="7353685" y="5003230"/>
                  <a:pt x="7235798" y="4966109"/>
                  <a:pt x="7073163" y="4980164"/>
                </a:cubicBezTo>
                <a:cubicBezTo>
                  <a:pt x="6910528" y="4994219"/>
                  <a:pt x="6599662" y="4944690"/>
                  <a:pt x="6204529" y="4980164"/>
                </a:cubicBezTo>
                <a:cubicBezTo>
                  <a:pt x="5809396" y="5015638"/>
                  <a:pt x="5859142" y="4965711"/>
                  <a:pt x="5515137" y="4980164"/>
                </a:cubicBezTo>
                <a:cubicBezTo>
                  <a:pt x="5171132" y="4994617"/>
                  <a:pt x="4895060" y="4966977"/>
                  <a:pt x="4646503" y="4980164"/>
                </a:cubicBezTo>
                <a:cubicBezTo>
                  <a:pt x="4397946" y="4993351"/>
                  <a:pt x="4027636" y="4967705"/>
                  <a:pt x="3867490" y="4980164"/>
                </a:cubicBezTo>
                <a:cubicBezTo>
                  <a:pt x="3707344" y="4992623"/>
                  <a:pt x="3605094" y="5004703"/>
                  <a:pt x="3357340" y="4980164"/>
                </a:cubicBezTo>
                <a:cubicBezTo>
                  <a:pt x="3109586" y="4955626"/>
                  <a:pt x="2868250" y="4991902"/>
                  <a:pt x="2667948" y="4980164"/>
                </a:cubicBezTo>
                <a:cubicBezTo>
                  <a:pt x="2467646" y="4968426"/>
                  <a:pt x="2289409" y="4952829"/>
                  <a:pt x="2068176" y="4980164"/>
                </a:cubicBezTo>
                <a:cubicBezTo>
                  <a:pt x="1846943" y="5007499"/>
                  <a:pt x="1388953" y="4968147"/>
                  <a:pt x="1199542" y="4980164"/>
                </a:cubicBezTo>
                <a:cubicBezTo>
                  <a:pt x="1010131" y="4992181"/>
                  <a:pt x="762942" y="4966553"/>
                  <a:pt x="599771" y="4980164"/>
                </a:cubicBezTo>
                <a:cubicBezTo>
                  <a:pt x="436600" y="4993775"/>
                  <a:pt x="296526" y="4951229"/>
                  <a:pt x="0" y="4980164"/>
                </a:cubicBezTo>
                <a:cubicBezTo>
                  <a:pt x="-12655" y="4838650"/>
                  <a:pt x="6177" y="4701546"/>
                  <a:pt x="0" y="4507048"/>
                </a:cubicBezTo>
                <a:cubicBezTo>
                  <a:pt x="-6177" y="4312550"/>
                  <a:pt x="-1142" y="4238579"/>
                  <a:pt x="0" y="4033933"/>
                </a:cubicBezTo>
                <a:cubicBezTo>
                  <a:pt x="1142" y="3829288"/>
                  <a:pt x="26102" y="3659027"/>
                  <a:pt x="0" y="3511016"/>
                </a:cubicBezTo>
                <a:cubicBezTo>
                  <a:pt x="-26102" y="3363005"/>
                  <a:pt x="4258" y="3164618"/>
                  <a:pt x="0" y="2938297"/>
                </a:cubicBezTo>
                <a:cubicBezTo>
                  <a:pt x="-4258" y="2711976"/>
                  <a:pt x="-24652" y="2581445"/>
                  <a:pt x="0" y="2315776"/>
                </a:cubicBezTo>
                <a:cubicBezTo>
                  <a:pt x="24652" y="2050107"/>
                  <a:pt x="-19214" y="1937741"/>
                  <a:pt x="0" y="1743057"/>
                </a:cubicBezTo>
                <a:cubicBezTo>
                  <a:pt x="19214" y="1548373"/>
                  <a:pt x="-10329" y="1289625"/>
                  <a:pt x="0" y="1120537"/>
                </a:cubicBezTo>
                <a:cubicBezTo>
                  <a:pt x="10329" y="951449"/>
                  <a:pt x="12801" y="694269"/>
                  <a:pt x="0" y="547818"/>
                </a:cubicBezTo>
                <a:cubicBezTo>
                  <a:pt x="-12801" y="401367"/>
                  <a:pt x="693" y="169994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180000" rIns="288000" bIns="180000">
            <a:spAutoFit/>
          </a:bodyPr>
          <a:lstStyle/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 test()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acceptor&lt;socket&gt;* pacceptor = </a:t>
            </a:r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new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acceptor&lt;socket&gt;();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socket* psocket = </a:t>
            </a:r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new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socket();</a:t>
            </a:r>
          </a:p>
          <a:p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</a:t>
            </a:r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try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{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pacceptor-&gt;start({net::ip::tcp::v4(), 20000});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psocket-&gt;start (</a:t>
            </a:r>
            <a:r>
              <a:rPr lang="pt-BR" altLang="ko-KR" sz="1000">
                <a:latin typeface="돋움체" panose="020B0609000101010101" pitchFamily="49" charset="-127"/>
                <a:ea typeface="돋움체" panose="020B0609000101010101" pitchFamily="49" charset="-127"/>
              </a:rPr>
              <a:t>net::ip::tcp::resolver().resolve("192.168.0.100", “10000")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); 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접속을 시도한다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</a:t>
            </a:r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… 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if(…)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</a:t>
            </a:r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throw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std::exception();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…</a:t>
            </a:r>
          </a:p>
          <a:p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g_pacceptor = pacceptor;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// 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모든 처리가 성공하면 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pacceotor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와 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psocket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을 전역변수에 넣는다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</a:t>
            </a:r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g_psocket = psocket; 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}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</a:t>
            </a:r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catch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(...)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{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모두 롤백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~</a:t>
            </a:r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pacceptor-&gt;destroy();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delete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pacceptor;</a:t>
            </a:r>
          </a:p>
          <a:p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psocket-&gt;stop ();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delete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psocket;</a:t>
            </a:r>
          </a:p>
          <a:p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throw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}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B3AC9E-525E-4FA6-AA44-04E0CA405206}"/>
              </a:ext>
            </a:extLst>
          </p:cNvPr>
          <p:cNvSpPr txBox="1"/>
          <p:nvPr/>
        </p:nvSpPr>
        <p:spPr>
          <a:xfrm>
            <a:off x="1483602" y="6022898"/>
            <a:ext cx="9864321" cy="326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     상당히 번거럽다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98897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5D1A0A4-3BBF-473D-B6F6-765C2E02345A}"/>
              </a:ext>
            </a:extLst>
          </p:cNvPr>
          <p:cNvSpPr txBox="1"/>
          <p:nvPr/>
        </p:nvSpPr>
        <p:spPr>
          <a:xfrm>
            <a:off x="1855892" y="-11382"/>
            <a:ext cx="245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own_ptr&lt;T&gt;: where?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A2105E-14D1-4432-8536-C8D29B2DD845}"/>
              </a:ext>
            </a:extLst>
          </p:cNvPr>
          <p:cNvSpPr txBox="1"/>
          <p:nvPr/>
        </p:nvSpPr>
        <p:spPr>
          <a:xfrm>
            <a:off x="1424363" y="620713"/>
            <a:ext cx="9864321" cy="326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      own_ptr&lt;T&gt;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사용하면 이렇게 간단해 진다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86ADFB-B5C7-4BD5-BE49-926036824C84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B93640-ABDC-4F42-9C1A-02ED41CAF266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3F1DCE0-1223-45B7-AD92-F4A3310894AE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89921A7-A09F-4203-A3F3-1C7182AAD88C}"/>
              </a:ext>
            </a:extLst>
          </p:cNvPr>
          <p:cNvSpPr/>
          <p:nvPr/>
        </p:nvSpPr>
        <p:spPr>
          <a:xfrm>
            <a:off x="1850982" y="1069858"/>
            <a:ext cx="8962098" cy="2825728"/>
          </a:xfrm>
          <a:custGeom>
            <a:avLst/>
            <a:gdLst>
              <a:gd name="connsiteX0" fmla="*/ 0 w 8962098"/>
              <a:gd name="connsiteY0" fmla="*/ 0 h 2825728"/>
              <a:gd name="connsiteX1" fmla="*/ 420529 w 8962098"/>
              <a:gd name="connsiteY1" fmla="*/ 0 h 2825728"/>
              <a:gd name="connsiteX2" fmla="*/ 1020300 w 8962098"/>
              <a:gd name="connsiteY2" fmla="*/ 0 h 2825728"/>
              <a:gd name="connsiteX3" fmla="*/ 1620072 w 8962098"/>
              <a:gd name="connsiteY3" fmla="*/ 0 h 2825728"/>
              <a:gd name="connsiteX4" fmla="*/ 2399085 w 8962098"/>
              <a:gd name="connsiteY4" fmla="*/ 0 h 2825728"/>
              <a:gd name="connsiteX5" fmla="*/ 2819614 w 8962098"/>
              <a:gd name="connsiteY5" fmla="*/ 0 h 2825728"/>
              <a:gd name="connsiteX6" fmla="*/ 3509006 w 8962098"/>
              <a:gd name="connsiteY6" fmla="*/ 0 h 2825728"/>
              <a:gd name="connsiteX7" fmla="*/ 4019156 w 8962098"/>
              <a:gd name="connsiteY7" fmla="*/ 0 h 2825728"/>
              <a:gd name="connsiteX8" fmla="*/ 4439685 w 8962098"/>
              <a:gd name="connsiteY8" fmla="*/ 0 h 2825728"/>
              <a:gd name="connsiteX9" fmla="*/ 5308320 w 8962098"/>
              <a:gd name="connsiteY9" fmla="*/ 0 h 2825728"/>
              <a:gd name="connsiteX10" fmla="*/ 5908091 w 8962098"/>
              <a:gd name="connsiteY10" fmla="*/ 0 h 2825728"/>
              <a:gd name="connsiteX11" fmla="*/ 6687104 w 8962098"/>
              <a:gd name="connsiteY11" fmla="*/ 0 h 2825728"/>
              <a:gd name="connsiteX12" fmla="*/ 7376496 w 8962098"/>
              <a:gd name="connsiteY12" fmla="*/ 0 h 2825728"/>
              <a:gd name="connsiteX13" fmla="*/ 7886646 w 8962098"/>
              <a:gd name="connsiteY13" fmla="*/ 0 h 2825728"/>
              <a:gd name="connsiteX14" fmla="*/ 8307175 w 8962098"/>
              <a:gd name="connsiteY14" fmla="*/ 0 h 2825728"/>
              <a:gd name="connsiteX15" fmla="*/ 8962098 w 8962098"/>
              <a:gd name="connsiteY15" fmla="*/ 0 h 2825728"/>
              <a:gd name="connsiteX16" fmla="*/ 8962098 w 8962098"/>
              <a:gd name="connsiteY16" fmla="*/ 565146 h 2825728"/>
              <a:gd name="connsiteX17" fmla="*/ 8962098 w 8962098"/>
              <a:gd name="connsiteY17" fmla="*/ 1102034 h 2825728"/>
              <a:gd name="connsiteX18" fmla="*/ 8962098 w 8962098"/>
              <a:gd name="connsiteY18" fmla="*/ 1638922 h 2825728"/>
              <a:gd name="connsiteX19" fmla="*/ 8962098 w 8962098"/>
              <a:gd name="connsiteY19" fmla="*/ 2232325 h 2825728"/>
              <a:gd name="connsiteX20" fmla="*/ 8962098 w 8962098"/>
              <a:gd name="connsiteY20" fmla="*/ 2825728 h 2825728"/>
              <a:gd name="connsiteX21" fmla="*/ 8093464 w 8962098"/>
              <a:gd name="connsiteY21" fmla="*/ 2825728 h 2825728"/>
              <a:gd name="connsiteX22" fmla="*/ 7583314 w 8962098"/>
              <a:gd name="connsiteY22" fmla="*/ 2825728 h 2825728"/>
              <a:gd name="connsiteX23" fmla="*/ 7073163 w 8962098"/>
              <a:gd name="connsiteY23" fmla="*/ 2825728 h 2825728"/>
              <a:gd name="connsiteX24" fmla="*/ 6294150 w 8962098"/>
              <a:gd name="connsiteY24" fmla="*/ 2825728 h 2825728"/>
              <a:gd name="connsiteX25" fmla="*/ 5694379 w 8962098"/>
              <a:gd name="connsiteY25" fmla="*/ 2825728 h 2825728"/>
              <a:gd name="connsiteX26" fmla="*/ 5004987 w 8962098"/>
              <a:gd name="connsiteY26" fmla="*/ 2825728 h 2825728"/>
              <a:gd name="connsiteX27" fmla="*/ 4405216 w 8962098"/>
              <a:gd name="connsiteY27" fmla="*/ 2825728 h 2825728"/>
              <a:gd name="connsiteX28" fmla="*/ 3984687 w 8962098"/>
              <a:gd name="connsiteY28" fmla="*/ 2825728 h 2825728"/>
              <a:gd name="connsiteX29" fmla="*/ 3116053 w 8962098"/>
              <a:gd name="connsiteY29" fmla="*/ 2825728 h 2825728"/>
              <a:gd name="connsiteX30" fmla="*/ 2605902 w 8962098"/>
              <a:gd name="connsiteY30" fmla="*/ 2825728 h 2825728"/>
              <a:gd name="connsiteX31" fmla="*/ 1737268 w 8962098"/>
              <a:gd name="connsiteY31" fmla="*/ 2825728 h 2825728"/>
              <a:gd name="connsiteX32" fmla="*/ 1047876 w 8962098"/>
              <a:gd name="connsiteY32" fmla="*/ 2825728 h 2825728"/>
              <a:gd name="connsiteX33" fmla="*/ 0 w 8962098"/>
              <a:gd name="connsiteY33" fmla="*/ 2825728 h 2825728"/>
              <a:gd name="connsiteX34" fmla="*/ 0 w 8962098"/>
              <a:gd name="connsiteY34" fmla="*/ 2288840 h 2825728"/>
              <a:gd name="connsiteX35" fmla="*/ 0 w 8962098"/>
              <a:gd name="connsiteY35" fmla="*/ 1808466 h 2825728"/>
              <a:gd name="connsiteX36" fmla="*/ 0 w 8962098"/>
              <a:gd name="connsiteY36" fmla="*/ 1243320 h 2825728"/>
              <a:gd name="connsiteX37" fmla="*/ 0 w 8962098"/>
              <a:gd name="connsiteY37" fmla="*/ 649917 h 2825728"/>
              <a:gd name="connsiteX38" fmla="*/ 0 w 8962098"/>
              <a:gd name="connsiteY38" fmla="*/ 0 h 28257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8962098" h="2825728" fill="none" extrusionOk="0">
                <a:moveTo>
                  <a:pt x="0" y="0"/>
                </a:moveTo>
                <a:cubicBezTo>
                  <a:pt x="156530" y="-18817"/>
                  <a:pt x="244549" y="18199"/>
                  <a:pt x="420529" y="0"/>
                </a:cubicBezTo>
                <a:cubicBezTo>
                  <a:pt x="596509" y="-18199"/>
                  <a:pt x="788035" y="4492"/>
                  <a:pt x="1020300" y="0"/>
                </a:cubicBezTo>
                <a:cubicBezTo>
                  <a:pt x="1252565" y="-4492"/>
                  <a:pt x="1358839" y="-13409"/>
                  <a:pt x="1620072" y="0"/>
                </a:cubicBezTo>
                <a:cubicBezTo>
                  <a:pt x="1881305" y="13409"/>
                  <a:pt x="2062622" y="33240"/>
                  <a:pt x="2399085" y="0"/>
                </a:cubicBezTo>
                <a:cubicBezTo>
                  <a:pt x="2735548" y="-33240"/>
                  <a:pt x="2649888" y="18316"/>
                  <a:pt x="2819614" y="0"/>
                </a:cubicBezTo>
                <a:cubicBezTo>
                  <a:pt x="2989340" y="-18316"/>
                  <a:pt x="3323301" y="-10920"/>
                  <a:pt x="3509006" y="0"/>
                </a:cubicBezTo>
                <a:cubicBezTo>
                  <a:pt x="3694711" y="10920"/>
                  <a:pt x="3915418" y="9149"/>
                  <a:pt x="4019156" y="0"/>
                </a:cubicBezTo>
                <a:cubicBezTo>
                  <a:pt x="4122894" y="-9149"/>
                  <a:pt x="4289386" y="5934"/>
                  <a:pt x="4439685" y="0"/>
                </a:cubicBezTo>
                <a:cubicBezTo>
                  <a:pt x="4589984" y="-5934"/>
                  <a:pt x="5065601" y="-31499"/>
                  <a:pt x="5308320" y="0"/>
                </a:cubicBezTo>
                <a:cubicBezTo>
                  <a:pt x="5551040" y="31499"/>
                  <a:pt x="5730014" y="-7531"/>
                  <a:pt x="5908091" y="0"/>
                </a:cubicBezTo>
                <a:cubicBezTo>
                  <a:pt x="6086168" y="7531"/>
                  <a:pt x="6364135" y="-5864"/>
                  <a:pt x="6687104" y="0"/>
                </a:cubicBezTo>
                <a:cubicBezTo>
                  <a:pt x="7010073" y="5864"/>
                  <a:pt x="7189343" y="22350"/>
                  <a:pt x="7376496" y="0"/>
                </a:cubicBezTo>
                <a:cubicBezTo>
                  <a:pt x="7563649" y="-22350"/>
                  <a:pt x="7693827" y="6674"/>
                  <a:pt x="7886646" y="0"/>
                </a:cubicBezTo>
                <a:cubicBezTo>
                  <a:pt x="8079465" y="-6674"/>
                  <a:pt x="8215525" y="2799"/>
                  <a:pt x="8307175" y="0"/>
                </a:cubicBezTo>
                <a:cubicBezTo>
                  <a:pt x="8398825" y="-2799"/>
                  <a:pt x="8784665" y="2145"/>
                  <a:pt x="8962098" y="0"/>
                </a:cubicBezTo>
                <a:cubicBezTo>
                  <a:pt x="8973725" y="141217"/>
                  <a:pt x="8944682" y="409520"/>
                  <a:pt x="8962098" y="565146"/>
                </a:cubicBezTo>
                <a:cubicBezTo>
                  <a:pt x="8979514" y="720772"/>
                  <a:pt x="8982053" y="941457"/>
                  <a:pt x="8962098" y="1102034"/>
                </a:cubicBezTo>
                <a:cubicBezTo>
                  <a:pt x="8942143" y="1262611"/>
                  <a:pt x="8955068" y="1402351"/>
                  <a:pt x="8962098" y="1638922"/>
                </a:cubicBezTo>
                <a:cubicBezTo>
                  <a:pt x="8969128" y="1875493"/>
                  <a:pt x="8983551" y="2010286"/>
                  <a:pt x="8962098" y="2232325"/>
                </a:cubicBezTo>
                <a:cubicBezTo>
                  <a:pt x="8940645" y="2454364"/>
                  <a:pt x="8973188" y="2701623"/>
                  <a:pt x="8962098" y="2825728"/>
                </a:cubicBezTo>
                <a:cubicBezTo>
                  <a:pt x="8755478" y="2849254"/>
                  <a:pt x="8509740" y="2822756"/>
                  <a:pt x="8093464" y="2825728"/>
                </a:cubicBezTo>
                <a:cubicBezTo>
                  <a:pt x="7677188" y="2828700"/>
                  <a:pt x="7834437" y="2849733"/>
                  <a:pt x="7583314" y="2825728"/>
                </a:cubicBezTo>
                <a:cubicBezTo>
                  <a:pt x="7332191" y="2801724"/>
                  <a:pt x="7325808" y="2837214"/>
                  <a:pt x="7073163" y="2825728"/>
                </a:cubicBezTo>
                <a:cubicBezTo>
                  <a:pt x="6820518" y="2814242"/>
                  <a:pt x="6485501" y="2793272"/>
                  <a:pt x="6294150" y="2825728"/>
                </a:cubicBezTo>
                <a:cubicBezTo>
                  <a:pt x="6102799" y="2858184"/>
                  <a:pt x="5851003" y="2818842"/>
                  <a:pt x="5694379" y="2825728"/>
                </a:cubicBezTo>
                <a:cubicBezTo>
                  <a:pt x="5537755" y="2832614"/>
                  <a:pt x="5199518" y="2804434"/>
                  <a:pt x="5004987" y="2825728"/>
                </a:cubicBezTo>
                <a:cubicBezTo>
                  <a:pt x="4810456" y="2847022"/>
                  <a:pt x="4679206" y="2823455"/>
                  <a:pt x="4405216" y="2825728"/>
                </a:cubicBezTo>
                <a:cubicBezTo>
                  <a:pt x="4131226" y="2828001"/>
                  <a:pt x="4119756" y="2816205"/>
                  <a:pt x="3984687" y="2825728"/>
                </a:cubicBezTo>
                <a:cubicBezTo>
                  <a:pt x="3849618" y="2835251"/>
                  <a:pt x="3393649" y="2818404"/>
                  <a:pt x="3116053" y="2825728"/>
                </a:cubicBezTo>
                <a:cubicBezTo>
                  <a:pt x="2838457" y="2833052"/>
                  <a:pt x="2859977" y="2838905"/>
                  <a:pt x="2605902" y="2825728"/>
                </a:cubicBezTo>
                <a:cubicBezTo>
                  <a:pt x="2351827" y="2812551"/>
                  <a:pt x="2019755" y="2799996"/>
                  <a:pt x="1737268" y="2825728"/>
                </a:cubicBezTo>
                <a:cubicBezTo>
                  <a:pt x="1454781" y="2851460"/>
                  <a:pt x="1298783" y="2820758"/>
                  <a:pt x="1047876" y="2825728"/>
                </a:cubicBezTo>
                <a:cubicBezTo>
                  <a:pt x="796969" y="2830698"/>
                  <a:pt x="405640" y="2873416"/>
                  <a:pt x="0" y="2825728"/>
                </a:cubicBezTo>
                <a:cubicBezTo>
                  <a:pt x="22492" y="2655607"/>
                  <a:pt x="-2904" y="2469628"/>
                  <a:pt x="0" y="2288840"/>
                </a:cubicBezTo>
                <a:cubicBezTo>
                  <a:pt x="2904" y="2108052"/>
                  <a:pt x="-20848" y="2019595"/>
                  <a:pt x="0" y="1808466"/>
                </a:cubicBezTo>
                <a:cubicBezTo>
                  <a:pt x="20848" y="1597337"/>
                  <a:pt x="22774" y="1383234"/>
                  <a:pt x="0" y="1243320"/>
                </a:cubicBezTo>
                <a:cubicBezTo>
                  <a:pt x="-22774" y="1103406"/>
                  <a:pt x="-6357" y="923834"/>
                  <a:pt x="0" y="649917"/>
                </a:cubicBezTo>
                <a:cubicBezTo>
                  <a:pt x="6357" y="376000"/>
                  <a:pt x="-31397" y="192286"/>
                  <a:pt x="0" y="0"/>
                </a:cubicBezTo>
                <a:close/>
              </a:path>
              <a:path w="8962098" h="2825728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62360" y="144040"/>
                  <a:pt x="8956032" y="405978"/>
                  <a:pt x="8962098" y="621660"/>
                </a:cubicBezTo>
                <a:cubicBezTo>
                  <a:pt x="8968164" y="837342"/>
                  <a:pt x="8990504" y="1042738"/>
                  <a:pt x="8962098" y="1215063"/>
                </a:cubicBezTo>
                <a:cubicBezTo>
                  <a:pt x="8933692" y="1387388"/>
                  <a:pt x="8952431" y="1597849"/>
                  <a:pt x="8962098" y="1780209"/>
                </a:cubicBezTo>
                <a:cubicBezTo>
                  <a:pt x="8971765" y="1962569"/>
                  <a:pt x="8976618" y="2091220"/>
                  <a:pt x="8962098" y="2260582"/>
                </a:cubicBezTo>
                <a:cubicBezTo>
                  <a:pt x="8947578" y="2429944"/>
                  <a:pt x="8974044" y="2603653"/>
                  <a:pt x="8962098" y="2825728"/>
                </a:cubicBezTo>
                <a:cubicBezTo>
                  <a:pt x="8764637" y="2854165"/>
                  <a:pt x="8441425" y="2843025"/>
                  <a:pt x="8183085" y="2825728"/>
                </a:cubicBezTo>
                <a:cubicBezTo>
                  <a:pt x="7924745" y="2808431"/>
                  <a:pt x="7799701" y="2859557"/>
                  <a:pt x="7493693" y="2825728"/>
                </a:cubicBezTo>
                <a:cubicBezTo>
                  <a:pt x="7187685" y="2791899"/>
                  <a:pt x="7039187" y="2837193"/>
                  <a:pt x="6714680" y="2825728"/>
                </a:cubicBezTo>
                <a:cubicBezTo>
                  <a:pt x="6390173" y="2814263"/>
                  <a:pt x="6312303" y="2821748"/>
                  <a:pt x="5935666" y="2825728"/>
                </a:cubicBezTo>
                <a:cubicBezTo>
                  <a:pt x="5559029" y="2829708"/>
                  <a:pt x="5565524" y="2802662"/>
                  <a:pt x="5335895" y="2825728"/>
                </a:cubicBezTo>
                <a:cubicBezTo>
                  <a:pt x="5106266" y="2848794"/>
                  <a:pt x="4986609" y="2810799"/>
                  <a:pt x="4825745" y="2825728"/>
                </a:cubicBezTo>
                <a:cubicBezTo>
                  <a:pt x="4664881" y="2840658"/>
                  <a:pt x="4352244" y="2790254"/>
                  <a:pt x="3957111" y="2825728"/>
                </a:cubicBezTo>
                <a:cubicBezTo>
                  <a:pt x="3561978" y="2861202"/>
                  <a:pt x="3611724" y="2811275"/>
                  <a:pt x="3267719" y="2825728"/>
                </a:cubicBezTo>
                <a:cubicBezTo>
                  <a:pt x="2923714" y="2840181"/>
                  <a:pt x="2647642" y="2812541"/>
                  <a:pt x="2399085" y="2825728"/>
                </a:cubicBezTo>
                <a:cubicBezTo>
                  <a:pt x="2150528" y="2838915"/>
                  <a:pt x="1780218" y="2813269"/>
                  <a:pt x="1620072" y="2825728"/>
                </a:cubicBezTo>
                <a:cubicBezTo>
                  <a:pt x="1459926" y="2838187"/>
                  <a:pt x="1360557" y="2801892"/>
                  <a:pt x="1109921" y="2825728"/>
                </a:cubicBezTo>
                <a:cubicBezTo>
                  <a:pt x="859285" y="2849564"/>
                  <a:pt x="313238" y="2818482"/>
                  <a:pt x="0" y="2825728"/>
                </a:cubicBezTo>
                <a:cubicBezTo>
                  <a:pt x="-10471" y="2604086"/>
                  <a:pt x="21748" y="2504175"/>
                  <a:pt x="0" y="2288840"/>
                </a:cubicBezTo>
                <a:cubicBezTo>
                  <a:pt x="-21748" y="2073505"/>
                  <a:pt x="-2222" y="1941828"/>
                  <a:pt x="0" y="1780209"/>
                </a:cubicBezTo>
                <a:cubicBezTo>
                  <a:pt x="2222" y="1618590"/>
                  <a:pt x="30266" y="1427095"/>
                  <a:pt x="0" y="1158548"/>
                </a:cubicBezTo>
                <a:cubicBezTo>
                  <a:pt x="-30266" y="890001"/>
                  <a:pt x="-28958" y="786611"/>
                  <a:pt x="0" y="536888"/>
                </a:cubicBezTo>
                <a:cubicBezTo>
                  <a:pt x="28958" y="287165"/>
                  <a:pt x="-11682" y="201819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180000" rIns="288000" bIns="180000">
            <a:spAutoFit/>
          </a:bodyPr>
          <a:lstStyle/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 test()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own_ptr&lt;acceptor&lt;socket&gt;&gt; pacceptor = make_own&lt;acceptor&lt;socket&gt;&gt;();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own_ptr&lt;socket&gt; psocket = make_own&lt;socket&gt;();</a:t>
            </a:r>
          </a:p>
          <a:p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pacceptor-&gt;start({net::ip::tcp::v4(), 20000});;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psocket-&gt;start (</a:t>
            </a:r>
            <a:r>
              <a:rPr lang="pt-BR" altLang="ko-KR" sz="1000">
                <a:latin typeface="돋움체" panose="020B0609000101010101" pitchFamily="49" charset="-127"/>
                <a:ea typeface="돋움체" panose="020B0609000101010101" pitchFamily="49" charset="-127"/>
              </a:rPr>
              <a:t>net::ip::tcp::resolver().resolve("192.168.0.100", “10000")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  <a:b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</a:br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… 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if(…)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</a:t>
            </a:r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throw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std::exception();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…</a:t>
            </a:r>
            <a:b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</a:br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g_pacceptor = std::move(pacceptor);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g_psocket = std::move(psocket);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B3AC9E-525E-4FA6-AA44-04E0CA405206}"/>
              </a:ext>
            </a:extLst>
          </p:cNvPr>
          <p:cNvSpPr txBox="1"/>
          <p:nvPr/>
        </p:nvSpPr>
        <p:spPr>
          <a:xfrm>
            <a:off x="1483602" y="3916511"/>
            <a:ext cx="9864321" cy="603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    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만약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exceptio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이 발생해도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own_ptr&lt;T&gt;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가 소멸하면서 자동적으로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destroy()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호출된다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    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모든 과정이 성공적으로 진행되면 전역변수로 이전되며 함수가 종료되어도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destroy()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함수가 호출되지 않는다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37311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5D1A0A4-3BBF-473D-B6F6-765C2E02345A}"/>
              </a:ext>
            </a:extLst>
          </p:cNvPr>
          <p:cNvSpPr txBox="1"/>
          <p:nvPr/>
        </p:nvSpPr>
        <p:spPr>
          <a:xfrm>
            <a:off x="1855892" y="-11382"/>
            <a:ext cx="245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own_ptr&lt;T&gt;: where?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A2105E-14D1-4432-8536-C8D29B2DD845}"/>
              </a:ext>
            </a:extLst>
          </p:cNvPr>
          <p:cNvSpPr txBox="1"/>
          <p:nvPr/>
        </p:nvSpPr>
        <p:spPr>
          <a:xfrm>
            <a:off x="1424363" y="620713"/>
            <a:ext cx="9864321" cy="326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own_ptr&lt;T&gt;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사용하면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try-catch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사용하지 않고도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‘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예외 안전 보장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(exception safety guarantee)’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제공해 줄 수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86ADFB-B5C7-4BD5-BE49-926036824C84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B93640-ABDC-4F42-9C1A-02ED41CAF266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3F1DCE0-1223-45B7-AD92-F4A3310894AE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89921A7-A09F-4203-A3F3-1C7182AAD88C}"/>
              </a:ext>
            </a:extLst>
          </p:cNvPr>
          <p:cNvSpPr/>
          <p:nvPr/>
        </p:nvSpPr>
        <p:spPr>
          <a:xfrm>
            <a:off x="1850982" y="1282129"/>
            <a:ext cx="8962098" cy="2056287"/>
          </a:xfrm>
          <a:custGeom>
            <a:avLst/>
            <a:gdLst>
              <a:gd name="connsiteX0" fmla="*/ 0 w 8962098"/>
              <a:gd name="connsiteY0" fmla="*/ 0 h 2056287"/>
              <a:gd name="connsiteX1" fmla="*/ 510150 w 8962098"/>
              <a:gd name="connsiteY1" fmla="*/ 0 h 2056287"/>
              <a:gd name="connsiteX2" fmla="*/ 930679 w 8962098"/>
              <a:gd name="connsiteY2" fmla="*/ 0 h 2056287"/>
              <a:gd name="connsiteX3" fmla="*/ 1440830 w 8962098"/>
              <a:gd name="connsiteY3" fmla="*/ 0 h 2056287"/>
              <a:gd name="connsiteX4" fmla="*/ 2040601 w 8962098"/>
              <a:gd name="connsiteY4" fmla="*/ 0 h 2056287"/>
              <a:gd name="connsiteX5" fmla="*/ 2461130 w 8962098"/>
              <a:gd name="connsiteY5" fmla="*/ 0 h 2056287"/>
              <a:gd name="connsiteX6" fmla="*/ 3060901 w 8962098"/>
              <a:gd name="connsiteY6" fmla="*/ 0 h 2056287"/>
              <a:gd name="connsiteX7" fmla="*/ 3660672 w 8962098"/>
              <a:gd name="connsiteY7" fmla="*/ 0 h 2056287"/>
              <a:gd name="connsiteX8" fmla="*/ 4439685 w 8962098"/>
              <a:gd name="connsiteY8" fmla="*/ 0 h 2056287"/>
              <a:gd name="connsiteX9" fmla="*/ 4860215 w 8962098"/>
              <a:gd name="connsiteY9" fmla="*/ 0 h 2056287"/>
              <a:gd name="connsiteX10" fmla="*/ 5549607 w 8962098"/>
              <a:gd name="connsiteY10" fmla="*/ 0 h 2056287"/>
              <a:gd name="connsiteX11" fmla="*/ 6059757 w 8962098"/>
              <a:gd name="connsiteY11" fmla="*/ 0 h 2056287"/>
              <a:gd name="connsiteX12" fmla="*/ 6480286 w 8962098"/>
              <a:gd name="connsiteY12" fmla="*/ 0 h 2056287"/>
              <a:gd name="connsiteX13" fmla="*/ 7348920 w 8962098"/>
              <a:gd name="connsiteY13" fmla="*/ 0 h 2056287"/>
              <a:gd name="connsiteX14" fmla="*/ 7948692 w 8962098"/>
              <a:gd name="connsiteY14" fmla="*/ 0 h 2056287"/>
              <a:gd name="connsiteX15" fmla="*/ 8962098 w 8962098"/>
              <a:gd name="connsiteY15" fmla="*/ 0 h 2056287"/>
              <a:gd name="connsiteX16" fmla="*/ 8962098 w 8962098"/>
              <a:gd name="connsiteY16" fmla="*/ 685429 h 2056287"/>
              <a:gd name="connsiteX17" fmla="*/ 8962098 w 8962098"/>
              <a:gd name="connsiteY17" fmla="*/ 1370858 h 2056287"/>
              <a:gd name="connsiteX18" fmla="*/ 8962098 w 8962098"/>
              <a:gd name="connsiteY18" fmla="*/ 2056287 h 2056287"/>
              <a:gd name="connsiteX19" fmla="*/ 8451948 w 8962098"/>
              <a:gd name="connsiteY19" fmla="*/ 2056287 h 2056287"/>
              <a:gd name="connsiteX20" fmla="*/ 7762556 w 8962098"/>
              <a:gd name="connsiteY20" fmla="*/ 2056287 h 2056287"/>
              <a:gd name="connsiteX21" fmla="*/ 7073163 w 8962098"/>
              <a:gd name="connsiteY21" fmla="*/ 2056287 h 2056287"/>
              <a:gd name="connsiteX22" fmla="*/ 6473392 w 8962098"/>
              <a:gd name="connsiteY22" fmla="*/ 2056287 h 2056287"/>
              <a:gd name="connsiteX23" fmla="*/ 5694379 w 8962098"/>
              <a:gd name="connsiteY23" fmla="*/ 2056287 h 2056287"/>
              <a:gd name="connsiteX24" fmla="*/ 5094608 w 8962098"/>
              <a:gd name="connsiteY24" fmla="*/ 2056287 h 2056287"/>
              <a:gd name="connsiteX25" fmla="*/ 4315595 w 8962098"/>
              <a:gd name="connsiteY25" fmla="*/ 2056287 h 2056287"/>
              <a:gd name="connsiteX26" fmla="*/ 3805445 w 8962098"/>
              <a:gd name="connsiteY26" fmla="*/ 2056287 h 2056287"/>
              <a:gd name="connsiteX27" fmla="*/ 3295294 w 8962098"/>
              <a:gd name="connsiteY27" fmla="*/ 2056287 h 2056287"/>
              <a:gd name="connsiteX28" fmla="*/ 2516281 w 8962098"/>
              <a:gd name="connsiteY28" fmla="*/ 2056287 h 2056287"/>
              <a:gd name="connsiteX29" fmla="*/ 1916510 w 8962098"/>
              <a:gd name="connsiteY29" fmla="*/ 2056287 h 2056287"/>
              <a:gd name="connsiteX30" fmla="*/ 1227118 w 8962098"/>
              <a:gd name="connsiteY30" fmla="*/ 2056287 h 2056287"/>
              <a:gd name="connsiteX31" fmla="*/ 627347 w 8962098"/>
              <a:gd name="connsiteY31" fmla="*/ 2056287 h 2056287"/>
              <a:gd name="connsiteX32" fmla="*/ 0 w 8962098"/>
              <a:gd name="connsiteY32" fmla="*/ 2056287 h 2056287"/>
              <a:gd name="connsiteX33" fmla="*/ 0 w 8962098"/>
              <a:gd name="connsiteY33" fmla="*/ 1329732 h 2056287"/>
              <a:gd name="connsiteX34" fmla="*/ 0 w 8962098"/>
              <a:gd name="connsiteY34" fmla="*/ 705992 h 2056287"/>
              <a:gd name="connsiteX35" fmla="*/ 0 w 8962098"/>
              <a:gd name="connsiteY35" fmla="*/ 0 h 2056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8962098" h="2056287" fill="none" extrusionOk="0">
                <a:moveTo>
                  <a:pt x="0" y="0"/>
                </a:moveTo>
                <a:cubicBezTo>
                  <a:pt x="180912" y="-9047"/>
                  <a:pt x="382992" y="-5112"/>
                  <a:pt x="510150" y="0"/>
                </a:cubicBezTo>
                <a:cubicBezTo>
                  <a:pt x="637308" y="5112"/>
                  <a:pt x="802085" y="-9074"/>
                  <a:pt x="930679" y="0"/>
                </a:cubicBezTo>
                <a:cubicBezTo>
                  <a:pt x="1059273" y="9074"/>
                  <a:pt x="1240044" y="4253"/>
                  <a:pt x="1440830" y="0"/>
                </a:cubicBezTo>
                <a:cubicBezTo>
                  <a:pt x="1641616" y="-4253"/>
                  <a:pt x="1913285" y="11627"/>
                  <a:pt x="2040601" y="0"/>
                </a:cubicBezTo>
                <a:cubicBezTo>
                  <a:pt x="2167917" y="-11627"/>
                  <a:pt x="2285150" y="18199"/>
                  <a:pt x="2461130" y="0"/>
                </a:cubicBezTo>
                <a:cubicBezTo>
                  <a:pt x="2637110" y="-18199"/>
                  <a:pt x="2828636" y="4492"/>
                  <a:pt x="3060901" y="0"/>
                </a:cubicBezTo>
                <a:cubicBezTo>
                  <a:pt x="3293166" y="-4492"/>
                  <a:pt x="3400102" y="-11615"/>
                  <a:pt x="3660672" y="0"/>
                </a:cubicBezTo>
                <a:cubicBezTo>
                  <a:pt x="3921242" y="11615"/>
                  <a:pt x="4103222" y="33240"/>
                  <a:pt x="4439685" y="0"/>
                </a:cubicBezTo>
                <a:cubicBezTo>
                  <a:pt x="4776148" y="-33240"/>
                  <a:pt x="4682591" y="17857"/>
                  <a:pt x="4860215" y="0"/>
                </a:cubicBezTo>
                <a:cubicBezTo>
                  <a:pt x="5037839" y="-17857"/>
                  <a:pt x="5363902" y="-10920"/>
                  <a:pt x="5549607" y="0"/>
                </a:cubicBezTo>
                <a:cubicBezTo>
                  <a:pt x="5735312" y="10920"/>
                  <a:pt x="5956019" y="9149"/>
                  <a:pt x="6059757" y="0"/>
                </a:cubicBezTo>
                <a:cubicBezTo>
                  <a:pt x="6163495" y="-9149"/>
                  <a:pt x="6329987" y="5934"/>
                  <a:pt x="6480286" y="0"/>
                </a:cubicBezTo>
                <a:cubicBezTo>
                  <a:pt x="6630585" y="-5934"/>
                  <a:pt x="7107847" y="-26784"/>
                  <a:pt x="7348920" y="0"/>
                </a:cubicBezTo>
                <a:cubicBezTo>
                  <a:pt x="7589993" y="26784"/>
                  <a:pt x="7767262" y="-14219"/>
                  <a:pt x="7948692" y="0"/>
                </a:cubicBezTo>
                <a:cubicBezTo>
                  <a:pt x="8130122" y="14219"/>
                  <a:pt x="8523513" y="2118"/>
                  <a:pt x="8962098" y="0"/>
                </a:cubicBezTo>
                <a:cubicBezTo>
                  <a:pt x="8935970" y="163122"/>
                  <a:pt x="8956537" y="503078"/>
                  <a:pt x="8962098" y="685429"/>
                </a:cubicBezTo>
                <a:cubicBezTo>
                  <a:pt x="8967659" y="867780"/>
                  <a:pt x="8939073" y="1041163"/>
                  <a:pt x="8962098" y="1370858"/>
                </a:cubicBezTo>
                <a:cubicBezTo>
                  <a:pt x="8985123" y="1700553"/>
                  <a:pt x="8964689" y="1911483"/>
                  <a:pt x="8962098" y="2056287"/>
                </a:cubicBezTo>
                <a:cubicBezTo>
                  <a:pt x="8768339" y="2057425"/>
                  <a:pt x="8635883" y="2059062"/>
                  <a:pt x="8451948" y="2056287"/>
                </a:cubicBezTo>
                <a:cubicBezTo>
                  <a:pt x="8268013" y="2053513"/>
                  <a:pt x="7906679" y="2022603"/>
                  <a:pt x="7762556" y="2056287"/>
                </a:cubicBezTo>
                <a:cubicBezTo>
                  <a:pt x="7618433" y="2089971"/>
                  <a:pt x="7274105" y="2055392"/>
                  <a:pt x="7073163" y="2056287"/>
                </a:cubicBezTo>
                <a:cubicBezTo>
                  <a:pt x="6872221" y="2057182"/>
                  <a:pt x="6624613" y="2047669"/>
                  <a:pt x="6473392" y="2056287"/>
                </a:cubicBezTo>
                <a:cubicBezTo>
                  <a:pt x="6322171" y="2064905"/>
                  <a:pt x="6050537" y="2071954"/>
                  <a:pt x="5694379" y="2056287"/>
                </a:cubicBezTo>
                <a:cubicBezTo>
                  <a:pt x="5338221" y="2040620"/>
                  <a:pt x="5248367" y="2085152"/>
                  <a:pt x="5094608" y="2056287"/>
                </a:cubicBezTo>
                <a:cubicBezTo>
                  <a:pt x="4940849" y="2027422"/>
                  <a:pt x="4475351" y="2036998"/>
                  <a:pt x="4315595" y="2056287"/>
                </a:cubicBezTo>
                <a:cubicBezTo>
                  <a:pt x="4155839" y="2075576"/>
                  <a:pt x="4056568" y="2080292"/>
                  <a:pt x="3805445" y="2056287"/>
                </a:cubicBezTo>
                <a:cubicBezTo>
                  <a:pt x="3554322" y="2032283"/>
                  <a:pt x="3547939" y="2067773"/>
                  <a:pt x="3295294" y="2056287"/>
                </a:cubicBezTo>
                <a:cubicBezTo>
                  <a:pt x="3042649" y="2044801"/>
                  <a:pt x="2707632" y="2023831"/>
                  <a:pt x="2516281" y="2056287"/>
                </a:cubicBezTo>
                <a:cubicBezTo>
                  <a:pt x="2324930" y="2088743"/>
                  <a:pt x="2073134" y="2049401"/>
                  <a:pt x="1916510" y="2056287"/>
                </a:cubicBezTo>
                <a:cubicBezTo>
                  <a:pt x="1759886" y="2063173"/>
                  <a:pt x="1421649" y="2034993"/>
                  <a:pt x="1227118" y="2056287"/>
                </a:cubicBezTo>
                <a:cubicBezTo>
                  <a:pt x="1032587" y="2077581"/>
                  <a:pt x="901337" y="2054014"/>
                  <a:pt x="627347" y="2056287"/>
                </a:cubicBezTo>
                <a:cubicBezTo>
                  <a:pt x="353357" y="2058560"/>
                  <a:pt x="301530" y="2069898"/>
                  <a:pt x="0" y="2056287"/>
                </a:cubicBezTo>
                <a:cubicBezTo>
                  <a:pt x="-19544" y="1779117"/>
                  <a:pt x="19191" y="1507157"/>
                  <a:pt x="0" y="1329732"/>
                </a:cubicBezTo>
                <a:cubicBezTo>
                  <a:pt x="-19191" y="1152308"/>
                  <a:pt x="18235" y="864321"/>
                  <a:pt x="0" y="705992"/>
                </a:cubicBezTo>
                <a:cubicBezTo>
                  <a:pt x="-18235" y="547663"/>
                  <a:pt x="-25252" y="257704"/>
                  <a:pt x="0" y="0"/>
                </a:cubicBezTo>
                <a:close/>
              </a:path>
              <a:path w="8962098" h="2056287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35793" y="284253"/>
                  <a:pt x="8926201" y="455018"/>
                  <a:pt x="8962098" y="726555"/>
                </a:cubicBezTo>
                <a:cubicBezTo>
                  <a:pt x="8997995" y="998093"/>
                  <a:pt x="8929466" y="1265327"/>
                  <a:pt x="8962098" y="1432547"/>
                </a:cubicBezTo>
                <a:cubicBezTo>
                  <a:pt x="8994730" y="1599767"/>
                  <a:pt x="8966152" y="1896539"/>
                  <a:pt x="8962098" y="2056287"/>
                </a:cubicBezTo>
                <a:cubicBezTo>
                  <a:pt x="8796241" y="2067871"/>
                  <a:pt x="8685247" y="2058396"/>
                  <a:pt x="8541569" y="2056287"/>
                </a:cubicBezTo>
                <a:cubicBezTo>
                  <a:pt x="8397891" y="2054178"/>
                  <a:pt x="8145758" y="2041390"/>
                  <a:pt x="7852177" y="2056287"/>
                </a:cubicBezTo>
                <a:cubicBezTo>
                  <a:pt x="7558596" y="2071184"/>
                  <a:pt x="7304328" y="2014026"/>
                  <a:pt x="6983543" y="2056287"/>
                </a:cubicBezTo>
                <a:cubicBezTo>
                  <a:pt x="6662758" y="2098548"/>
                  <a:pt x="6600854" y="2022108"/>
                  <a:pt x="6294150" y="2056287"/>
                </a:cubicBezTo>
                <a:cubicBezTo>
                  <a:pt x="5987446" y="2090466"/>
                  <a:pt x="5839644" y="2067752"/>
                  <a:pt x="5515137" y="2056287"/>
                </a:cubicBezTo>
                <a:cubicBezTo>
                  <a:pt x="5190630" y="2044822"/>
                  <a:pt x="5109494" y="2051946"/>
                  <a:pt x="4736124" y="2056287"/>
                </a:cubicBezTo>
                <a:cubicBezTo>
                  <a:pt x="4362754" y="2060628"/>
                  <a:pt x="4365982" y="2033221"/>
                  <a:pt x="4136353" y="2056287"/>
                </a:cubicBezTo>
                <a:cubicBezTo>
                  <a:pt x="3906724" y="2079353"/>
                  <a:pt x="3787067" y="2041358"/>
                  <a:pt x="3626203" y="2056287"/>
                </a:cubicBezTo>
                <a:cubicBezTo>
                  <a:pt x="3465339" y="2071217"/>
                  <a:pt x="3152702" y="2020813"/>
                  <a:pt x="2757569" y="2056287"/>
                </a:cubicBezTo>
                <a:cubicBezTo>
                  <a:pt x="2362436" y="2091761"/>
                  <a:pt x="2209304" y="2044268"/>
                  <a:pt x="2068176" y="2056287"/>
                </a:cubicBezTo>
                <a:cubicBezTo>
                  <a:pt x="1927048" y="2068306"/>
                  <a:pt x="1448099" y="2043100"/>
                  <a:pt x="1199542" y="2056287"/>
                </a:cubicBezTo>
                <a:cubicBezTo>
                  <a:pt x="950985" y="2069474"/>
                  <a:pt x="527239" y="2005912"/>
                  <a:pt x="0" y="2056287"/>
                </a:cubicBezTo>
                <a:cubicBezTo>
                  <a:pt x="15793" y="1745129"/>
                  <a:pt x="13479" y="1588244"/>
                  <a:pt x="0" y="1411984"/>
                </a:cubicBezTo>
                <a:cubicBezTo>
                  <a:pt x="-13479" y="1235724"/>
                  <a:pt x="-877" y="1086774"/>
                  <a:pt x="0" y="788243"/>
                </a:cubicBezTo>
                <a:cubicBezTo>
                  <a:pt x="877" y="489712"/>
                  <a:pt x="-17878" y="189136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180000" rIns="288000" bIns="180000">
            <a:spAutoFit/>
          </a:bodyPr>
          <a:lstStyle/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 main()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own_ptr&lt;socket&gt; a = make_object&lt;socket&gt;();</a:t>
            </a:r>
          </a:p>
          <a:p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object_ptr&lt;moo&gt; b = make_object&lt;moo&gt;();</a:t>
            </a:r>
          </a:p>
          <a:p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a-&gt;obj = b;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b-&gt;obj = a;</a:t>
            </a:r>
          </a:p>
          <a:p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a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와 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b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는 순환 참조로 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와 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b 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객체 모두 할당 해제되지 않는다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</a:t>
            </a:r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B3AC9E-525E-4FA6-AA44-04E0CA405206}"/>
              </a:ext>
            </a:extLst>
          </p:cNvPr>
          <p:cNvSpPr txBox="1"/>
          <p:nvPr/>
        </p:nvSpPr>
        <p:spPr>
          <a:xfrm>
            <a:off x="1467273" y="5089361"/>
            <a:ext cx="9864321" cy="880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     표준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C++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에서는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std::shared_ptr&lt;T&gt;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의 순환참조의 해결을 위해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std::weak_ptr&lt;T&gt;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많이 사용한다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    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즉 소유권자는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std::shared_ptr&lt;T&gt;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가 가지며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std::weak_ptr&lt;T&gt;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는 소유권을 가지지 않도록 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    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하지만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weak_ptr&lt;T&gt;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의 경우 매번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expir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검사해야 하는 등 여러 불편함이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011672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5D1A0A4-3BBF-473D-B6F6-765C2E02345A}"/>
              </a:ext>
            </a:extLst>
          </p:cNvPr>
          <p:cNvSpPr txBox="1"/>
          <p:nvPr/>
        </p:nvSpPr>
        <p:spPr>
          <a:xfrm>
            <a:off x="1855892" y="-11382"/>
            <a:ext cx="245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own_ptr&lt;T&gt;: where?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A2105E-14D1-4432-8536-C8D29B2DD845}"/>
              </a:ext>
            </a:extLst>
          </p:cNvPr>
          <p:cNvSpPr txBox="1"/>
          <p:nvPr/>
        </p:nvSpPr>
        <p:spPr>
          <a:xfrm>
            <a:off x="1424363" y="620713"/>
            <a:ext cx="9864321" cy="603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HY견명조" panose="02030600000101010101" pitchFamily="18" charset="-127"/>
                <a:ea typeface="HY견명조" panose="02030600000101010101" pitchFamily="18" charset="-127"/>
              </a:rPr>
              <a:t>순환 참조로 인하나 문제를 해결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하기 위해서 사용된다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아래처럼 프로그래밍 되었다면 순환 참조가 되어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a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객체와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b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객체는 자동 할당해제되지 않습니다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86ADFB-B5C7-4BD5-BE49-926036824C84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B93640-ABDC-4F42-9C1A-02ED41CAF266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3F1DCE0-1223-45B7-AD92-F4A3310894AE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89921A7-A09F-4203-A3F3-1C7182AAD88C}"/>
              </a:ext>
            </a:extLst>
          </p:cNvPr>
          <p:cNvSpPr/>
          <p:nvPr/>
        </p:nvSpPr>
        <p:spPr>
          <a:xfrm>
            <a:off x="1850982" y="1282129"/>
            <a:ext cx="8962098" cy="3749058"/>
          </a:xfrm>
          <a:custGeom>
            <a:avLst/>
            <a:gdLst>
              <a:gd name="connsiteX0" fmla="*/ 0 w 8962098"/>
              <a:gd name="connsiteY0" fmla="*/ 0 h 3749058"/>
              <a:gd name="connsiteX1" fmla="*/ 689392 w 8962098"/>
              <a:gd name="connsiteY1" fmla="*/ 0 h 3749058"/>
              <a:gd name="connsiteX2" fmla="*/ 1109921 w 8962098"/>
              <a:gd name="connsiteY2" fmla="*/ 0 h 3749058"/>
              <a:gd name="connsiteX3" fmla="*/ 1799314 w 8962098"/>
              <a:gd name="connsiteY3" fmla="*/ 0 h 3749058"/>
              <a:gd name="connsiteX4" fmla="*/ 2309464 w 8962098"/>
              <a:gd name="connsiteY4" fmla="*/ 0 h 3749058"/>
              <a:gd name="connsiteX5" fmla="*/ 2729993 w 8962098"/>
              <a:gd name="connsiteY5" fmla="*/ 0 h 3749058"/>
              <a:gd name="connsiteX6" fmla="*/ 3598627 w 8962098"/>
              <a:gd name="connsiteY6" fmla="*/ 0 h 3749058"/>
              <a:gd name="connsiteX7" fmla="*/ 4198398 w 8962098"/>
              <a:gd name="connsiteY7" fmla="*/ 0 h 3749058"/>
              <a:gd name="connsiteX8" fmla="*/ 4977411 w 8962098"/>
              <a:gd name="connsiteY8" fmla="*/ 0 h 3749058"/>
              <a:gd name="connsiteX9" fmla="*/ 5666804 w 8962098"/>
              <a:gd name="connsiteY9" fmla="*/ 0 h 3749058"/>
              <a:gd name="connsiteX10" fmla="*/ 6176954 w 8962098"/>
              <a:gd name="connsiteY10" fmla="*/ 0 h 3749058"/>
              <a:gd name="connsiteX11" fmla="*/ 6597483 w 8962098"/>
              <a:gd name="connsiteY11" fmla="*/ 0 h 3749058"/>
              <a:gd name="connsiteX12" fmla="*/ 7466117 w 8962098"/>
              <a:gd name="connsiteY12" fmla="*/ 0 h 3749058"/>
              <a:gd name="connsiteX13" fmla="*/ 8155509 w 8962098"/>
              <a:gd name="connsiteY13" fmla="*/ 0 h 3749058"/>
              <a:gd name="connsiteX14" fmla="*/ 8962098 w 8962098"/>
              <a:gd name="connsiteY14" fmla="*/ 0 h 3749058"/>
              <a:gd name="connsiteX15" fmla="*/ 8962098 w 8962098"/>
              <a:gd name="connsiteY15" fmla="*/ 512371 h 3749058"/>
              <a:gd name="connsiteX16" fmla="*/ 8962098 w 8962098"/>
              <a:gd name="connsiteY16" fmla="*/ 1174705 h 3749058"/>
              <a:gd name="connsiteX17" fmla="*/ 8962098 w 8962098"/>
              <a:gd name="connsiteY17" fmla="*/ 1837038 h 3749058"/>
              <a:gd name="connsiteX18" fmla="*/ 8962098 w 8962098"/>
              <a:gd name="connsiteY18" fmla="*/ 2536863 h 3749058"/>
              <a:gd name="connsiteX19" fmla="*/ 8962098 w 8962098"/>
              <a:gd name="connsiteY19" fmla="*/ 3749058 h 3749058"/>
              <a:gd name="connsiteX20" fmla="*/ 8183085 w 8962098"/>
              <a:gd name="connsiteY20" fmla="*/ 3749058 h 3749058"/>
              <a:gd name="connsiteX21" fmla="*/ 7404072 w 8962098"/>
              <a:gd name="connsiteY21" fmla="*/ 3749058 h 3749058"/>
              <a:gd name="connsiteX22" fmla="*/ 6804301 w 8962098"/>
              <a:gd name="connsiteY22" fmla="*/ 3749058 h 3749058"/>
              <a:gd name="connsiteX23" fmla="*/ 6114908 w 8962098"/>
              <a:gd name="connsiteY23" fmla="*/ 3749058 h 3749058"/>
              <a:gd name="connsiteX24" fmla="*/ 5515137 w 8962098"/>
              <a:gd name="connsiteY24" fmla="*/ 3749058 h 3749058"/>
              <a:gd name="connsiteX25" fmla="*/ 5094608 w 8962098"/>
              <a:gd name="connsiteY25" fmla="*/ 3749058 h 3749058"/>
              <a:gd name="connsiteX26" fmla="*/ 4225974 w 8962098"/>
              <a:gd name="connsiteY26" fmla="*/ 3749058 h 3749058"/>
              <a:gd name="connsiteX27" fmla="*/ 3715824 w 8962098"/>
              <a:gd name="connsiteY27" fmla="*/ 3749058 h 3749058"/>
              <a:gd name="connsiteX28" fmla="*/ 2847190 w 8962098"/>
              <a:gd name="connsiteY28" fmla="*/ 3749058 h 3749058"/>
              <a:gd name="connsiteX29" fmla="*/ 2157797 w 8962098"/>
              <a:gd name="connsiteY29" fmla="*/ 3749058 h 3749058"/>
              <a:gd name="connsiteX30" fmla="*/ 1468405 w 8962098"/>
              <a:gd name="connsiteY30" fmla="*/ 3749058 h 3749058"/>
              <a:gd name="connsiteX31" fmla="*/ 868634 w 8962098"/>
              <a:gd name="connsiteY31" fmla="*/ 3749058 h 3749058"/>
              <a:gd name="connsiteX32" fmla="*/ 0 w 8962098"/>
              <a:gd name="connsiteY32" fmla="*/ 3749058 h 3749058"/>
              <a:gd name="connsiteX33" fmla="*/ 0 w 8962098"/>
              <a:gd name="connsiteY33" fmla="*/ 3161706 h 3749058"/>
              <a:gd name="connsiteX34" fmla="*/ 0 w 8962098"/>
              <a:gd name="connsiteY34" fmla="*/ 2499372 h 3749058"/>
              <a:gd name="connsiteX35" fmla="*/ 0 w 8962098"/>
              <a:gd name="connsiteY35" fmla="*/ 1874529 h 3749058"/>
              <a:gd name="connsiteX36" fmla="*/ 0 w 8962098"/>
              <a:gd name="connsiteY36" fmla="*/ 1174705 h 3749058"/>
              <a:gd name="connsiteX37" fmla="*/ 0 w 8962098"/>
              <a:gd name="connsiteY37" fmla="*/ 662334 h 3749058"/>
              <a:gd name="connsiteX38" fmla="*/ 0 w 8962098"/>
              <a:gd name="connsiteY38" fmla="*/ 0 h 3749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8962098" h="3749058" fill="none" extrusionOk="0">
                <a:moveTo>
                  <a:pt x="0" y="0"/>
                </a:moveTo>
                <a:cubicBezTo>
                  <a:pt x="241979" y="29770"/>
                  <a:pt x="512494" y="13686"/>
                  <a:pt x="689392" y="0"/>
                </a:cubicBezTo>
                <a:cubicBezTo>
                  <a:pt x="866290" y="-13686"/>
                  <a:pt x="940195" y="18316"/>
                  <a:pt x="1109921" y="0"/>
                </a:cubicBezTo>
                <a:cubicBezTo>
                  <a:pt x="1279647" y="-18316"/>
                  <a:pt x="1609321" y="-11638"/>
                  <a:pt x="1799314" y="0"/>
                </a:cubicBezTo>
                <a:cubicBezTo>
                  <a:pt x="1989307" y="11638"/>
                  <a:pt x="2205726" y="9149"/>
                  <a:pt x="2309464" y="0"/>
                </a:cubicBezTo>
                <a:cubicBezTo>
                  <a:pt x="2413202" y="-9149"/>
                  <a:pt x="2579694" y="5934"/>
                  <a:pt x="2729993" y="0"/>
                </a:cubicBezTo>
                <a:cubicBezTo>
                  <a:pt x="2880292" y="-5934"/>
                  <a:pt x="3357554" y="-26784"/>
                  <a:pt x="3598627" y="0"/>
                </a:cubicBezTo>
                <a:cubicBezTo>
                  <a:pt x="3839700" y="26784"/>
                  <a:pt x="4020321" y="-7531"/>
                  <a:pt x="4198398" y="0"/>
                </a:cubicBezTo>
                <a:cubicBezTo>
                  <a:pt x="4376475" y="7531"/>
                  <a:pt x="4654442" y="-5864"/>
                  <a:pt x="4977411" y="0"/>
                </a:cubicBezTo>
                <a:cubicBezTo>
                  <a:pt x="5300380" y="5864"/>
                  <a:pt x="5477971" y="20723"/>
                  <a:pt x="5666804" y="0"/>
                </a:cubicBezTo>
                <a:cubicBezTo>
                  <a:pt x="5855637" y="-20723"/>
                  <a:pt x="5984135" y="6674"/>
                  <a:pt x="6176954" y="0"/>
                </a:cubicBezTo>
                <a:cubicBezTo>
                  <a:pt x="6369773" y="-6674"/>
                  <a:pt x="6505833" y="2799"/>
                  <a:pt x="6597483" y="0"/>
                </a:cubicBezTo>
                <a:cubicBezTo>
                  <a:pt x="6689133" y="-2799"/>
                  <a:pt x="7108140" y="-20624"/>
                  <a:pt x="7466117" y="0"/>
                </a:cubicBezTo>
                <a:cubicBezTo>
                  <a:pt x="7824094" y="20624"/>
                  <a:pt x="7898680" y="-12022"/>
                  <a:pt x="8155509" y="0"/>
                </a:cubicBezTo>
                <a:cubicBezTo>
                  <a:pt x="8412338" y="12022"/>
                  <a:pt x="8741593" y="-28822"/>
                  <a:pt x="8962098" y="0"/>
                </a:cubicBezTo>
                <a:cubicBezTo>
                  <a:pt x="8953965" y="183417"/>
                  <a:pt x="8949485" y="396692"/>
                  <a:pt x="8962098" y="512371"/>
                </a:cubicBezTo>
                <a:cubicBezTo>
                  <a:pt x="8974711" y="628050"/>
                  <a:pt x="8968611" y="939851"/>
                  <a:pt x="8962098" y="1174705"/>
                </a:cubicBezTo>
                <a:cubicBezTo>
                  <a:pt x="8955585" y="1409559"/>
                  <a:pt x="8940190" y="1585374"/>
                  <a:pt x="8962098" y="1837038"/>
                </a:cubicBezTo>
                <a:cubicBezTo>
                  <a:pt x="8984006" y="2088702"/>
                  <a:pt x="8978383" y="2252260"/>
                  <a:pt x="8962098" y="2536863"/>
                </a:cubicBezTo>
                <a:cubicBezTo>
                  <a:pt x="8945813" y="2821467"/>
                  <a:pt x="9009808" y="3478149"/>
                  <a:pt x="8962098" y="3749058"/>
                </a:cubicBezTo>
                <a:cubicBezTo>
                  <a:pt x="8613981" y="3745931"/>
                  <a:pt x="8379706" y="3733132"/>
                  <a:pt x="8183085" y="3749058"/>
                </a:cubicBezTo>
                <a:cubicBezTo>
                  <a:pt x="7986464" y="3764984"/>
                  <a:pt x="7595423" y="3716602"/>
                  <a:pt x="7404072" y="3749058"/>
                </a:cubicBezTo>
                <a:cubicBezTo>
                  <a:pt x="7212721" y="3781514"/>
                  <a:pt x="6960925" y="3742172"/>
                  <a:pt x="6804301" y="3749058"/>
                </a:cubicBezTo>
                <a:cubicBezTo>
                  <a:pt x="6647677" y="3755944"/>
                  <a:pt x="6312739" y="3732214"/>
                  <a:pt x="6114908" y="3749058"/>
                </a:cubicBezTo>
                <a:cubicBezTo>
                  <a:pt x="5917077" y="3765902"/>
                  <a:pt x="5789127" y="3746785"/>
                  <a:pt x="5515137" y="3749058"/>
                </a:cubicBezTo>
                <a:cubicBezTo>
                  <a:pt x="5241147" y="3751331"/>
                  <a:pt x="5229677" y="3739535"/>
                  <a:pt x="5094608" y="3749058"/>
                </a:cubicBezTo>
                <a:cubicBezTo>
                  <a:pt x="4959539" y="3758581"/>
                  <a:pt x="4503570" y="3741734"/>
                  <a:pt x="4225974" y="3749058"/>
                </a:cubicBezTo>
                <a:cubicBezTo>
                  <a:pt x="3948378" y="3756382"/>
                  <a:pt x="3969646" y="3753875"/>
                  <a:pt x="3715824" y="3749058"/>
                </a:cubicBezTo>
                <a:cubicBezTo>
                  <a:pt x="3462002" y="3744242"/>
                  <a:pt x="3129677" y="3723326"/>
                  <a:pt x="2847190" y="3749058"/>
                </a:cubicBezTo>
                <a:cubicBezTo>
                  <a:pt x="2564703" y="3774790"/>
                  <a:pt x="2414453" y="3744414"/>
                  <a:pt x="2157797" y="3749058"/>
                </a:cubicBezTo>
                <a:cubicBezTo>
                  <a:pt x="1901141" y="3753702"/>
                  <a:pt x="1782984" y="3759502"/>
                  <a:pt x="1468405" y="3749058"/>
                </a:cubicBezTo>
                <a:cubicBezTo>
                  <a:pt x="1153826" y="3738614"/>
                  <a:pt x="1102295" y="3777300"/>
                  <a:pt x="868634" y="3749058"/>
                </a:cubicBezTo>
                <a:cubicBezTo>
                  <a:pt x="634973" y="3720816"/>
                  <a:pt x="216618" y="3734114"/>
                  <a:pt x="0" y="3749058"/>
                </a:cubicBezTo>
                <a:cubicBezTo>
                  <a:pt x="-16737" y="3512306"/>
                  <a:pt x="29195" y="3390498"/>
                  <a:pt x="0" y="3161706"/>
                </a:cubicBezTo>
                <a:cubicBezTo>
                  <a:pt x="-29195" y="2932914"/>
                  <a:pt x="16125" y="2639544"/>
                  <a:pt x="0" y="2499372"/>
                </a:cubicBezTo>
                <a:cubicBezTo>
                  <a:pt x="-16125" y="2359200"/>
                  <a:pt x="27218" y="2058363"/>
                  <a:pt x="0" y="1874529"/>
                </a:cubicBezTo>
                <a:cubicBezTo>
                  <a:pt x="-27218" y="1690695"/>
                  <a:pt x="16482" y="1385532"/>
                  <a:pt x="0" y="1174705"/>
                </a:cubicBezTo>
                <a:cubicBezTo>
                  <a:pt x="-16482" y="963878"/>
                  <a:pt x="-9088" y="820529"/>
                  <a:pt x="0" y="662334"/>
                </a:cubicBezTo>
                <a:cubicBezTo>
                  <a:pt x="9088" y="504139"/>
                  <a:pt x="15158" y="213651"/>
                  <a:pt x="0" y="0"/>
                </a:cubicBezTo>
                <a:close/>
              </a:path>
              <a:path w="8962098" h="3749058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67514" y="331675"/>
                  <a:pt x="8951605" y="361955"/>
                  <a:pt x="8962098" y="699824"/>
                </a:cubicBezTo>
                <a:cubicBezTo>
                  <a:pt x="8972591" y="1037693"/>
                  <a:pt x="8930840" y="1073582"/>
                  <a:pt x="8962098" y="1362158"/>
                </a:cubicBezTo>
                <a:cubicBezTo>
                  <a:pt x="8993356" y="1650734"/>
                  <a:pt x="8965595" y="1776217"/>
                  <a:pt x="8962098" y="1987001"/>
                </a:cubicBezTo>
                <a:cubicBezTo>
                  <a:pt x="8958601" y="2197785"/>
                  <a:pt x="8982682" y="2302767"/>
                  <a:pt x="8962098" y="2499372"/>
                </a:cubicBezTo>
                <a:cubicBezTo>
                  <a:pt x="8941514" y="2695977"/>
                  <a:pt x="8969290" y="2873645"/>
                  <a:pt x="8962098" y="3049234"/>
                </a:cubicBezTo>
                <a:cubicBezTo>
                  <a:pt x="8954906" y="3224823"/>
                  <a:pt x="8990649" y="3429177"/>
                  <a:pt x="8962098" y="3749058"/>
                </a:cubicBezTo>
                <a:cubicBezTo>
                  <a:pt x="8652068" y="3760831"/>
                  <a:pt x="8578714" y="3782887"/>
                  <a:pt x="8272706" y="3749058"/>
                </a:cubicBezTo>
                <a:cubicBezTo>
                  <a:pt x="7966698" y="3715229"/>
                  <a:pt x="7818200" y="3760523"/>
                  <a:pt x="7493693" y="3749058"/>
                </a:cubicBezTo>
                <a:cubicBezTo>
                  <a:pt x="7169186" y="3737593"/>
                  <a:pt x="7088050" y="3744717"/>
                  <a:pt x="6714680" y="3749058"/>
                </a:cubicBezTo>
                <a:cubicBezTo>
                  <a:pt x="6341310" y="3753399"/>
                  <a:pt x="6345519" y="3729769"/>
                  <a:pt x="6114908" y="3749058"/>
                </a:cubicBezTo>
                <a:cubicBezTo>
                  <a:pt x="5884297" y="3768347"/>
                  <a:pt x="5765622" y="3734129"/>
                  <a:pt x="5604758" y="3749058"/>
                </a:cubicBezTo>
                <a:cubicBezTo>
                  <a:pt x="5443894" y="3763988"/>
                  <a:pt x="5131257" y="3713584"/>
                  <a:pt x="4736124" y="3749058"/>
                </a:cubicBezTo>
                <a:cubicBezTo>
                  <a:pt x="4340991" y="3784532"/>
                  <a:pt x="4390737" y="3734605"/>
                  <a:pt x="4046732" y="3749058"/>
                </a:cubicBezTo>
                <a:cubicBezTo>
                  <a:pt x="3702727" y="3763511"/>
                  <a:pt x="3426655" y="3735871"/>
                  <a:pt x="3178098" y="3749058"/>
                </a:cubicBezTo>
                <a:cubicBezTo>
                  <a:pt x="2929541" y="3762245"/>
                  <a:pt x="2559231" y="3736599"/>
                  <a:pt x="2399085" y="3749058"/>
                </a:cubicBezTo>
                <a:cubicBezTo>
                  <a:pt x="2238939" y="3761517"/>
                  <a:pt x="2136689" y="3773597"/>
                  <a:pt x="1888935" y="3749058"/>
                </a:cubicBezTo>
                <a:cubicBezTo>
                  <a:pt x="1641181" y="3724520"/>
                  <a:pt x="1404576" y="3761138"/>
                  <a:pt x="1199542" y="3749058"/>
                </a:cubicBezTo>
                <a:cubicBezTo>
                  <a:pt x="994508" y="3736978"/>
                  <a:pt x="819641" y="3719100"/>
                  <a:pt x="599771" y="3749058"/>
                </a:cubicBezTo>
                <a:cubicBezTo>
                  <a:pt x="379901" y="3779016"/>
                  <a:pt x="208060" y="3777103"/>
                  <a:pt x="0" y="3749058"/>
                </a:cubicBezTo>
                <a:cubicBezTo>
                  <a:pt x="-8347" y="3539239"/>
                  <a:pt x="-1267" y="3422179"/>
                  <a:pt x="0" y="3161706"/>
                </a:cubicBezTo>
                <a:cubicBezTo>
                  <a:pt x="1267" y="2901233"/>
                  <a:pt x="-26974" y="2642819"/>
                  <a:pt x="0" y="2461881"/>
                </a:cubicBezTo>
                <a:cubicBezTo>
                  <a:pt x="26974" y="2280944"/>
                  <a:pt x="-13608" y="2157415"/>
                  <a:pt x="0" y="1949510"/>
                </a:cubicBezTo>
                <a:cubicBezTo>
                  <a:pt x="13608" y="1741605"/>
                  <a:pt x="2661" y="1590094"/>
                  <a:pt x="0" y="1437139"/>
                </a:cubicBezTo>
                <a:cubicBezTo>
                  <a:pt x="-2661" y="1284184"/>
                  <a:pt x="13832" y="1127563"/>
                  <a:pt x="0" y="887277"/>
                </a:cubicBezTo>
                <a:cubicBezTo>
                  <a:pt x="-13832" y="646991"/>
                  <a:pt x="32617" y="34587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180000" rIns="288000" bIns="180000">
            <a:spAutoFit/>
          </a:bodyPr>
          <a:lstStyle/>
          <a:p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class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k</a:t>
            </a:r>
            <a:r>
              <a:rPr lang="en-US" altLang="ko-KR" sz="100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oo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: </a:t>
            </a:r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virtual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Ireferenceable</a:t>
            </a:r>
            <a:r>
              <a:rPr lang="en-US" altLang="ko-KR" sz="1000" b="1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public: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object_ptr&lt;moo&gt;</a:t>
            </a:r>
            <a:r>
              <a:rPr lang="ko-KR" altLang="en-US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obj;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};</a:t>
            </a:r>
          </a:p>
          <a:p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class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m</a:t>
            </a:r>
            <a:r>
              <a:rPr lang="en-US" altLang="ko-KR" sz="100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oo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: </a:t>
            </a:r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virtual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Ireferenceable</a:t>
            </a:r>
            <a:r>
              <a:rPr lang="en-US" altLang="ko-KR" sz="1000" b="1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public: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object_ptr&lt;koo&gt;</a:t>
            </a:r>
            <a:r>
              <a:rPr lang="ko-KR" altLang="en-US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obj;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};</a:t>
            </a:r>
          </a:p>
          <a:p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 main()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object_ptr&lt;koo&gt; a = make_object&lt;koo&gt;();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object_ptr&lt;moo&gt; b = make_object&lt;moo&gt;();</a:t>
            </a:r>
          </a:p>
          <a:p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a-&gt;obj = b;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b-&gt;obj = a;</a:t>
            </a:r>
          </a:p>
          <a:p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a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와 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b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는 순환 참조로 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와 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b 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객체 모두 할당 해제되지 않는다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</a:t>
            </a:r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B3AC9E-525E-4FA6-AA44-04E0CA405206}"/>
              </a:ext>
            </a:extLst>
          </p:cNvPr>
          <p:cNvSpPr txBox="1"/>
          <p:nvPr/>
        </p:nvSpPr>
        <p:spPr>
          <a:xfrm>
            <a:off x="1467273" y="5089361"/>
            <a:ext cx="9864321" cy="880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     표준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C++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에서는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std::shared_ptr&lt;T&gt;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의 순환참조의 해결을 위해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std::weak_ptr&lt;T&gt;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많이 사용한다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    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즉 소유권자는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std::shared_ptr&lt;T&gt;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가 가지며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std::weak_ptr&lt;T&gt;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는 소유권을 가지지 않도록 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    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하지만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weak_ptr&lt;T&gt;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의 경우 매번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expir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검사해야 하는 등 여러 불편함이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970940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5D1A0A4-3BBF-473D-B6F6-765C2E02345A}"/>
              </a:ext>
            </a:extLst>
          </p:cNvPr>
          <p:cNvSpPr txBox="1"/>
          <p:nvPr/>
        </p:nvSpPr>
        <p:spPr>
          <a:xfrm>
            <a:off x="1855892" y="-11382"/>
            <a:ext cx="245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own_ptr&lt;T&gt;: where?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A2105E-14D1-4432-8536-C8D29B2DD845}"/>
              </a:ext>
            </a:extLst>
          </p:cNvPr>
          <p:cNvSpPr txBox="1"/>
          <p:nvPr/>
        </p:nvSpPr>
        <p:spPr>
          <a:xfrm>
            <a:off x="1424363" y="620713"/>
            <a:ext cx="9864321" cy="326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      하지만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Idestroy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인터페이스와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own_ptr&lt;T&gt;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사용하면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…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86ADFB-B5C7-4BD5-BE49-926036824C84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B93640-ABDC-4F42-9C1A-02ED41CAF266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3F1DCE0-1223-45B7-AD92-F4A3310894AE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89921A7-A09F-4203-A3F3-1C7182AAD88C}"/>
              </a:ext>
            </a:extLst>
          </p:cNvPr>
          <p:cNvSpPr/>
          <p:nvPr/>
        </p:nvSpPr>
        <p:spPr>
          <a:xfrm>
            <a:off x="1850982" y="996381"/>
            <a:ext cx="8962098" cy="4364611"/>
          </a:xfrm>
          <a:custGeom>
            <a:avLst/>
            <a:gdLst>
              <a:gd name="connsiteX0" fmla="*/ 0 w 8962098"/>
              <a:gd name="connsiteY0" fmla="*/ 0 h 4364611"/>
              <a:gd name="connsiteX1" fmla="*/ 599771 w 8962098"/>
              <a:gd name="connsiteY1" fmla="*/ 0 h 4364611"/>
              <a:gd name="connsiteX2" fmla="*/ 1289163 w 8962098"/>
              <a:gd name="connsiteY2" fmla="*/ 0 h 4364611"/>
              <a:gd name="connsiteX3" fmla="*/ 1799314 w 8962098"/>
              <a:gd name="connsiteY3" fmla="*/ 0 h 4364611"/>
              <a:gd name="connsiteX4" fmla="*/ 2219843 w 8962098"/>
              <a:gd name="connsiteY4" fmla="*/ 0 h 4364611"/>
              <a:gd name="connsiteX5" fmla="*/ 3088477 w 8962098"/>
              <a:gd name="connsiteY5" fmla="*/ 0 h 4364611"/>
              <a:gd name="connsiteX6" fmla="*/ 3688248 w 8962098"/>
              <a:gd name="connsiteY6" fmla="*/ 0 h 4364611"/>
              <a:gd name="connsiteX7" fmla="*/ 4467261 w 8962098"/>
              <a:gd name="connsiteY7" fmla="*/ 0 h 4364611"/>
              <a:gd name="connsiteX8" fmla="*/ 5156653 w 8962098"/>
              <a:gd name="connsiteY8" fmla="*/ 0 h 4364611"/>
              <a:gd name="connsiteX9" fmla="*/ 5666804 w 8962098"/>
              <a:gd name="connsiteY9" fmla="*/ 0 h 4364611"/>
              <a:gd name="connsiteX10" fmla="*/ 6087333 w 8962098"/>
              <a:gd name="connsiteY10" fmla="*/ 0 h 4364611"/>
              <a:gd name="connsiteX11" fmla="*/ 6955967 w 8962098"/>
              <a:gd name="connsiteY11" fmla="*/ 0 h 4364611"/>
              <a:gd name="connsiteX12" fmla="*/ 7645359 w 8962098"/>
              <a:gd name="connsiteY12" fmla="*/ 0 h 4364611"/>
              <a:gd name="connsiteX13" fmla="*/ 8962098 w 8962098"/>
              <a:gd name="connsiteY13" fmla="*/ 0 h 4364611"/>
              <a:gd name="connsiteX14" fmla="*/ 8962098 w 8962098"/>
              <a:gd name="connsiteY14" fmla="*/ 492578 h 4364611"/>
              <a:gd name="connsiteX15" fmla="*/ 8962098 w 8962098"/>
              <a:gd name="connsiteY15" fmla="*/ 1159739 h 4364611"/>
              <a:gd name="connsiteX16" fmla="*/ 8962098 w 8962098"/>
              <a:gd name="connsiteY16" fmla="*/ 1826901 h 4364611"/>
              <a:gd name="connsiteX17" fmla="*/ 8962098 w 8962098"/>
              <a:gd name="connsiteY17" fmla="*/ 2537710 h 4364611"/>
              <a:gd name="connsiteX18" fmla="*/ 8962098 w 8962098"/>
              <a:gd name="connsiteY18" fmla="*/ 3248518 h 4364611"/>
              <a:gd name="connsiteX19" fmla="*/ 8962098 w 8962098"/>
              <a:gd name="connsiteY19" fmla="*/ 4364611 h 4364611"/>
              <a:gd name="connsiteX20" fmla="*/ 8272706 w 8962098"/>
              <a:gd name="connsiteY20" fmla="*/ 4364611 h 4364611"/>
              <a:gd name="connsiteX21" fmla="*/ 7672935 w 8962098"/>
              <a:gd name="connsiteY21" fmla="*/ 4364611 h 4364611"/>
              <a:gd name="connsiteX22" fmla="*/ 6983543 w 8962098"/>
              <a:gd name="connsiteY22" fmla="*/ 4364611 h 4364611"/>
              <a:gd name="connsiteX23" fmla="*/ 6383771 w 8962098"/>
              <a:gd name="connsiteY23" fmla="*/ 4364611 h 4364611"/>
              <a:gd name="connsiteX24" fmla="*/ 5963242 w 8962098"/>
              <a:gd name="connsiteY24" fmla="*/ 4364611 h 4364611"/>
              <a:gd name="connsiteX25" fmla="*/ 5094608 w 8962098"/>
              <a:gd name="connsiteY25" fmla="*/ 4364611 h 4364611"/>
              <a:gd name="connsiteX26" fmla="*/ 4584458 w 8962098"/>
              <a:gd name="connsiteY26" fmla="*/ 4364611 h 4364611"/>
              <a:gd name="connsiteX27" fmla="*/ 3715824 w 8962098"/>
              <a:gd name="connsiteY27" fmla="*/ 4364611 h 4364611"/>
              <a:gd name="connsiteX28" fmla="*/ 3026432 w 8962098"/>
              <a:gd name="connsiteY28" fmla="*/ 4364611 h 4364611"/>
              <a:gd name="connsiteX29" fmla="*/ 2337039 w 8962098"/>
              <a:gd name="connsiteY29" fmla="*/ 4364611 h 4364611"/>
              <a:gd name="connsiteX30" fmla="*/ 1737268 w 8962098"/>
              <a:gd name="connsiteY30" fmla="*/ 4364611 h 4364611"/>
              <a:gd name="connsiteX31" fmla="*/ 1137497 w 8962098"/>
              <a:gd name="connsiteY31" fmla="*/ 4364611 h 4364611"/>
              <a:gd name="connsiteX32" fmla="*/ 0 w 8962098"/>
              <a:gd name="connsiteY32" fmla="*/ 4364611 h 4364611"/>
              <a:gd name="connsiteX33" fmla="*/ 0 w 8962098"/>
              <a:gd name="connsiteY33" fmla="*/ 3741095 h 4364611"/>
              <a:gd name="connsiteX34" fmla="*/ 0 w 8962098"/>
              <a:gd name="connsiteY34" fmla="*/ 3117579 h 4364611"/>
              <a:gd name="connsiteX35" fmla="*/ 0 w 8962098"/>
              <a:gd name="connsiteY35" fmla="*/ 2406771 h 4364611"/>
              <a:gd name="connsiteX36" fmla="*/ 0 w 8962098"/>
              <a:gd name="connsiteY36" fmla="*/ 1914194 h 4364611"/>
              <a:gd name="connsiteX37" fmla="*/ 0 w 8962098"/>
              <a:gd name="connsiteY37" fmla="*/ 1334324 h 4364611"/>
              <a:gd name="connsiteX38" fmla="*/ 0 w 8962098"/>
              <a:gd name="connsiteY38" fmla="*/ 710808 h 4364611"/>
              <a:gd name="connsiteX39" fmla="*/ 0 w 8962098"/>
              <a:gd name="connsiteY39" fmla="*/ 0 h 43646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8962098" h="4364611" fill="none" extrusionOk="0">
                <a:moveTo>
                  <a:pt x="0" y="0"/>
                </a:moveTo>
                <a:cubicBezTo>
                  <a:pt x="271116" y="19282"/>
                  <a:pt x="357905" y="25857"/>
                  <a:pt x="599771" y="0"/>
                </a:cubicBezTo>
                <a:cubicBezTo>
                  <a:pt x="841637" y="-25857"/>
                  <a:pt x="1103458" y="-10920"/>
                  <a:pt x="1289163" y="0"/>
                </a:cubicBezTo>
                <a:cubicBezTo>
                  <a:pt x="1474868" y="10920"/>
                  <a:pt x="1690225" y="5305"/>
                  <a:pt x="1799314" y="0"/>
                </a:cubicBezTo>
                <a:cubicBezTo>
                  <a:pt x="1908403" y="-5305"/>
                  <a:pt x="2069544" y="5934"/>
                  <a:pt x="2219843" y="0"/>
                </a:cubicBezTo>
                <a:cubicBezTo>
                  <a:pt x="2370142" y="-5934"/>
                  <a:pt x="2847404" y="-26784"/>
                  <a:pt x="3088477" y="0"/>
                </a:cubicBezTo>
                <a:cubicBezTo>
                  <a:pt x="3329550" y="26784"/>
                  <a:pt x="3510171" y="-7531"/>
                  <a:pt x="3688248" y="0"/>
                </a:cubicBezTo>
                <a:cubicBezTo>
                  <a:pt x="3866325" y="7531"/>
                  <a:pt x="4144292" y="-5864"/>
                  <a:pt x="4467261" y="0"/>
                </a:cubicBezTo>
                <a:cubicBezTo>
                  <a:pt x="4790230" y="5864"/>
                  <a:pt x="4969500" y="22350"/>
                  <a:pt x="5156653" y="0"/>
                </a:cubicBezTo>
                <a:cubicBezTo>
                  <a:pt x="5343806" y="-22350"/>
                  <a:pt x="5469728" y="-1060"/>
                  <a:pt x="5666804" y="0"/>
                </a:cubicBezTo>
                <a:cubicBezTo>
                  <a:pt x="5863880" y="1060"/>
                  <a:pt x="5995683" y="2799"/>
                  <a:pt x="6087333" y="0"/>
                </a:cubicBezTo>
                <a:cubicBezTo>
                  <a:pt x="6178983" y="-2799"/>
                  <a:pt x="6597990" y="-20624"/>
                  <a:pt x="6955967" y="0"/>
                </a:cubicBezTo>
                <a:cubicBezTo>
                  <a:pt x="7313944" y="20624"/>
                  <a:pt x="7388530" y="-12022"/>
                  <a:pt x="7645359" y="0"/>
                </a:cubicBezTo>
                <a:cubicBezTo>
                  <a:pt x="7902188" y="12022"/>
                  <a:pt x="8501786" y="41421"/>
                  <a:pt x="8962098" y="0"/>
                </a:cubicBezTo>
                <a:cubicBezTo>
                  <a:pt x="8948361" y="101117"/>
                  <a:pt x="8969587" y="372330"/>
                  <a:pt x="8962098" y="492578"/>
                </a:cubicBezTo>
                <a:cubicBezTo>
                  <a:pt x="8954609" y="612826"/>
                  <a:pt x="8948055" y="979932"/>
                  <a:pt x="8962098" y="1159739"/>
                </a:cubicBezTo>
                <a:cubicBezTo>
                  <a:pt x="8976141" y="1339546"/>
                  <a:pt x="8979414" y="1597943"/>
                  <a:pt x="8962098" y="1826901"/>
                </a:cubicBezTo>
                <a:cubicBezTo>
                  <a:pt x="8944782" y="2055859"/>
                  <a:pt x="8957221" y="2369360"/>
                  <a:pt x="8962098" y="2537710"/>
                </a:cubicBezTo>
                <a:cubicBezTo>
                  <a:pt x="8966975" y="2706060"/>
                  <a:pt x="8981847" y="3102261"/>
                  <a:pt x="8962098" y="3248518"/>
                </a:cubicBezTo>
                <a:cubicBezTo>
                  <a:pt x="8942349" y="3394775"/>
                  <a:pt x="9005187" y="4116809"/>
                  <a:pt x="8962098" y="4364611"/>
                </a:cubicBezTo>
                <a:cubicBezTo>
                  <a:pt x="8746900" y="4352154"/>
                  <a:pt x="8471491" y="4352294"/>
                  <a:pt x="8272706" y="4364611"/>
                </a:cubicBezTo>
                <a:cubicBezTo>
                  <a:pt x="8073921" y="4376928"/>
                  <a:pt x="7829559" y="4357725"/>
                  <a:pt x="7672935" y="4364611"/>
                </a:cubicBezTo>
                <a:cubicBezTo>
                  <a:pt x="7516311" y="4371497"/>
                  <a:pt x="7178074" y="4343317"/>
                  <a:pt x="6983543" y="4364611"/>
                </a:cubicBezTo>
                <a:cubicBezTo>
                  <a:pt x="6789012" y="4385905"/>
                  <a:pt x="6658510" y="4362542"/>
                  <a:pt x="6383771" y="4364611"/>
                </a:cubicBezTo>
                <a:cubicBezTo>
                  <a:pt x="6109032" y="4366680"/>
                  <a:pt x="6098311" y="4355088"/>
                  <a:pt x="5963242" y="4364611"/>
                </a:cubicBezTo>
                <a:cubicBezTo>
                  <a:pt x="5828173" y="4374134"/>
                  <a:pt x="5372204" y="4357287"/>
                  <a:pt x="5094608" y="4364611"/>
                </a:cubicBezTo>
                <a:cubicBezTo>
                  <a:pt x="4817012" y="4371935"/>
                  <a:pt x="4838280" y="4369428"/>
                  <a:pt x="4584458" y="4364611"/>
                </a:cubicBezTo>
                <a:cubicBezTo>
                  <a:pt x="4330636" y="4359795"/>
                  <a:pt x="3998311" y="4338879"/>
                  <a:pt x="3715824" y="4364611"/>
                </a:cubicBezTo>
                <a:cubicBezTo>
                  <a:pt x="3433337" y="4390343"/>
                  <a:pt x="3277339" y="4359641"/>
                  <a:pt x="3026432" y="4364611"/>
                </a:cubicBezTo>
                <a:cubicBezTo>
                  <a:pt x="2775525" y="4369581"/>
                  <a:pt x="2656888" y="4375213"/>
                  <a:pt x="2337039" y="4364611"/>
                </a:cubicBezTo>
                <a:cubicBezTo>
                  <a:pt x="2017190" y="4354009"/>
                  <a:pt x="1970929" y="4392853"/>
                  <a:pt x="1737268" y="4364611"/>
                </a:cubicBezTo>
                <a:cubicBezTo>
                  <a:pt x="1503607" y="4336369"/>
                  <a:pt x="1412030" y="4352307"/>
                  <a:pt x="1137497" y="4364611"/>
                </a:cubicBezTo>
                <a:cubicBezTo>
                  <a:pt x="862964" y="4376915"/>
                  <a:pt x="511888" y="4414428"/>
                  <a:pt x="0" y="4364611"/>
                </a:cubicBezTo>
                <a:cubicBezTo>
                  <a:pt x="27752" y="4070015"/>
                  <a:pt x="5728" y="3928758"/>
                  <a:pt x="0" y="3741095"/>
                </a:cubicBezTo>
                <a:cubicBezTo>
                  <a:pt x="-5728" y="3553432"/>
                  <a:pt x="-2841" y="3278137"/>
                  <a:pt x="0" y="3117579"/>
                </a:cubicBezTo>
                <a:cubicBezTo>
                  <a:pt x="2841" y="2957021"/>
                  <a:pt x="29844" y="2652351"/>
                  <a:pt x="0" y="2406771"/>
                </a:cubicBezTo>
                <a:cubicBezTo>
                  <a:pt x="-29844" y="2161191"/>
                  <a:pt x="6441" y="2055637"/>
                  <a:pt x="0" y="1914194"/>
                </a:cubicBezTo>
                <a:cubicBezTo>
                  <a:pt x="-6441" y="1772751"/>
                  <a:pt x="27103" y="1466062"/>
                  <a:pt x="0" y="1334324"/>
                </a:cubicBezTo>
                <a:cubicBezTo>
                  <a:pt x="-27103" y="1202586"/>
                  <a:pt x="-4823" y="847572"/>
                  <a:pt x="0" y="710808"/>
                </a:cubicBezTo>
                <a:cubicBezTo>
                  <a:pt x="4823" y="574044"/>
                  <a:pt x="-31425" y="174055"/>
                  <a:pt x="0" y="0"/>
                </a:cubicBezTo>
                <a:close/>
              </a:path>
              <a:path w="8962098" h="4364611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28822" y="301872"/>
                  <a:pt x="8963553" y="386038"/>
                  <a:pt x="8962098" y="710808"/>
                </a:cubicBezTo>
                <a:cubicBezTo>
                  <a:pt x="8960643" y="1035578"/>
                  <a:pt x="8980601" y="1207082"/>
                  <a:pt x="8962098" y="1377970"/>
                </a:cubicBezTo>
                <a:cubicBezTo>
                  <a:pt x="8943595" y="1548858"/>
                  <a:pt x="8937140" y="1792401"/>
                  <a:pt x="8962098" y="2001486"/>
                </a:cubicBezTo>
                <a:cubicBezTo>
                  <a:pt x="8987056" y="2210571"/>
                  <a:pt x="8980990" y="2300004"/>
                  <a:pt x="8962098" y="2494063"/>
                </a:cubicBezTo>
                <a:cubicBezTo>
                  <a:pt x="8943206" y="2688122"/>
                  <a:pt x="8967757" y="2815159"/>
                  <a:pt x="8962098" y="3030287"/>
                </a:cubicBezTo>
                <a:cubicBezTo>
                  <a:pt x="8956439" y="3245415"/>
                  <a:pt x="8976188" y="3514833"/>
                  <a:pt x="8962098" y="3697449"/>
                </a:cubicBezTo>
                <a:cubicBezTo>
                  <a:pt x="8948008" y="3880065"/>
                  <a:pt x="8990814" y="4153023"/>
                  <a:pt x="8962098" y="4364611"/>
                </a:cubicBezTo>
                <a:cubicBezTo>
                  <a:pt x="8688803" y="4352067"/>
                  <a:pt x="8526449" y="4358991"/>
                  <a:pt x="8272706" y="4364611"/>
                </a:cubicBezTo>
                <a:cubicBezTo>
                  <a:pt x="8018963" y="4370231"/>
                  <a:pt x="7867063" y="4360270"/>
                  <a:pt x="7493693" y="4364611"/>
                </a:cubicBezTo>
                <a:cubicBezTo>
                  <a:pt x="7120323" y="4368952"/>
                  <a:pt x="7123551" y="4341545"/>
                  <a:pt x="6893922" y="4364611"/>
                </a:cubicBezTo>
                <a:cubicBezTo>
                  <a:pt x="6664293" y="4387677"/>
                  <a:pt x="6546406" y="4350556"/>
                  <a:pt x="6383771" y="4364611"/>
                </a:cubicBezTo>
                <a:cubicBezTo>
                  <a:pt x="6221136" y="4378666"/>
                  <a:pt x="5910270" y="4329137"/>
                  <a:pt x="5515137" y="4364611"/>
                </a:cubicBezTo>
                <a:cubicBezTo>
                  <a:pt x="5120004" y="4400085"/>
                  <a:pt x="5169750" y="4350158"/>
                  <a:pt x="4825745" y="4364611"/>
                </a:cubicBezTo>
                <a:cubicBezTo>
                  <a:pt x="4481740" y="4379064"/>
                  <a:pt x="4205668" y="4351424"/>
                  <a:pt x="3957111" y="4364611"/>
                </a:cubicBezTo>
                <a:cubicBezTo>
                  <a:pt x="3708554" y="4377798"/>
                  <a:pt x="3338244" y="4352152"/>
                  <a:pt x="3178098" y="4364611"/>
                </a:cubicBezTo>
                <a:cubicBezTo>
                  <a:pt x="3017952" y="4377070"/>
                  <a:pt x="2915702" y="4389150"/>
                  <a:pt x="2667948" y="4364611"/>
                </a:cubicBezTo>
                <a:cubicBezTo>
                  <a:pt x="2420194" y="4340073"/>
                  <a:pt x="2183589" y="4376691"/>
                  <a:pt x="1978555" y="4364611"/>
                </a:cubicBezTo>
                <a:cubicBezTo>
                  <a:pt x="1773521" y="4352531"/>
                  <a:pt x="1598654" y="4334653"/>
                  <a:pt x="1378784" y="4364611"/>
                </a:cubicBezTo>
                <a:cubicBezTo>
                  <a:pt x="1158914" y="4394569"/>
                  <a:pt x="279128" y="4364158"/>
                  <a:pt x="0" y="4364611"/>
                </a:cubicBezTo>
                <a:cubicBezTo>
                  <a:pt x="13018" y="4098209"/>
                  <a:pt x="20711" y="3903898"/>
                  <a:pt x="0" y="3784741"/>
                </a:cubicBezTo>
                <a:cubicBezTo>
                  <a:pt x="-20711" y="3665584"/>
                  <a:pt x="10201" y="3418212"/>
                  <a:pt x="0" y="3073933"/>
                </a:cubicBezTo>
                <a:cubicBezTo>
                  <a:pt x="-10201" y="2729654"/>
                  <a:pt x="-21216" y="2729500"/>
                  <a:pt x="0" y="2581356"/>
                </a:cubicBezTo>
                <a:cubicBezTo>
                  <a:pt x="21216" y="2433212"/>
                  <a:pt x="-1925" y="2325905"/>
                  <a:pt x="0" y="2088778"/>
                </a:cubicBezTo>
                <a:cubicBezTo>
                  <a:pt x="1925" y="1851651"/>
                  <a:pt x="-7360" y="1771116"/>
                  <a:pt x="0" y="1552554"/>
                </a:cubicBezTo>
                <a:cubicBezTo>
                  <a:pt x="7360" y="1333992"/>
                  <a:pt x="24847" y="1120157"/>
                  <a:pt x="0" y="972685"/>
                </a:cubicBezTo>
                <a:cubicBezTo>
                  <a:pt x="-24847" y="825213"/>
                  <a:pt x="19221" y="317463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180000" rIns="288000" bIns="180000">
            <a:spAutoFit/>
          </a:bodyPr>
          <a:lstStyle/>
          <a:p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class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k</a:t>
            </a:r>
            <a:r>
              <a:rPr lang="en-US" altLang="ko-KR" sz="100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oo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: </a:t>
            </a:r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virtual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Ireferenceable</a:t>
            </a:r>
            <a:r>
              <a:rPr lang="en-US" altLang="ko-KR" sz="1000" b="1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 virtual public Idestroy 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public: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object_ptr&lt;koo&gt;</a:t>
            </a:r>
            <a:r>
              <a:rPr lang="ko-KR" altLang="en-US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obj;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</a:t>
            </a:r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virtual void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b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destroy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</a:t>
            </a:r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override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{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obj.reset();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}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};</a:t>
            </a:r>
            <a:b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</a:br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class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m</a:t>
            </a:r>
            <a:r>
              <a:rPr lang="en-US" altLang="ko-KR" sz="100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oo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: </a:t>
            </a:r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virtual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Ireferenceable</a:t>
            </a:r>
            <a:r>
              <a:rPr lang="en-US" altLang="ko-KR" sz="1000" b="1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public: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object_ptr&lt;koo&gt;</a:t>
            </a:r>
            <a:r>
              <a:rPr lang="ko-KR" altLang="en-US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obj;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};</a:t>
            </a:r>
          </a:p>
          <a:p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 main()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</a:t>
            </a:r>
            <a:r>
              <a:rPr lang="en-US" altLang="ko-KR" sz="1000" b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own_ptr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&lt;koo&gt; a = </a:t>
            </a:r>
            <a:r>
              <a:rPr lang="en-US" altLang="ko-KR" sz="1000" b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make_own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&lt;koo&gt;();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object_ptr&lt;moo&gt; b = make_object&lt;moo&gt;();</a:t>
            </a:r>
          </a:p>
          <a:p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a-&gt;obj = b;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b-&gt;obj = a;</a:t>
            </a:r>
          </a:p>
          <a:p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이러면 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는 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destroy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가 호출되며 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b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에 대한 참조를 놓음으로써 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와 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b 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모두 정상적으로 할당해제된다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</a:t>
            </a:r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B3AC9E-525E-4FA6-AA44-04E0CA405206}"/>
              </a:ext>
            </a:extLst>
          </p:cNvPr>
          <p:cNvSpPr txBox="1"/>
          <p:nvPr/>
        </p:nvSpPr>
        <p:spPr>
          <a:xfrm>
            <a:off x="1467273" y="5424096"/>
            <a:ext cx="9864321" cy="880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     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Idestroy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인터페이스를 매번 정의해야해서 불편하지 않을까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?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     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아마 그렇지 않을 것이다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모든 객체의 인터페이스를 통일함으로써 오히려 직관성을 높혀줄 수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      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2E7790F7-EB02-45DA-BCFC-888EBD144013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3347357" y="2179508"/>
            <a:ext cx="512140" cy="8521"/>
          </a:xfrm>
          <a:prstGeom prst="straightConnector1">
            <a:avLst/>
          </a:prstGeom>
          <a:ln>
            <a:solidFill>
              <a:srgbClr val="0000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FC36EC1-1045-4691-85F1-422C07FD7951}"/>
              </a:ext>
            </a:extLst>
          </p:cNvPr>
          <p:cNvSpPr/>
          <p:nvPr/>
        </p:nvSpPr>
        <p:spPr>
          <a:xfrm>
            <a:off x="3859497" y="2041008"/>
            <a:ext cx="430117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destroy()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함수에서 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obj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를 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reset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함으로써 참조를 놓게 한다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 dirty="0">
              <a:solidFill>
                <a:srgbClr val="0000FF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BC34B969-B1E7-416B-A70E-390940911BB8}"/>
              </a:ext>
            </a:extLst>
          </p:cNvPr>
          <p:cNvCxnSpPr>
            <a:cxnSpLocks/>
            <a:stCxn id="18" idx="1"/>
          </p:cNvCxnSpPr>
          <p:nvPr/>
        </p:nvCxnSpPr>
        <p:spPr>
          <a:xfrm flipH="1">
            <a:off x="2824843" y="3634719"/>
            <a:ext cx="1034654" cy="267810"/>
          </a:xfrm>
          <a:prstGeom prst="straightConnector1">
            <a:avLst/>
          </a:prstGeom>
          <a:ln>
            <a:solidFill>
              <a:srgbClr val="0000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39B4526-092E-46AD-8EFC-1610F3B30B2A}"/>
              </a:ext>
            </a:extLst>
          </p:cNvPr>
          <p:cNvSpPr/>
          <p:nvPr/>
        </p:nvSpPr>
        <p:spPr>
          <a:xfrm>
            <a:off x="3859497" y="3496219"/>
            <a:ext cx="201208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own_ptr&lt;T&gt;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를  사용한다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 dirty="0">
              <a:solidFill>
                <a:srgbClr val="0000FF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42162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8096BE-5EB3-479C-A55F-F6BF55CD54B4}"/>
              </a:ext>
            </a:extLst>
          </p:cNvPr>
          <p:cNvSpPr txBox="1"/>
          <p:nvPr/>
        </p:nvSpPr>
        <p:spPr>
          <a:xfrm>
            <a:off x="1868592" y="14197"/>
            <a:ext cx="1438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object</a:t>
            </a:r>
            <a:r>
              <a:rPr lang="ko-KR" altLang="en-US" b="1" dirty="0"/>
              <a:t> </a:t>
            </a:r>
            <a:r>
              <a:rPr lang="en-US" altLang="ko-KR" b="1" dirty="0"/>
              <a:t>pool</a:t>
            </a:r>
            <a:endParaRPr lang="ko-KR" alt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854FC3-83B1-4810-845D-2E245C8938C1}"/>
              </a:ext>
            </a:extLst>
          </p:cNvPr>
          <p:cNvSpPr txBox="1"/>
          <p:nvPr/>
        </p:nvSpPr>
        <p:spPr>
          <a:xfrm>
            <a:off x="1416050" y="620713"/>
            <a:ext cx="90483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객체의 생성과 소멸이 잦은 객체의 효율화를 위해 객체 풀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(object pool) 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시스템을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제공해준다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심플하게 </a:t>
            </a: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alloc_object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&lt;T&gt;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함수를 사용하면 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644326-5966-4BE8-B87A-BAF4B480482E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4D35E4-88F9-42B2-83DD-0AA65C4AFBC9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716E164-23C5-4560-B9F4-DA15822A846A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CC88480-477F-45B8-B1EA-7F6FE7F56148}"/>
              </a:ext>
            </a:extLst>
          </p:cNvPr>
          <p:cNvSpPr/>
          <p:nvPr/>
        </p:nvSpPr>
        <p:spPr>
          <a:xfrm>
            <a:off x="1732505" y="1282129"/>
            <a:ext cx="8962098" cy="517404"/>
          </a:xfrm>
          <a:custGeom>
            <a:avLst/>
            <a:gdLst>
              <a:gd name="connsiteX0" fmla="*/ 0 w 8962098"/>
              <a:gd name="connsiteY0" fmla="*/ 0 h 517404"/>
              <a:gd name="connsiteX1" fmla="*/ 420529 w 8962098"/>
              <a:gd name="connsiteY1" fmla="*/ 0 h 517404"/>
              <a:gd name="connsiteX2" fmla="*/ 1109921 w 8962098"/>
              <a:gd name="connsiteY2" fmla="*/ 0 h 517404"/>
              <a:gd name="connsiteX3" fmla="*/ 1799314 w 8962098"/>
              <a:gd name="connsiteY3" fmla="*/ 0 h 517404"/>
              <a:gd name="connsiteX4" fmla="*/ 2578327 w 8962098"/>
              <a:gd name="connsiteY4" fmla="*/ 0 h 517404"/>
              <a:gd name="connsiteX5" fmla="*/ 2998856 w 8962098"/>
              <a:gd name="connsiteY5" fmla="*/ 0 h 517404"/>
              <a:gd name="connsiteX6" fmla="*/ 3419385 w 8962098"/>
              <a:gd name="connsiteY6" fmla="*/ 0 h 517404"/>
              <a:gd name="connsiteX7" fmla="*/ 3929535 w 8962098"/>
              <a:gd name="connsiteY7" fmla="*/ 0 h 517404"/>
              <a:gd name="connsiteX8" fmla="*/ 4529306 w 8962098"/>
              <a:gd name="connsiteY8" fmla="*/ 0 h 517404"/>
              <a:gd name="connsiteX9" fmla="*/ 4949836 w 8962098"/>
              <a:gd name="connsiteY9" fmla="*/ 0 h 517404"/>
              <a:gd name="connsiteX10" fmla="*/ 5549607 w 8962098"/>
              <a:gd name="connsiteY10" fmla="*/ 0 h 517404"/>
              <a:gd name="connsiteX11" fmla="*/ 6149378 w 8962098"/>
              <a:gd name="connsiteY11" fmla="*/ 0 h 517404"/>
              <a:gd name="connsiteX12" fmla="*/ 6928391 w 8962098"/>
              <a:gd name="connsiteY12" fmla="*/ 0 h 517404"/>
              <a:gd name="connsiteX13" fmla="*/ 7348920 w 8962098"/>
              <a:gd name="connsiteY13" fmla="*/ 0 h 517404"/>
              <a:gd name="connsiteX14" fmla="*/ 8038313 w 8962098"/>
              <a:gd name="connsiteY14" fmla="*/ 0 h 517404"/>
              <a:gd name="connsiteX15" fmla="*/ 8962098 w 8962098"/>
              <a:gd name="connsiteY15" fmla="*/ 0 h 517404"/>
              <a:gd name="connsiteX16" fmla="*/ 8962098 w 8962098"/>
              <a:gd name="connsiteY16" fmla="*/ 517404 h 517404"/>
              <a:gd name="connsiteX17" fmla="*/ 8541569 w 8962098"/>
              <a:gd name="connsiteY17" fmla="*/ 517404 h 517404"/>
              <a:gd name="connsiteX18" fmla="*/ 7941798 w 8962098"/>
              <a:gd name="connsiteY18" fmla="*/ 517404 h 517404"/>
              <a:gd name="connsiteX19" fmla="*/ 7431647 w 8962098"/>
              <a:gd name="connsiteY19" fmla="*/ 517404 h 517404"/>
              <a:gd name="connsiteX20" fmla="*/ 6652634 w 8962098"/>
              <a:gd name="connsiteY20" fmla="*/ 517404 h 517404"/>
              <a:gd name="connsiteX21" fmla="*/ 5784000 w 8962098"/>
              <a:gd name="connsiteY21" fmla="*/ 517404 h 517404"/>
              <a:gd name="connsiteX22" fmla="*/ 5363471 w 8962098"/>
              <a:gd name="connsiteY22" fmla="*/ 517404 h 517404"/>
              <a:gd name="connsiteX23" fmla="*/ 4584458 w 8962098"/>
              <a:gd name="connsiteY23" fmla="*/ 517404 h 517404"/>
              <a:gd name="connsiteX24" fmla="*/ 3895066 w 8962098"/>
              <a:gd name="connsiteY24" fmla="*/ 517404 h 517404"/>
              <a:gd name="connsiteX25" fmla="*/ 3205674 w 8962098"/>
              <a:gd name="connsiteY25" fmla="*/ 517404 h 517404"/>
              <a:gd name="connsiteX26" fmla="*/ 2605902 w 8962098"/>
              <a:gd name="connsiteY26" fmla="*/ 517404 h 517404"/>
              <a:gd name="connsiteX27" fmla="*/ 1826889 w 8962098"/>
              <a:gd name="connsiteY27" fmla="*/ 517404 h 517404"/>
              <a:gd name="connsiteX28" fmla="*/ 1227118 w 8962098"/>
              <a:gd name="connsiteY28" fmla="*/ 517404 h 517404"/>
              <a:gd name="connsiteX29" fmla="*/ 0 w 8962098"/>
              <a:gd name="connsiteY29" fmla="*/ 517404 h 517404"/>
              <a:gd name="connsiteX30" fmla="*/ 0 w 8962098"/>
              <a:gd name="connsiteY30" fmla="*/ 0 h 517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8962098" h="517404" fill="none" extrusionOk="0">
                <a:moveTo>
                  <a:pt x="0" y="0"/>
                </a:moveTo>
                <a:cubicBezTo>
                  <a:pt x="90760" y="18839"/>
                  <a:pt x="228306" y="-38"/>
                  <a:pt x="420529" y="0"/>
                </a:cubicBezTo>
                <a:cubicBezTo>
                  <a:pt x="612752" y="38"/>
                  <a:pt x="786818" y="-24006"/>
                  <a:pt x="1109921" y="0"/>
                </a:cubicBezTo>
                <a:cubicBezTo>
                  <a:pt x="1433024" y="24006"/>
                  <a:pt x="1649344" y="-21210"/>
                  <a:pt x="1799314" y="0"/>
                </a:cubicBezTo>
                <a:cubicBezTo>
                  <a:pt x="1949284" y="21210"/>
                  <a:pt x="2346752" y="-21079"/>
                  <a:pt x="2578327" y="0"/>
                </a:cubicBezTo>
                <a:cubicBezTo>
                  <a:pt x="2809902" y="21079"/>
                  <a:pt x="2833767" y="16066"/>
                  <a:pt x="2998856" y="0"/>
                </a:cubicBezTo>
                <a:cubicBezTo>
                  <a:pt x="3163945" y="-16066"/>
                  <a:pt x="3290791" y="-9074"/>
                  <a:pt x="3419385" y="0"/>
                </a:cubicBezTo>
                <a:cubicBezTo>
                  <a:pt x="3547979" y="9074"/>
                  <a:pt x="3734394" y="5328"/>
                  <a:pt x="3929535" y="0"/>
                </a:cubicBezTo>
                <a:cubicBezTo>
                  <a:pt x="4124676" y="-5328"/>
                  <a:pt x="4401990" y="11627"/>
                  <a:pt x="4529306" y="0"/>
                </a:cubicBezTo>
                <a:cubicBezTo>
                  <a:pt x="4656622" y="-11627"/>
                  <a:pt x="4771488" y="16825"/>
                  <a:pt x="4949836" y="0"/>
                </a:cubicBezTo>
                <a:cubicBezTo>
                  <a:pt x="5128184" y="-16825"/>
                  <a:pt x="5317342" y="4492"/>
                  <a:pt x="5549607" y="0"/>
                </a:cubicBezTo>
                <a:cubicBezTo>
                  <a:pt x="5781872" y="-4492"/>
                  <a:pt x="5888808" y="-11615"/>
                  <a:pt x="6149378" y="0"/>
                </a:cubicBezTo>
                <a:cubicBezTo>
                  <a:pt x="6409948" y="11615"/>
                  <a:pt x="6591928" y="33240"/>
                  <a:pt x="6928391" y="0"/>
                </a:cubicBezTo>
                <a:cubicBezTo>
                  <a:pt x="7264854" y="-33240"/>
                  <a:pt x="7179194" y="18316"/>
                  <a:pt x="7348920" y="0"/>
                </a:cubicBezTo>
                <a:cubicBezTo>
                  <a:pt x="7518646" y="-18316"/>
                  <a:pt x="7848320" y="-11638"/>
                  <a:pt x="8038313" y="0"/>
                </a:cubicBezTo>
                <a:cubicBezTo>
                  <a:pt x="8228306" y="11638"/>
                  <a:pt x="8556518" y="-2974"/>
                  <a:pt x="8962098" y="0"/>
                </a:cubicBezTo>
                <a:cubicBezTo>
                  <a:pt x="8968116" y="139480"/>
                  <a:pt x="8985615" y="289537"/>
                  <a:pt x="8962098" y="517404"/>
                </a:cubicBezTo>
                <a:cubicBezTo>
                  <a:pt x="8850386" y="535300"/>
                  <a:pt x="8708589" y="518632"/>
                  <a:pt x="8541569" y="517404"/>
                </a:cubicBezTo>
                <a:cubicBezTo>
                  <a:pt x="8374549" y="516176"/>
                  <a:pt x="8096765" y="510670"/>
                  <a:pt x="7941798" y="517404"/>
                </a:cubicBezTo>
                <a:cubicBezTo>
                  <a:pt x="7786831" y="524138"/>
                  <a:pt x="7566177" y="505672"/>
                  <a:pt x="7431647" y="517404"/>
                </a:cubicBezTo>
                <a:cubicBezTo>
                  <a:pt x="7297117" y="529136"/>
                  <a:pt x="7018011" y="481110"/>
                  <a:pt x="6652634" y="517404"/>
                </a:cubicBezTo>
                <a:cubicBezTo>
                  <a:pt x="6287257" y="553698"/>
                  <a:pt x="6057882" y="546812"/>
                  <a:pt x="5784000" y="517404"/>
                </a:cubicBezTo>
                <a:cubicBezTo>
                  <a:pt x="5510118" y="487996"/>
                  <a:pt x="5539657" y="498271"/>
                  <a:pt x="5363471" y="517404"/>
                </a:cubicBezTo>
                <a:cubicBezTo>
                  <a:pt x="5187285" y="536537"/>
                  <a:pt x="4841659" y="529618"/>
                  <a:pt x="4584458" y="517404"/>
                </a:cubicBezTo>
                <a:cubicBezTo>
                  <a:pt x="4327257" y="505190"/>
                  <a:pt x="4039189" y="483720"/>
                  <a:pt x="3895066" y="517404"/>
                </a:cubicBezTo>
                <a:cubicBezTo>
                  <a:pt x="3750943" y="551088"/>
                  <a:pt x="3401168" y="512370"/>
                  <a:pt x="3205674" y="517404"/>
                </a:cubicBezTo>
                <a:cubicBezTo>
                  <a:pt x="3010180" y="522438"/>
                  <a:pt x="2759549" y="510834"/>
                  <a:pt x="2605902" y="517404"/>
                </a:cubicBezTo>
                <a:cubicBezTo>
                  <a:pt x="2452255" y="523974"/>
                  <a:pt x="2183047" y="533071"/>
                  <a:pt x="1826889" y="517404"/>
                </a:cubicBezTo>
                <a:cubicBezTo>
                  <a:pt x="1470731" y="501737"/>
                  <a:pt x="1380877" y="546269"/>
                  <a:pt x="1227118" y="517404"/>
                </a:cubicBezTo>
                <a:cubicBezTo>
                  <a:pt x="1073359" y="488539"/>
                  <a:pt x="290229" y="556091"/>
                  <a:pt x="0" y="517404"/>
                </a:cubicBezTo>
                <a:cubicBezTo>
                  <a:pt x="3301" y="400204"/>
                  <a:pt x="-10553" y="190891"/>
                  <a:pt x="0" y="0"/>
                </a:cubicBezTo>
                <a:close/>
              </a:path>
              <a:path w="8962098" h="517404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76177" y="189088"/>
                  <a:pt x="8952126" y="269079"/>
                  <a:pt x="8962098" y="517404"/>
                </a:cubicBezTo>
                <a:cubicBezTo>
                  <a:pt x="8581962" y="505480"/>
                  <a:pt x="8458871" y="493511"/>
                  <a:pt x="8183085" y="517404"/>
                </a:cubicBezTo>
                <a:cubicBezTo>
                  <a:pt x="7907299" y="541297"/>
                  <a:pt x="7572570" y="502110"/>
                  <a:pt x="7314451" y="517404"/>
                </a:cubicBezTo>
                <a:cubicBezTo>
                  <a:pt x="7056332" y="532698"/>
                  <a:pt x="6862630" y="521865"/>
                  <a:pt x="6625059" y="517404"/>
                </a:cubicBezTo>
                <a:cubicBezTo>
                  <a:pt x="6387488" y="512943"/>
                  <a:pt x="6230415" y="507860"/>
                  <a:pt x="5935666" y="517404"/>
                </a:cubicBezTo>
                <a:cubicBezTo>
                  <a:pt x="5640917" y="526948"/>
                  <a:pt x="5387817" y="475143"/>
                  <a:pt x="5067032" y="517404"/>
                </a:cubicBezTo>
                <a:cubicBezTo>
                  <a:pt x="4746247" y="559665"/>
                  <a:pt x="4683648" y="551233"/>
                  <a:pt x="4377640" y="517404"/>
                </a:cubicBezTo>
                <a:cubicBezTo>
                  <a:pt x="4071632" y="483575"/>
                  <a:pt x="3923134" y="528869"/>
                  <a:pt x="3598627" y="517404"/>
                </a:cubicBezTo>
                <a:cubicBezTo>
                  <a:pt x="3274120" y="505939"/>
                  <a:pt x="3192984" y="513063"/>
                  <a:pt x="2819614" y="517404"/>
                </a:cubicBezTo>
                <a:cubicBezTo>
                  <a:pt x="2446244" y="521745"/>
                  <a:pt x="2449472" y="494338"/>
                  <a:pt x="2219843" y="517404"/>
                </a:cubicBezTo>
                <a:cubicBezTo>
                  <a:pt x="1990214" y="540470"/>
                  <a:pt x="1870557" y="502475"/>
                  <a:pt x="1709693" y="517404"/>
                </a:cubicBezTo>
                <a:cubicBezTo>
                  <a:pt x="1548829" y="532334"/>
                  <a:pt x="1236483" y="486054"/>
                  <a:pt x="841058" y="517404"/>
                </a:cubicBezTo>
                <a:cubicBezTo>
                  <a:pt x="445633" y="548754"/>
                  <a:pt x="201602" y="503162"/>
                  <a:pt x="0" y="517404"/>
                </a:cubicBezTo>
                <a:cubicBezTo>
                  <a:pt x="-704" y="388061"/>
                  <a:pt x="-15842" y="193207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180000" rIns="288000" bIns="180000">
            <a:spAutoFit/>
          </a:bodyPr>
          <a:lstStyle/>
          <a:p>
            <a:r>
              <a:rPr lang="en-US" altLang="ko-KR" sz="100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object_ptr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</a:t>
            </a:r>
            <a:r>
              <a:rPr lang="en-US" altLang="ko-KR" sz="100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hoo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&gt;pobject_a = </a:t>
            </a:r>
            <a:r>
              <a:rPr lang="en-US" altLang="ko-KR" sz="1000">
                <a:solidFill>
                  <a:srgbClr val="0000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alloc_object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</a:t>
            </a:r>
            <a:r>
              <a:rPr lang="en-US" altLang="ko-KR" sz="100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hoo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&gt;();</a:t>
            </a:r>
            <a:endParaRPr lang="ko-KR" altLang="en-US" sz="1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9115EE-B978-4368-9F7F-B40726EF350E}"/>
              </a:ext>
            </a:extLst>
          </p:cNvPr>
          <p:cNvSpPr txBox="1"/>
          <p:nvPr/>
        </p:nvSpPr>
        <p:spPr>
          <a:xfrm>
            <a:off x="1416050" y="2079398"/>
            <a:ext cx="90483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혹은 그냥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Npoolable&lt;T&gt;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을 상속받은 객체는 그냥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make_object&lt;T&gt;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혹은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make_own&lt;T&gt;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만으로 풀에서 할당받는다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74D091E-58DE-4A0A-BA59-3F0A1D912E51}"/>
              </a:ext>
            </a:extLst>
          </p:cNvPr>
          <p:cNvSpPr/>
          <p:nvPr/>
        </p:nvSpPr>
        <p:spPr>
          <a:xfrm>
            <a:off x="1732505" y="2448899"/>
            <a:ext cx="8962098" cy="825180"/>
          </a:xfrm>
          <a:custGeom>
            <a:avLst/>
            <a:gdLst>
              <a:gd name="connsiteX0" fmla="*/ 0 w 8962098"/>
              <a:gd name="connsiteY0" fmla="*/ 0 h 825180"/>
              <a:gd name="connsiteX1" fmla="*/ 420529 w 8962098"/>
              <a:gd name="connsiteY1" fmla="*/ 0 h 825180"/>
              <a:gd name="connsiteX2" fmla="*/ 1199542 w 8962098"/>
              <a:gd name="connsiteY2" fmla="*/ 0 h 825180"/>
              <a:gd name="connsiteX3" fmla="*/ 1620072 w 8962098"/>
              <a:gd name="connsiteY3" fmla="*/ 0 h 825180"/>
              <a:gd name="connsiteX4" fmla="*/ 2040601 w 8962098"/>
              <a:gd name="connsiteY4" fmla="*/ 0 h 825180"/>
              <a:gd name="connsiteX5" fmla="*/ 2550751 w 8962098"/>
              <a:gd name="connsiteY5" fmla="*/ 0 h 825180"/>
              <a:gd name="connsiteX6" fmla="*/ 3150522 w 8962098"/>
              <a:gd name="connsiteY6" fmla="*/ 0 h 825180"/>
              <a:gd name="connsiteX7" fmla="*/ 3571051 w 8962098"/>
              <a:gd name="connsiteY7" fmla="*/ 0 h 825180"/>
              <a:gd name="connsiteX8" fmla="*/ 4170823 w 8962098"/>
              <a:gd name="connsiteY8" fmla="*/ 0 h 825180"/>
              <a:gd name="connsiteX9" fmla="*/ 4770594 w 8962098"/>
              <a:gd name="connsiteY9" fmla="*/ 0 h 825180"/>
              <a:gd name="connsiteX10" fmla="*/ 5549607 w 8962098"/>
              <a:gd name="connsiteY10" fmla="*/ 0 h 825180"/>
              <a:gd name="connsiteX11" fmla="*/ 5970136 w 8962098"/>
              <a:gd name="connsiteY11" fmla="*/ 0 h 825180"/>
              <a:gd name="connsiteX12" fmla="*/ 6659528 w 8962098"/>
              <a:gd name="connsiteY12" fmla="*/ 0 h 825180"/>
              <a:gd name="connsiteX13" fmla="*/ 7169678 w 8962098"/>
              <a:gd name="connsiteY13" fmla="*/ 0 h 825180"/>
              <a:gd name="connsiteX14" fmla="*/ 7590208 w 8962098"/>
              <a:gd name="connsiteY14" fmla="*/ 0 h 825180"/>
              <a:gd name="connsiteX15" fmla="*/ 8962098 w 8962098"/>
              <a:gd name="connsiteY15" fmla="*/ 0 h 825180"/>
              <a:gd name="connsiteX16" fmla="*/ 8962098 w 8962098"/>
              <a:gd name="connsiteY16" fmla="*/ 404338 h 825180"/>
              <a:gd name="connsiteX17" fmla="*/ 8962098 w 8962098"/>
              <a:gd name="connsiteY17" fmla="*/ 825180 h 825180"/>
              <a:gd name="connsiteX18" fmla="*/ 8541569 w 8962098"/>
              <a:gd name="connsiteY18" fmla="*/ 825180 h 825180"/>
              <a:gd name="connsiteX19" fmla="*/ 7672935 w 8962098"/>
              <a:gd name="connsiteY19" fmla="*/ 825180 h 825180"/>
              <a:gd name="connsiteX20" fmla="*/ 7252405 w 8962098"/>
              <a:gd name="connsiteY20" fmla="*/ 825180 h 825180"/>
              <a:gd name="connsiteX21" fmla="*/ 6473392 w 8962098"/>
              <a:gd name="connsiteY21" fmla="*/ 825180 h 825180"/>
              <a:gd name="connsiteX22" fmla="*/ 5784000 w 8962098"/>
              <a:gd name="connsiteY22" fmla="*/ 825180 h 825180"/>
              <a:gd name="connsiteX23" fmla="*/ 5094608 w 8962098"/>
              <a:gd name="connsiteY23" fmla="*/ 825180 h 825180"/>
              <a:gd name="connsiteX24" fmla="*/ 4494837 w 8962098"/>
              <a:gd name="connsiteY24" fmla="*/ 825180 h 825180"/>
              <a:gd name="connsiteX25" fmla="*/ 3715824 w 8962098"/>
              <a:gd name="connsiteY25" fmla="*/ 825180 h 825180"/>
              <a:gd name="connsiteX26" fmla="*/ 3116053 w 8962098"/>
              <a:gd name="connsiteY26" fmla="*/ 825180 h 825180"/>
              <a:gd name="connsiteX27" fmla="*/ 2337039 w 8962098"/>
              <a:gd name="connsiteY27" fmla="*/ 825180 h 825180"/>
              <a:gd name="connsiteX28" fmla="*/ 1826889 w 8962098"/>
              <a:gd name="connsiteY28" fmla="*/ 825180 h 825180"/>
              <a:gd name="connsiteX29" fmla="*/ 1316739 w 8962098"/>
              <a:gd name="connsiteY29" fmla="*/ 825180 h 825180"/>
              <a:gd name="connsiteX30" fmla="*/ 0 w 8962098"/>
              <a:gd name="connsiteY30" fmla="*/ 825180 h 825180"/>
              <a:gd name="connsiteX31" fmla="*/ 0 w 8962098"/>
              <a:gd name="connsiteY31" fmla="*/ 420842 h 825180"/>
              <a:gd name="connsiteX32" fmla="*/ 0 w 8962098"/>
              <a:gd name="connsiteY32" fmla="*/ 0 h 825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62098" h="825180" fill="none" extrusionOk="0">
                <a:moveTo>
                  <a:pt x="0" y="0"/>
                </a:moveTo>
                <a:cubicBezTo>
                  <a:pt x="106741" y="-5227"/>
                  <a:pt x="258086" y="10078"/>
                  <a:pt x="420529" y="0"/>
                </a:cubicBezTo>
                <a:cubicBezTo>
                  <a:pt x="582972" y="-10078"/>
                  <a:pt x="967967" y="-21079"/>
                  <a:pt x="1199542" y="0"/>
                </a:cubicBezTo>
                <a:cubicBezTo>
                  <a:pt x="1431117" y="21079"/>
                  <a:pt x="1447174" y="13280"/>
                  <a:pt x="1620072" y="0"/>
                </a:cubicBezTo>
                <a:cubicBezTo>
                  <a:pt x="1792970" y="-13280"/>
                  <a:pt x="1912007" y="-9074"/>
                  <a:pt x="2040601" y="0"/>
                </a:cubicBezTo>
                <a:cubicBezTo>
                  <a:pt x="2169195" y="9074"/>
                  <a:pt x="2355610" y="5328"/>
                  <a:pt x="2550751" y="0"/>
                </a:cubicBezTo>
                <a:cubicBezTo>
                  <a:pt x="2745892" y="-5328"/>
                  <a:pt x="3023206" y="11627"/>
                  <a:pt x="3150522" y="0"/>
                </a:cubicBezTo>
                <a:cubicBezTo>
                  <a:pt x="3277838" y="-11627"/>
                  <a:pt x="3395071" y="18199"/>
                  <a:pt x="3571051" y="0"/>
                </a:cubicBezTo>
                <a:cubicBezTo>
                  <a:pt x="3747031" y="-18199"/>
                  <a:pt x="3938407" y="1645"/>
                  <a:pt x="4170823" y="0"/>
                </a:cubicBezTo>
                <a:cubicBezTo>
                  <a:pt x="4403239" y="-1645"/>
                  <a:pt x="4510024" y="-11615"/>
                  <a:pt x="4770594" y="0"/>
                </a:cubicBezTo>
                <a:cubicBezTo>
                  <a:pt x="5031164" y="11615"/>
                  <a:pt x="5213144" y="33240"/>
                  <a:pt x="5549607" y="0"/>
                </a:cubicBezTo>
                <a:cubicBezTo>
                  <a:pt x="5886070" y="-33240"/>
                  <a:pt x="5800410" y="18316"/>
                  <a:pt x="5970136" y="0"/>
                </a:cubicBezTo>
                <a:cubicBezTo>
                  <a:pt x="6139862" y="-18316"/>
                  <a:pt x="6473823" y="-10920"/>
                  <a:pt x="6659528" y="0"/>
                </a:cubicBezTo>
                <a:cubicBezTo>
                  <a:pt x="6845233" y="10920"/>
                  <a:pt x="7065940" y="9149"/>
                  <a:pt x="7169678" y="0"/>
                </a:cubicBezTo>
                <a:cubicBezTo>
                  <a:pt x="7273416" y="-9149"/>
                  <a:pt x="7434842" y="-822"/>
                  <a:pt x="7590208" y="0"/>
                </a:cubicBezTo>
                <a:cubicBezTo>
                  <a:pt x="7745574" y="822"/>
                  <a:pt x="8285488" y="40359"/>
                  <a:pt x="8962098" y="0"/>
                </a:cubicBezTo>
                <a:cubicBezTo>
                  <a:pt x="8966972" y="112202"/>
                  <a:pt x="8978955" y="289857"/>
                  <a:pt x="8962098" y="404338"/>
                </a:cubicBezTo>
                <a:cubicBezTo>
                  <a:pt x="8945241" y="518819"/>
                  <a:pt x="8956151" y="665479"/>
                  <a:pt x="8962098" y="825180"/>
                </a:cubicBezTo>
                <a:cubicBezTo>
                  <a:pt x="8773150" y="810847"/>
                  <a:pt x="8713881" y="804866"/>
                  <a:pt x="8541569" y="825180"/>
                </a:cubicBezTo>
                <a:cubicBezTo>
                  <a:pt x="8369257" y="845494"/>
                  <a:pt x="7946817" y="854588"/>
                  <a:pt x="7672935" y="825180"/>
                </a:cubicBezTo>
                <a:cubicBezTo>
                  <a:pt x="7399053" y="795772"/>
                  <a:pt x="7433511" y="814708"/>
                  <a:pt x="7252405" y="825180"/>
                </a:cubicBezTo>
                <a:cubicBezTo>
                  <a:pt x="7071299" y="835653"/>
                  <a:pt x="6730593" y="837394"/>
                  <a:pt x="6473392" y="825180"/>
                </a:cubicBezTo>
                <a:cubicBezTo>
                  <a:pt x="6216191" y="812966"/>
                  <a:pt x="5928123" y="791496"/>
                  <a:pt x="5784000" y="825180"/>
                </a:cubicBezTo>
                <a:cubicBezTo>
                  <a:pt x="5639877" y="858864"/>
                  <a:pt x="5290102" y="820146"/>
                  <a:pt x="5094608" y="825180"/>
                </a:cubicBezTo>
                <a:cubicBezTo>
                  <a:pt x="4899114" y="830214"/>
                  <a:pt x="4646058" y="816562"/>
                  <a:pt x="4494837" y="825180"/>
                </a:cubicBezTo>
                <a:cubicBezTo>
                  <a:pt x="4343616" y="833798"/>
                  <a:pt x="4071982" y="840847"/>
                  <a:pt x="3715824" y="825180"/>
                </a:cubicBezTo>
                <a:cubicBezTo>
                  <a:pt x="3359666" y="809513"/>
                  <a:pt x="3269812" y="854045"/>
                  <a:pt x="3116053" y="825180"/>
                </a:cubicBezTo>
                <a:cubicBezTo>
                  <a:pt x="2962294" y="796315"/>
                  <a:pt x="2501003" y="809559"/>
                  <a:pt x="2337039" y="825180"/>
                </a:cubicBezTo>
                <a:cubicBezTo>
                  <a:pt x="2173075" y="840801"/>
                  <a:pt x="2078012" y="849185"/>
                  <a:pt x="1826889" y="825180"/>
                </a:cubicBezTo>
                <a:cubicBezTo>
                  <a:pt x="1575766" y="801176"/>
                  <a:pt x="1566259" y="835693"/>
                  <a:pt x="1316739" y="825180"/>
                </a:cubicBezTo>
                <a:cubicBezTo>
                  <a:pt x="1067219" y="814668"/>
                  <a:pt x="586745" y="854012"/>
                  <a:pt x="0" y="825180"/>
                </a:cubicBezTo>
                <a:cubicBezTo>
                  <a:pt x="19951" y="647911"/>
                  <a:pt x="10140" y="514941"/>
                  <a:pt x="0" y="420842"/>
                </a:cubicBezTo>
                <a:cubicBezTo>
                  <a:pt x="-10140" y="326743"/>
                  <a:pt x="589" y="102592"/>
                  <a:pt x="0" y="0"/>
                </a:cubicBezTo>
                <a:close/>
              </a:path>
              <a:path w="8962098" h="825180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48121" y="168972"/>
                  <a:pt x="8976907" y="300415"/>
                  <a:pt x="8962098" y="429094"/>
                </a:cubicBezTo>
                <a:cubicBezTo>
                  <a:pt x="8947289" y="557773"/>
                  <a:pt x="8946810" y="658876"/>
                  <a:pt x="8962098" y="825180"/>
                </a:cubicBezTo>
                <a:cubicBezTo>
                  <a:pt x="8742154" y="800526"/>
                  <a:pt x="8448095" y="803584"/>
                  <a:pt x="8272706" y="825180"/>
                </a:cubicBezTo>
                <a:cubicBezTo>
                  <a:pt x="8097317" y="846776"/>
                  <a:pt x="7820885" y="829641"/>
                  <a:pt x="7583314" y="825180"/>
                </a:cubicBezTo>
                <a:cubicBezTo>
                  <a:pt x="7345743" y="820719"/>
                  <a:pt x="7187503" y="810283"/>
                  <a:pt x="6893922" y="825180"/>
                </a:cubicBezTo>
                <a:cubicBezTo>
                  <a:pt x="6600341" y="840077"/>
                  <a:pt x="6348884" y="785025"/>
                  <a:pt x="6025287" y="825180"/>
                </a:cubicBezTo>
                <a:cubicBezTo>
                  <a:pt x="5701690" y="865335"/>
                  <a:pt x="5641903" y="859009"/>
                  <a:pt x="5335895" y="825180"/>
                </a:cubicBezTo>
                <a:cubicBezTo>
                  <a:pt x="5029887" y="791351"/>
                  <a:pt x="4881389" y="836645"/>
                  <a:pt x="4556882" y="825180"/>
                </a:cubicBezTo>
                <a:cubicBezTo>
                  <a:pt x="4232375" y="813715"/>
                  <a:pt x="4151239" y="820839"/>
                  <a:pt x="3777869" y="825180"/>
                </a:cubicBezTo>
                <a:cubicBezTo>
                  <a:pt x="3404499" y="829521"/>
                  <a:pt x="3407727" y="802114"/>
                  <a:pt x="3178098" y="825180"/>
                </a:cubicBezTo>
                <a:cubicBezTo>
                  <a:pt x="2948469" y="848246"/>
                  <a:pt x="2828812" y="810251"/>
                  <a:pt x="2667948" y="825180"/>
                </a:cubicBezTo>
                <a:cubicBezTo>
                  <a:pt x="2507084" y="840110"/>
                  <a:pt x="2194447" y="789706"/>
                  <a:pt x="1799314" y="825180"/>
                </a:cubicBezTo>
                <a:cubicBezTo>
                  <a:pt x="1404181" y="860654"/>
                  <a:pt x="1251049" y="813161"/>
                  <a:pt x="1109921" y="825180"/>
                </a:cubicBezTo>
                <a:cubicBezTo>
                  <a:pt x="968793" y="837199"/>
                  <a:pt x="382880" y="813784"/>
                  <a:pt x="0" y="825180"/>
                </a:cubicBezTo>
                <a:cubicBezTo>
                  <a:pt x="-13795" y="650003"/>
                  <a:pt x="18796" y="547189"/>
                  <a:pt x="0" y="404338"/>
                </a:cubicBezTo>
                <a:cubicBezTo>
                  <a:pt x="-18796" y="261487"/>
                  <a:pt x="-10547" y="19533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180000" rIns="288000" bIns="180000">
            <a:spAutoFit/>
          </a:bodyPr>
          <a:lstStyle/>
          <a:p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class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k</a:t>
            </a:r>
            <a:r>
              <a:rPr lang="en-US" altLang="ko-KR" sz="100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oo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: </a:t>
            </a:r>
            <a:r>
              <a:rPr lang="en-US" altLang="ko-KR" sz="1000" b="1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 Npoolable</a:t>
            </a:r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&lt;koo&gt;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};</a:t>
            </a:r>
            <a:endParaRPr lang="en-US" altLang="ko-KR" sz="10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E03B01F-9F9D-495C-B2F5-9FFBBD6EC852}"/>
              </a:ext>
            </a:extLst>
          </p:cNvPr>
          <p:cNvSpPr/>
          <p:nvPr/>
        </p:nvSpPr>
        <p:spPr>
          <a:xfrm>
            <a:off x="1732505" y="3351948"/>
            <a:ext cx="8962098" cy="671292"/>
          </a:xfrm>
          <a:custGeom>
            <a:avLst/>
            <a:gdLst>
              <a:gd name="connsiteX0" fmla="*/ 0 w 8962098"/>
              <a:gd name="connsiteY0" fmla="*/ 0 h 671292"/>
              <a:gd name="connsiteX1" fmla="*/ 420529 w 8962098"/>
              <a:gd name="connsiteY1" fmla="*/ 0 h 671292"/>
              <a:gd name="connsiteX2" fmla="*/ 1109921 w 8962098"/>
              <a:gd name="connsiteY2" fmla="*/ 0 h 671292"/>
              <a:gd name="connsiteX3" fmla="*/ 1799314 w 8962098"/>
              <a:gd name="connsiteY3" fmla="*/ 0 h 671292"/>
              <a:gd name="connsiteX4" fmla="*/ 2578327 w 8962098"/>
              <a:gd name="connsiteY4" fmla="*/ 0 h 671292"/>
              <a:gd name="connsiteX5" fmla="*/ 2998856 w 8962098"/>
              <a:gd name="connsiteY5" fmla="*/ 0 h 671292"/>
              <a:gd name="connsiteX6" fmla="*/ 3419385 w 8962098"/>
              <a:gd name="connsiteY6" fmla="*/ 0 h 671292"/>
              <a:gd name="connsiteX7" fmla="*/ 3929535 w 8962098"/>
              <a:gd name="connsiteY7" fmla="*/ 0 h 671292"/>
              <a:gd name="connsiteX8" fmla="*/ 4529306 w 8962098"/>
              <a:gd name="connsiteY8" fmla="*/ 0 h 671292"/>
              <a:gd name="connsiteX9" fmla="*/ 4949836 w 8962098"/>
              <a:gd name="connsiteY9" fmla="*/ 0 h 671292"/>
              <a:gd name="connsiteX10" fmla="*/ 5549607 w 8962098"/>
              <a:gd name="connsiteY10" fmla="*/ 0 h 671292"/>
              <a:gd name="connsiteX11" fmla="*/ 6149378 w 8962098"/>
              <a:gd name="connsiteY11" fmla="*/ 0 h 671292"/>
              <a:gd name="connsiteX12" fmla="*/ 6928391 w 8962098"/>
              <a:gd name="connsiteY12" fmla="*/ 0 h 671292"/>
              <a:gd name="connsiteX13" fmla="*/ 7348920 w 8962098"/>
              <a:gd name="connsiteY13" fmla="*/ 0 h 671292"/>
              <a:gd name="connsiteX14" fmla="*/ 8038313 w 8962098"/>
              <a:gd name="connsiteY14" fmla="*/ 0 h 671292"/>
              <a:gd name="connsiteX15" fmla="*/ 8962098 w 8962098"/>
              <a:gd name="connsiteY15" fmla="*/ 0 h 671292"/>
              <a:gd name="connsiteX16" fmla="*/ 8962098 w 8962098"/>
              <a:gd name="connsiteY16" fmla="*/ 671292 h 671292"/>
              <a:gd name="connsiteX17" fmla="*/ 8541569 w 8962098"/>
              <a:gd name="connsiteY17" fmla="*/ 671292 h 671292"/>
              <a:gd name="connsiteX18" fmla="*/ 7941798 w 8962098"/>
              <a:gd name="connsiteY18" fmla="*/ 671292 h 671292"/>
              <a:gd name="connsiteX19" fmla="*/ 7431647 w 8962098"/>
              <a:gd name="connsiteY19" fmla="*/ 671292 h 671292"/>
              <a:gd name="connsiteX20" fmla="*/ 6652634 w 8962098"/>
              <a:gd name="connsiteY20" fmla="*/ 671292 h 671292"/>
              <a:gd name="connsiteX21" fmla="*/ 5784000 w 8962098"/>
              <a:gd name="connsiteY21" fmla="*/ 671292 h 671292"/>
              <a:gd name="connsiteX22" fmla="*/ 5363471 w 8962098"/>
              <a:gd name="connsiteY22" fmla="*/ 671292 h 671292"/>
              <a:gd name="connsiteX23" fmla="*/ 4584458 w 8962098"/>
              <a:gd name="connsiteY23" fmla="*/ 671292 h 671292"/>
              <a:gd name="connsiteX24" fmla="*/ 3895066 w 8962098"/>
              <a:gd name="connsiteY24" fmla="*/ 671292 h 671292"/>
              <a:gd name="connsiteX25" fmla="*/ 3205674 w 8962098"/>
              <a:gd name="connsiteY25" fmla="*/ 671292 h 671292"/>
              <a:gd name="connsiteX26" fmla="*/ 2605902 w 8962098"/>
              <a:gd name="connsiteY26" fmla="*/ 671292 h 671292"/>
              <a:gd name="connsiteX27" fmla="*/ 1826889 w 8962098"/>
              <a:gd name="connsiteY27" fmla="*/ 671292 h 671292"/>
              <a:gd name="connsiteX28" fmla="*/ 1227118 w 8962098"/>
              <a:gd name="connsiteY28" fmla="*/ 671292 h 671292"/>
              <a:gd name="connsiteX29" fmla="*/ 0 w 8962098"/>
              <a:gd name="connsiteY29" fmla="*/ 671292 h 671292"/>
              <a:gd name="connsiteX30" fmla="*/ 0 w 8962098"/>
              <a:gd name="connsiteY30" fmla="*/ 0 h 671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8962098" h="671292" fill="none" extrusionOk="0">
                <a:moveTo>
                  <a:pt x="0" y="0"/>
                </a:moveTo>
                <a:cubicBezTo>
                  <a:pt x="90760" y="18839"/>
                  <a:pt x="228306" y="-38"/>
                  <a:pt x="420529" y="0"/>
                </a:cubicBezTo>
                <a:cubicBezTo>
                  <a:pt x="612752" y="38"/>
                  <a:pt x="786818" y="-24006"/>
                  <a:pt x="1109921" y="0"/>
                </a:cubicBezTo>
                <a:cubicBezTo>
                  <a:pt x="1433024" y="24006"/>
                  <a:pt x="1649344" y="-21210"/>
                  <a:pt x="1799314" y="0"/>
                </a:cubicBezTo>
                <a:cubicBezTo>
                  <a:pt x="1949284" y="21210"/>
                  <a:pt x="2346752" y="-21079"/>
                  <a:pt x="2578327" y="0"/>
                </a:cubicBezTo>
                <a:cubicBezTo>
                  <a:pt x="2809902" y="21079"/>
                  <a:pt x="2833767" y="16066"/>
                  <a:pt x="2998856" y="0"/>
                </a:cubicBezTo>
                <a:cubicBezTo>
                  <a:pt x="3163945" y="-16066"/>
                  <a:pt x="3290791" y="-9074"/>
                  <a:pt x="3419385" y="0"/>
                </a:cubicBezTo>
                <a:cubicBezTo>
                  <a:pt x="3547979" y="9074"/>
                  <a:pt x="3734394" y="5328"/>
                  <a:pt x="3929535" y="0"/>
                </a:cubicBezTo>
                <a:cubicBezTo>
                  <a:pt x="4124676" y="-5328"/>
                  <a:pt x="4401990" y="11627"/>
                  <a:pt x="4529306" y="0"/>
                </a:cubicBezTo>
                <a:cubicBezTo>
                  <a:pt x="4656622" y="-11627"/>
                  <a:pt x="4771488" y="16825"/>
                  <a:pt x="4949836" y="0"/>
                </a:cubicBezTo>
                <a:cubicBezTo>
                  <a:pt x="5128184" y="-16825"/>
                  <a:pt x="5317342" y="4492"/>
                  <a:pt x="5549607" y="0"/>
                </a:cubicBezTo>
                <a:cubicBezTo>
                  <a:pt x="5781872" y="-4492"/>
                  <a:pt x="5888808" y="-11615"/>
                  <a:pt x="6149378" y="0"/>
                </a:cubicBezTo>
                <a:cubicBezTo>
                  <a:pt x="6409948" y="11615"/>
                  <a:pt x="6591928" y="33240"/>
                  <a:pt x="6928391" y="0"/>
                </a:cubicBezTo>
                <a:cubicBezTo>
                  <a:pt x="7264854" y="-33240"/>
                  <a:pt x="7179194" y="18316"/>
                  <a:pt x="7348920" y="0"/>
                </a:cubicBezTo>
                <a:cubicBezTo>
                  <a:pt x="7518646" y="-18316"/>
                  <a:pt x="7848320" y="-11638"/>
                  <a:pt x="8038313" y="0"/>
                </a:cubicBezTo>
                <a:cubicBezTo>
                  <a:pt x="8228306" y="11638"/>
                  <a:pt x="8556518" y="-2974"/>
                  <a:pt x="8962098" y="0"/>
                </a:cubicBezTo>
                <a:cubicBezTo>
                  <a:pt x="8942634" y="214009"/>
                  <a:pt x="8983926" y="532994"/>
                  <a:pt x="8962098" y="671292"/>
                </a:cubicBezTo>
                <a:cubicBezTo>
                  <a:pt x="8850386" y="689188"/>
                  <a:pt x="8708589" y="672520"/>
                  <a:pt x="8541569" y="671292"/>
                </a:cubicBezTo>
                <a:cubicBezTo>
                  <a:pt x="8374549" y="670064"/>
                  <a:pt x="8096765" y="664558"/>
                  <a:pt x="7941798" y="671292"/>
                </a:cubicBezTo>
                <a:cubicBezTo>
                  <a:pt x="7786831" y="678026"/>
                  <a:pt x="7566177" y="659560"/>
                  <a:pt x="7431647" y="671292"/>
                </a:cubicBezTo>
                <a:cubicBezTo>
                  <a:pt x="7297117" y="683024"/>
                  <a:pt x="7018011" y="634998"/>
                  <a:pt x="6652634" y="671292"/>
                </a:cubicBezTo>
                <a:cubicBezTo>
                  <a:pt x="6287257" y="707586"/>
                  <a:pt x="6057882" y="700700"/>
                  <a:pt x="5784000" y="671292"/>
                </a:cubicBezTo>
                <a:cubicBezTo>
                  <a:pt x="5510118" y="641884"/>
                  <a:pt x="5539657" y="652159"/>
                  <a:pt x="5363471" y="671292"/>
                </a:cubicBezTo>
                <a:cubicBezTo>
                  <a:pt x="5187285" y="690425"/>
                  <a:pt x="4841659" y="683506"/>
                  <a:pt x="4584458" y="671292"/>
                </a:cubicBezTo>
                <a:cubicBezTo>
                  <a:pt x="4327257" y="659078"/>
                  <a:pt x="4039189" y="637608"/>
                  <a:pt x="3895066" y="671292"/>
                </a:cubicBezTo>
                <a:cubicBezTo>
                  <a:pt x="3750943" y="704976"/>
                  <a:pt x="3401168" y="666258"/>
                  <a:pt x="3205674" y="671292"/>
                </a:cubicBezTo>
                <a:cubicBezTo>
                  <a:pt x="3010180" y="676326"/>
                  <a:pt x="2759549" y="664722"/>
                  <a:pt x="2605902" y="671292"/>
                </a:cubicBezTo>
                <a:cubicBezTo>
                  <a:pt x="2452255" y="677862"/>
                  <a:pt x="2183047" y="686959"/>
                  <a:pt x="1826889" y="671292"/>
                </a:cubicBezTo>
                <a:cubicBezTo>
                  <a:pt x="1470731" y="655625"/>
                  <a:pt x="1380877" y="700157"/>
                  <a:pt x="1227118" y="671292"/>
                </a:cubicBezTo>
                <a:cubicBezTo>
                  <a:pt x="1073359" y="642427"/>
                  <a:pt x="290229" y="709979"/>
                  <a:pt x="0" y="671292"/>
                </a:cubicBezTo>
                <a:cubicBezTo>
                  <a:pt x="3963" y="423462"/>
                  <a:pt x="11568" y="335277"/>
                  <a:pt x="0" y="0"/>
                </a:cubicBezTo>
                <a:close/>
              </a:path>
              <a:path w="8962098" h="671292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94699" y="288447"/>
                  <a:pt x="8952896" y="523966"/>
                  <a:pt x="8962098" y="671292"/>
                </a:cubicBezTo>
                <a:cubicBezTo>
                  <a:pt x="8581962" y="659368"/>
                  <a:pt x="8458871" y="647399"/>
                  <a:pt x="8183085" y="671292"/>
                </a:cubicBezTo>
                <a:cubicBezTo>
                  <a:pt x="7907299" y="695185"/>
                  <a:pt x="7572570" y="655998"/>
                  <a:pt x="7314451" y="671292"/>
                </a:cubicBezTo>
                <a:cubicBezTo>
                  <a:pt x="7056332" y="686586"/>
                  <a:pt x="6862630" y="675753"/>
                  <a:pt x="6625059" y="671292"/>
                </a:cubicBezTo>
                <a:cubicBezTo>
                  <a:pt x="6387488" y="666831"/>
                  <a:pt x="6230415" y="661748"/>
                  <a:pt x="5935666" y="671292"/>
                </a:cubicBezTo>
                <a:cubicBezTo>
                  <a:pt x="5640917" y="680836"/>
                  <a:pt x="5387817" y="629031"/>
                  <a:pt x="5067032" y="671292"/>
                </a:cubicBezTo>
                <a:cubicBezTo>
                  <a:pt x="4746247" y="713553"/>
                  <a:pt x="4683648" y="705121"/>
                  <a:pt x="4377640" y="671292"/>
                </a:cubicBezTo>
                <a:cubicBezTo>
                  <a:pt x="4071632" y="637463"/>
                  <a:pt x="3923134" y="682757"/>
                  <a:pt x="3598627" y="671292"/>
                </a:cubicBezTo>
                <a:cubicBezTo>
                  <a:pt x="3274120" y="659827"/>
                  <a:pt x="3192984" y="666951"/>
                  <a:pt x="2819614" y="671292"/>
                </a:cubicBezTo>
                <a:cubicBezTo>
                  <a:pt x="2446244" y="675633"/>
                  <a:pt x="2449472" y="648226"/>
                  <a:pt x="2219843" y="671292"/>
                </a:cubicBezTo>
                <a:cubicBezTo>
                  <a:pt x="1990214" y="694358"/>
                  <a:pt x="1870557" y="656363"/>
                  <a:pt x="1709693" y="671292"/>
                </a:cubicBezTo>
                <a:cubicBezTo>
                  <a:pt x="1548829" y="686222"/>
                  <a:pt x="1236483" y="639942"/>
                  <a:pt x="841058" y="671292"/>
                </a:cubicBezTo>
                <a:cubicBezTo>
                  <a:pt x="445633" y="702642"/>
                  <a:pt x="201602" y="657050"/>
                  <a:pt x="0" y="671292"/>
                </a:cubicBezTo>
                <a:cubicBezTo>
                  <a:pt x="4785" y="438064"/>
                  <a:pt x="-29374" y="262876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180000" rIns="288000" bIns="180000">
            <a:spAutoFit/>
          </a:bodyPr>
          <a:lstStyle/>
          <a:p>
            <a:r>
              <a:rPr lang="en-US" altLang="ko-KR" sz="1000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koo</a:t>
            </a:r>
            <a:r>
              <a:rPr lang="ko-KR" altLang="en-US" sz="1000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가 </a:t>
            </a:r>
            <a:r>
              <a:rPr lang="en-US" altLang="ko-KR" sz="1000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Npoolable&lt;T&gt;</a:t>
            </a:r>
            <a:r>
              <a:rPr lang="ko-KR" altLang="en-US" sz="1000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을 상속받았으므로 이렇게만 해도 </a:t>
            </a:r>
            <a:r>
              <a:rPr lang="en-US" altLang="ko-KR" sz="1000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pool</a:t>
            </a:r>
            <a:r>
              <a:rPr lang="ko-KR" altLang="en-US" sz="1000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에서 할당받게 된다</a:t>
            </a:r>
            <a:r>
              <a:rPr lang="en-US" altLang="ko-KR" sz="1000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object_ptr&lt;koo&gt;</a:t>
            </a:r>
            <a:r>
              <a:rPr lang="ko-KR" altLang="en-US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pobject = make_own&lt;koo&gt;();</a:t>
            </a:r>
            <a:endParaRPr lang="en-US" altLang="ko-KR" sz="10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700038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8096BE-5EB3-479C-A55F-F6BF55CD54B4}"/>
              </a:ext>
            </a:extLst>
          </p:cNvPr>
          <p:cNvSpPr txBox="1"/>
          <p:nvPr/>
        </p:nvSpPr>
        <p:spPr>
          <a:xfrm>
            <a:off x="1868592" y="12700"/>
            <a:ext cx="1895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debugging </a:t>
            </a:r>
            <a:r>
              <a:rPr lang="en-US" altLang="ko-KR" b="1" dirty="0"/>
              <a:t>info</a:t>
            </a:r>
            <a:endParaRPr lang="ko-KR" alt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98BA61-B650-4A92-BD27-814B7E1E2E78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C1650E-1B67-421A-BF6A-1BF89648C6CE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D7C6F32-F550-4FF4-A1F9-03121574B3F3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946210-AF08-4217-86C8-D4CC538DCC05}"/>
              </a:ext>
            </a:extLst>
          </p:cNvPr>
          <p:cNvSpPr txBox="1"/>
          <p:nvPr/>
        </p:nvSpPr>
        <p:spPr>
          <a:xfrm>
            <a:off x="1416050" y="620713"/>
            <a:ext cx="90483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DEBUG 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버전으로 컴파일 할 경우 </a:t>
            </a:r>
            <a:r>
              <a:rPr lang="en-US" altLang="ko-KR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Irefeceneable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는 객체의 할당에 대한 기본적인 디버깅 정보를 제공해 준다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D989C0-7139-4086-A286-0F2ED107528E}"/>
              </a:ext>
            </a:extLst>
          </p:cNvPr>
          <p:cNvSpPr txBox="1"/>
          <p:nvPr/>
        </p:nvSpPr>
        <p:spPr>
          <a:xfrm>
            <a:off x="1499539" y="972990"/>
            <a:ext cx="89831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생성된 소스 파일과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해당 라인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스마트포인터로 객체를 참조하다보면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Debug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시 해당 객체가 어디서 생성되었는지 생성된 위치 정보가 필요할 경우가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이를 위해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make_object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혹은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make_own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으로 생성된 모든 객체는 생성된 위치 정보를 저장하도록 되어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이는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Debug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모드에서만 동작하도록 기본 설정되어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515FA48-73B3-49E1-B0ED-1F01259FA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346" y="1841154"/>
            <a:ext cx="10224375" cy="1412207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31E32A85-E285-456C-8FC8-E16D0E18DBBF}"/>
              </a:ext>
            </a:extLst>
          </p:cNvPr>
          <p:cNvSpPr/>
          <p:nvPr/>
        </p:nvSpPr>
        <p:spPr>
          <a:xfrm>
            <a:off x="3126921" y="2887396"/>
            <a:ext cx="8343900" cy="288512"/>
          </a:xfrm>
          <a:prstGeom prst="rect">
            <a:avLst/>
          </a:prstGeom>
          <a:noFill/>
          <a:ln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158FBAB9-C384-405A-9B7D-B35CEA1B4C0E}"/>
              </a:ext>
            </a:extLst>
          </p:cNvPr>
          <p:cNvCxnSpPr>
            <a:cxnSpLocks/>
            <a:stCxn id="17" idx="0"/>
            <a:endCxn id="2" idx="2"/>
          </p:cNvCxnSpPr>
          <p:nvPr/>
        </p:nvCxnSpPr>
        <p:spPr>
          <a:xfrm flipV="1">
            <a:off x="6701531" y="3253361"/>
            <a:ext cx="3" cy="163456"/>
          </a:xfrm>
          <a:prstGeom prst="straightConnector1">
            <a:avLst/>
          </a:prstGeom>
          <a:ln>
            <a:solidFill>
              <a:srgbClr val="0000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BCF5DC6-4D0A-4907-BA70-A216BB2CC25D}"/>
              </a:ext>
            </a:extLst>
          </p:cNvPr>
          <p:cNvSpPr/>
          <p:nvPr/>
        </p:nvSpPr>
        <p:spPr>
          <a:xfrm>
            <a:off x="4358582" y="3416817"/>
            <a:ext cx="46858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해당 객체가 생성된 위치 정보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(</a:t>
            </a:r>
            <a:r>
              <a:rPr lang="ko-KR" altLang="en-US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소스파일</a:t>
            </a:r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, </a:t>
            </a:r>
            <a:r>
              <a:rPr lang="ko-KR" altLang="en-US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소스 라인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)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가 저장된다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endParaRPr lang="ko-KR" altLang="en-US" sz="1200" dirty="0">
              <a:solidFill>
                <a:srgbClr val="0000FF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25F9E7C6-AA4B-4CE7-BEE7-CBEC1530DD02}"/>
              </a:ext>
            </a:extLst>
          </p:cNvPr>
          <p:cNvSpPr/>
          <p:nvPr/>
        </p:nvSpPr>
        <p:spPr>
          <a:xfrm>
            <a:off x="1494064" y="1943102"/>
            <a:ext cx="340207" cy="179613"/>
          </a:xfrm>
          <a:prstGeom prst="right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6A533A6-7016-4883-92BC-90891E30E8CD}"/>
              </a:ext>
            </a:extLst>
          </p:cNvPr>
          <p:cNvSpPr/>
          <p:nvPr/>
        </p:nvSpPr>
        <p:spPr>
          <a:xfrm>
            <a:off x="243657" y="1882517"/>
            <a:ext cx="13211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4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여기서 생성됨</a:t>
            </a:r>
            <a:endParaRPr lang="ko-KR" altLang="en-US" sz="14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09C87A1-1DE4-4CB2-B590-0963A534675C}"/>
              </a:ext>
            </a:extLst>
          </p:cNvPr>
          <p:cNvSpPr txBox="1"/>
          <p:nvPr/>
        </p:nvSpPr>
        <p:spPr>
          <a:xfrm>
            <a:off x="1499539" y="3754295"/>
            <a:ext cx="89831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visual studio debug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와의 정보 연동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일반적으로 독자적인 메모리 할당자를 사용했을 경우 메모리 누출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(memory leak)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정보와 소스위치 정보가 연동되지 않는다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하지만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make_object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혹은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make_own&lt;T&gt;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사용해 할당한 경우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visual studio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와 소스파일과 소스 라인 정보와 연동하여 바로 찾을 수 있도록 해준다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FE6FAD0-10CA-4875-9819-67304877A510}"/>
              </a:ext>
            </a:extLst>
          </p:cNvPr>
          <p:cNvSpPr/>
          <p:nvPr/>
        </p:nvSpPr>
        <p:spPr>
          <a:xfrm>
            <a:off x="1732505" y="4645097"/>
            <a:ext cx="8962098" cy="1440734"/>
          </a:xfrm>
          <a:custGeom>
            <a:avLst/>
            <a:gdLst>
              <a:gd name="connsiteX0" fmla="*/ 0 w 8962098"/>
              <a:gd name="connsiteY0" fmla="*/ 0 h 1440734"/>
              <a:gd name="connsiteX1" fmla="*/ 510150 w 8962098"/>
              <a:gd name="connsiteY1" fmla="*/ 0 h 1440734"/>
              <a:gd name="connsiteX2" fmla="*/ 930679 w 8962098"/>
              <a:gd name="connsiteY2" fmla="*/ 0 h 1440734"/>
              <a:gd name="connsiteX3" fmla="*/ 1440830 w 8962098"/>
              <a:gd name="connsiteY3" fmla="*/ 0 h 1440734"/>
              <a:gd name="connsiteX4" fmla="*/ 2040601 w 8962098"/>
              <a:gd name="connsiteY4" fmla="*/ 0 h 1440734"/>
              <a:gd name="connsiteX5" fmla="*/ 2461130 w 8962098"/>
              <a:gd name="connsiteY5" fmla="*/ 0 h 1440734"/>
              <a:gd name="connsiteX6" fmla="*/ 3060901 w 8962098"/>
              <a:gd name="connsiteY6" fmla="*/ 0 h 1440734"/>
              <a:gd name="connsiteX7" fmla="*/ 3660672 w 8962098"/>
              <a:gd name="connsiteY7" fmla="*/ 0 h 1440734"/>
              <a:gd name="connsiteX8" fmla="*/ 4439685 w 8962098"/>
              <a:gd name="connsiteY8" fmla="*/ 0 h 1440734"/>
              <a:gd name="connsiteX9" fmla="*/ 4860215 w 8962098"/>
              <a:gd name="connsiteY9" fmla="*/ 0 h 1440734"/>
              <a:gd name="connsiteX10" fmla="*/ 5549607 w 8962098"/>
              <a:gd name="connsiteY10" fmla="*/ 0 h 1440734"/>
              <a:gd name="connsiteX11" fmla="*/ 6059757 w 8962098"/>
              <a:gd name="connsiteY11" fmla="*/ 0 h 1440734"/>
              <a:gd name="connsiteX12" fmla="*/ 6480286 w 8962098"/>
              <a:gd name="connsiteY12" fmla="*/ 0 h 1440734"/>
              <a:gd name="connsiteX13" fmla="*/ 7348920 w 8962098"/>
              <a:gd name="connsiteY13" fmla="*/ 0 h 1440734"/>
              <a:gd name="connsiteX14" fmla="*/ 7948692 w 8962098"/>
              <a:gd name="connsiteY14" fmla="*/ 0 h 1440734"/>
              <a:gd name="connsiteX15" fmla="*/ 8962098 w 8962098"/>
              <a:gd name="connsiteY15" fmla="*/ 0 h 1440734"/>
              <a:gd name="connsiteX16" fmla="*/ 8962098 w 8962098"/>
              <a:gd name="connsiteY16" fmla="*/ 480245 h 1440734"/>
              <a:gd name="connsiteX17" fmla="*/ 8962098 w 8962098"/>
              <a:gd name="connsiteY17" fmla="*/ 960489 h 1440734"/>
              <a:gd name="connsiteX18" fmla="*/ 8962098 w 8962098"/>
              <a:gd name="connsiteY18" fmla="*/ 1440734 h 1440734"/>
              <a:gd name="connsiteX19" fmla="*/ 8451948 w 8962098"/>
              <a:gd name="connsiteY19" fmla="*/ 1440734 h 1440734"/>
              <a:gd name="connsiteX20" fmla="*/ 7762556 w 8962098"/>
              <a:gd name="connsiteY20" fmla="*/ 1440734 h 1440734"/>
              <a:gd name="connsiteX21" fmla="*/ 7073163 w 8962098"/>
              <a:gd name="connsiteY21" fmla="*/ 1440734 h 1440734"/>
              <a:gd name="connsiteX22" fmla="*/ 6473392 w 8962098"/>
              <a:gd name="connsiteY22" fmla="*/ 1440734 h 1440734"/>
              <a:gd name="connsiteX23" fmla="*/ 5694379 w 8962098"/>
              <a:gd name="connsiteY23" fmla="*/ 1440734 h 1440734"/>
              <a:gd name="connsiteX24" fmla="*/ 5094608 w 8962098"/>
              <a:gd name="connsiteY24" fmla="*/ 1440734 h 1440734"/>
              <a:gd name="connsiteX25" fmla="*/ 4315595 w 8962098"/>
              <a:gd name="connsiteY25" fmla="*/ 1440734 h 1440734"/>
              <a:gd name="connsiteX26" fmla="*/ 3805445 w 8962098"/>
              <a:gd name="connsiteY26" fmla="*/ 1440734 h 1440734"/>
              <a:gd name="connsiteX27" fmla="*/ 3295294 w 8962098"/>
              <a:gd name="connsiteY27" fmla="*/ 1440734 h 1440734"/>
              <a:gd name="connsiteX28" fmla="*/ 2516281 w 8962098"/>
              <a:gd name="connsiteY28" fmla="*/ 1440734 h 1440734"/>
              <a:gd name="connsiteX29" fmla="*/ 1916510 w 8962098"/>
              <a:gd name="connsiteY29" fmla="*/ 1440734 h 1440734"/>
              <a:gd name="connsiteX30" fmla="*/ 1227118 w 8962098"/>
              <a:gd name="connsiteY30" fmla="*/ 1440734 h 1440734"/>
              <a:gd name="connsiteX31" fmla="*/ 627347 w 8962098"/>
              <a:gd name="connsiteY31" fmla="*/ 1440734 h 1440734"/>
              <a:gd name="connsiteX32" fmla="*/ 0 w 8962098"/>
              <a:gd name="connsiteY32" fmla="*/ 1440734 h 1440734"/>
              <a:gd name="connsiteX33" fmla="*/ 0 w 8962098"/>
              <a:gd name="connsiteY33" fmla="*/ 931675 h 1440734"/>
              <a:gd name="connsiteX34" fmla="*/ 0 w 8962098"/>
              <a:gd name="connsiteY34" fmla="*/ 494652 h 1440734"/>
              <a:gd name="connsiteX35" fmla="*/ 0 w 8962098"/>
              <a:gd name="connsiteY35" fmla="*/ 0 h 1440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8962098" h="1440734" fill="none" extrusionOk="0">
                <a:moveTo>
                  <a:pt x="0" y="0"/>
                </a:moveTo>
                <a:cubicBezTo>
                  <a:pt x="180912" y="-9047"/>
                  <a:pt x="382992" y="-5112"/>
                  <a:pt x="510150" y="0"/>
                </a:cubicBezTo>
                <a:cubicBezTo>
                  <a:pt x="637308" y="5112"/>
                  <a:pt x="802085" y="-9074"/>
                  <a:pt x="930679" y="0"/>
                </a:cubicBezTo>
                <a:cubicBezTo>
                  <a:pt x="1059273" y="9074"/>
                  <a:pt x="1240044" y="4253"/>
                  <a:pt x="1440830" y="0"/>
                </a:cubicBezTo>
                <a:cubicBezTo>
                  <a:pt x="1641616" y="-4253"/>
                  <a:pt x="1913285" y="11627"/>
                  <a:pt x="2040601" y="0"/>
                </a:cubicBezTo>
                <a:cubicBezTo>
                  <a:pt x="2167917" y="-11627"/>
                  <a:pt x="2285150" y="18199"/>
                  <a:pt x="2461130" y="0"/>
                </a:cubicBezTo>
                <a:cubicBezTo>
                  <a:pt x="2637110" y="-18199"/>
                  <a:pt x="2828636" y="4492"/>
                  <a:pt x="3060901" y="0"/>
                </a:cubicBezTo>
                <a:cubicBezTo>
                  <a:pt x="3293166" y="-4492"/>
                  <a:pt x="3400102" y="-11615"/>
                  <a:pt x="3660672" y="0"/>
                </a:cubicBezTo>
                <a:cubicBezTo>
                  <a:pt x="3921242" y="11615"/>
                  <a:pt x="4103222" y="33240"/>
                  <a:pt x="4439685" y="0"/>
                </a:cubicBezTo>
                <a:cubicBezTo>
                  <a:pt x="4776148" y="-33240"/>
                  <a:pt x="4682591" y="17857"/>
                  <a:pt x="4860215" y="0"/>
                </a:cubicBezTo>
                <a:cubicBezTo>
                  <a:pt x="5037839" y="-17857"/>
                  <a:pt x="5363902" y="-10920"/>
                  <a:pt x="5549607" y="0"/>
                </a:cubicBezTo>
                <a:cubicBezTo>
                  <a:pt x="5735312" y="10920"/>
                  <a:pt x="5956019" y="9149"/>
                  <a:pt x="6059757" y="0"/>
                </a:cubicBezTo>
                <a:cubicBezTo>
                  <a:pt x="6163495" y="-9149"/>
                  <a:pt x="6329987" y="5934"/>
                  <a:pt x="6480286" y="0"/>
                </a:cubicBezTo>
                <a:cubicBezTo>
                  <a:pt x="6630585" y="-5934"/>
                  <a:pt x="7107847" y="-26784"/>
                  <a:pt x="7348920" y="0"/>
                </a:cubicBezTo>
                <a:cubicBezTo>
                  <a:pt x="7589993" y="26784"/>
                  <a:pt x="7767262" y="-14219"/>
                  <a:pt x="7948692" y="0"/>
                </a:cubicBezTo>
                <a:cubicBezTo>
                  <a:pt x="8130122" y="14219"/>
                  <a:pt x="8523513" y="2118"/>
                  <a:pt x="8962098" y="0"/>
                </a:cubicBezTo>
                <a:cubicBezTo>
                  <a:pt x="8963448" y="178689"/>
                  <a:pt x="8982998" y="359862"/>
                  <a:pt x="8962098" y="480245"/>
                </a:cubicBezTo>
                <a:cubicBezTo>
                  <a:pt x="8941198" y="600628"/>
                  <a:pt x="8972789" y="739011"/>
                  <a:pt x="8962098" y="960489"/>
                </a:cubicBezTo>
                <a:cubicBezTo>
                  <a:pt x="8951407" y="1181967"/>
                  <a:pt x="8968610" y="1304463"/>
                  <a:pt x="8962098" y="1440734"/>
                </a:cubicBezTo>
                <a:cubicBezTo>
                  <a:pt x="8768339" y="1441872"/>
                  <a:pt x="8635883" y="1443509"/>
                  <a:pt x="8451948" y="1440734"/>
                </a:cubicBezTo>
                <a:cubicBezTo>
                  <a:pt x="8268013" y="1437960"/>
                  <a:pt x="7906679" y="1407050"/>
                  <a:pt x="7762556" y="1440734"/>
                </a:cubicBezTo>
                <a:cubicBezTo>
                  <a:pt x="7618433" y="1474418"/>
                  <a:pt x="7274105" y="1439839"/>
                  <a:pt x="7073163" y="1440734"/>
                </a:cubicBezTo>
                <a:cubicBezTo>
                  <a:pt x="6872221" y="1441629"/>
                  <a:pt x="6624613" y="1432116"/>
                  <a:pt x="6473392" y="1440734"/>
                </a:cubicBezTo>
                <a:cubicBezTo>
                  <a:pt x="6322171" y="1449352"/>
                  <a:pt x="6050537" y="1456401"/>
                  <a:pt x="5694379" y="1440734"/>
                </a:cubicBezTo>
                <a:cubicBezTo>
                  <a:pt x="5338221" y="1425067"/>
                  <a:pt x="5248367" y="1469599"/>
                  <a:pt x="5094608" y="1440734"/>
                </a:cubicBezTo>
                <a:cubicBezTo>
                  <a:pt x="4940849" y="1411869"/>
                  <a:pt x="4475351" y="1421445"/>
                  <a:pt x="4315595" y="1440734"/>
                </a:cubicBezTo>
                <a:cubicBezTo>
                  <a:pt x="4155839" y="1460023"/>
                  <a:pt x="4056568" y="1464739"/>
                  <a:pt x="3805445" y="1440734"/>
                </a:cubicBezTo>
                <a:cubicBezTo>
                  <a:pt x="3554322" y="1416730"/>
                  <a:pt x="3547939" y="1452220"/>
                  <a:pt x="3295294" y="1440734"/>
                </a:cubicBezTo>
                <a:cubicBezTo>
                  <a:pt x="3042649" y="1429248"/>
                  <a:pt x="2707632" y="1408278"/>
                  <a:pt x="2516281" y="1440734"/>
                </a:cubicBezTo>
                <a:cubicBezTo>
                  <a:pt x="2324930" y="1473190"/>
                  <a:pt x="2073134" y="1433848"/>
                  <a:pt x="1916510" y="1440734"/>
                </a:cubicBezTo>
                <a:cubicBezTo>
                  <a:pt x="1759886" y="1447620"/>
                  <a:pt x="1421649" y="1419440"/>
                  <a:pt x="1227118" y="1440734"/>
                </a:cubicBezTo>
                <a:cubicBezTo>
                  <a:pt x="1032587" y="1462028"/>
                  <a:pt x="901337" y="1438461"/>
                  <a:pt x="627347" y="1440734"/>
                </a:cubicBezTo>
                <a:cubicBezTo>
                  <a:pt x="353357" y="1443007"/>
                  <a:pt x="301530" y="1454345"/>
                  <a:pt x="0" y="1440734"/>
                </a:cubicBezTo>
                <a:cubicBezTo>
                  <a:pt x="9831" y="1200660"/>
                  <a:pt x="-1973" y="1062714"/>
                  <a:pt x="0" y="931675"/>
                </a:cubicBezTo>
                <a:cubicBezTo>
                  <a:pt x="1973" y="800636"/>
                  <a:pt x="-20629" y="660089"/>
                  <a:pt x="0" y="494652"/>
                </a:cubicBezTo>
                <a:cubicBezTo>
                  <a:pt x="20629" y="329215"/>
                  <a:pt x="-2163" y="231254"/>
                  <a:pt x="0" y="0"/>
                </a:cubicBezTo>
                <a:close/>
              </a:path>
              <a:path w="8962098" h="1440734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44572" y="225244"/>
                  <a:pt x="8944431" y="268213"/>
                  <a:pt x="8962098" y="509059"/>
                </a:cubicBezTo>
                <a:cubicBezTo>
                  <a:pt x="8979765" y="749905"/>
                  <a:pt x="8941095" y="888891"/>
                  <a:pt x="8962098" y="1003711"/>
                </a:cubicBezTo>
                <a:cubicBezTo>
                  <a:pt x="8983101" y="1118531"/>
                  <a:pt x="8950176" y="1234592"/>
                  <a:pt x="8962098" y="1440734"/>
                </a:cubicBezTo>
                <a:cubicBezTo>
                  <a:pt x="8796241" y="1452318"/>
                  <a:pt x="8685247" y="1442843"/>
                  <a:pt x="8541569" y="1440734"/>
                </a:cubicBezTo>
                <a:cubicBezTo>
                  <a:pt x="8397891" y="1438625"/>
                  <a:pt x="8145758" y="1425837"/>
                  <a:pt x="7852177" y="1440734"/>
                </a:cubicBezTo>
                <a:cubicBezTo>
                  <a:pt x="7558596" y="1455631"/>
                  <a:pt x="7304328" y="1398473"/>
                  <a:pt x="6983543" y="1440734"/>
                </a:cubicBezTo>
                <a:cubicBezTo>
                  <a:pt x="6662758" y="1482995"/>
                  <a:pt x="6600854" y="1406555"/>
                  <a:pt x="6294150" y="1440734"/>
                </a:cubicBezTo>
                <a:cubicBezTo>
                  <a:pt x="5987446" y="1474913"/>
                  <a:pt x="5839644" y="1452199"/>
                  <a:pt x="5515137" y="1440734"/>
                </a:cubicBezTo>
                <a:cubicBezTo>
                  <a:pt x="5190630" y="1429269"/>
                  <a:pt x="5109494" y="1436393"/>
                  <a:pt x="4736124" y="1440734"/>
                </a:cubicBezTo>
                <a:cubicBezTo>
                  <a:pt x="4362754" y="1445075"/>
                  <a:pt x="4365982" y="1417668"/>
                  <a:pt x="4136353" y="1440734"/>
                </a:cubicBezTo>
                <a:cubicBezTo>
                  <a:pt x="3906724" y="1463800"/>
                  <a:pt x="3787067" y="1425805"/>
                  <a:pt x="3626203" y="1440734"/>
                </a:cubicBezTo>
                <a:cubicBezTo>
                  <a:pt x="3465339" y="1455664"/>
                  <a:pt x="3152702" y="1405260"/>
                  <a:pt x="2757569" y="1440734"/>
                </a:cubicBezTo>
                <a:cubicBezTo>
                  <a:pt x="2362436" y="1476208"/>
                  <a:pt x="2209304" y="1428715"/>
                  <a:pt x="2068176" y="1440734"/>
                </a:cubicBezTo>
                <a:cubicBezTo>
                  <a:pt x="1927048" y="1452753"/>
                  <a:pt x="1448099" y="1427547"/>
                  <a:pt x="1199542" y="1440734"/>
                </a:cubicBezTo>
                <a:cubicBezTo>
                  <a:pt x="950985" y="1453921"/>
                  <a:pt x="527239" y="1390359"/>
                  <a:pt x="0" y="1440734"/>
                </a:cubicBezTo>
                <a:cubicBezTo>
                  <a:pt x="-10121" y="1275901"/>
                  <a:pt x="-13542" y="1162038"/>
                  <a:pt x="0" y="989304"/>
                </a:cubicBezTo>
                <a:cubicBezTo>
                  <a:pt x="13542" y="816570"/>
                  <a:pt x="503" y="769986"/>
                  <a:pt x="0" y="552281"/>
                </a:cubicBezTo>
                <a:cubicBezTo>
                  <a:pt x="-503" y="334576"/>
                  <a:pt x="12932" y="149031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180000" rIns="288000" bIns="180000">
            <a:spAutoFit/>
          </a:bodyPr>
          <a:lstStyle/>
          <a:p>
            <a:r>
              <a:rPr lang="en-US" altLang="ko-KR" sz="1000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2) </a:t>
            </a:r>
            <a:r>
              <a:rPr lang="ko-KR" altLang="en-US" sz="1000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객체 생성</a:t>
            </a:r>
          </a:p>
          <a:p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auto</a:t>
            </a:r>
            <a:r>
              <a:rPr lang="en-US" altLang="ko-KR" sz="1000">
                <a:latin typeface="돋움체" panose="020B0609000101010101" pitchFamily="49" charset="-127"/>
                <a:ea typeface="돋움체" panose="020B0609000101010101" pitchFamily="49" charset="-127"/>
              </a:rPr>
              <a:t> a = make_object&lt;foo&gt;();</a:t>
            </a:r>
          </a:p>
          <a:p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auto</a:t>
            </a:r>
            <a:r>
              <a:rPr lang="en-US" altLang="ko-KR" sz="1000">
                <a:latin typeface="돋움체" panose="020B0609000101010101" pitchFamily="49" charset="-127"/>
                <a:ea typeface="돋움체" panose="020B0609000101010101" pitchFamily="49" charset="-127"/>
              </a:rPr>
              <a:t> b = make_object&lt;foo&gt;();</a:t>
            </a:r>
          </a:p>
          <a:p>
            <a:endParaRPr lang="ko-KR" altLang="en-US" sz="100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*3) </a:t>
            </a:r>
            <a:r>
              <a:rPr lang="ko-KR" altLang="en-US" sz="1000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순환참조</a:t>
            </a:r>
            <a:r>
              <a:rPr lang="en-US" altLang="ko-KR" sz="1000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!! </a:t>
            </a:r>
            <a:r>
              <a:rPr lang="ko-KR" altLang="en-US" sz="1000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이것 때문에 메모리 릭이 발생한다</a:t>
            </a:r>
            <a:r>
              <a:rPr lang="en-US" altLang="ko-KR" sz="1000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</a:t>
            </a:r>
            <a:endParaRPr lang="ko-KR" altLang="en-US" sz="1000">
              <a:solidFill>
                <a:srgbClr val="00B05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>
                <a:latin typeface="돋움체" panose="020B0609000101010101" pitchFamily="49" charset="-127"/>
                <a:ea typeface="돋움체" panose="020B0609000101010101" pitchFamily="49" charset="-127"/>
              </a:rPr>
              <a:t>a-&gt;ptr = b;</a:t>
            </a:r>
          </a:p>
          <a:p>
            <a:r>
              <a:rPr lang="en-US" altLang="ko-KR" sz="1000">
                <a:latin typeface="돋움체" panose="020B0609000101010101" pitchFamily="49" charset="-127"/>
                <a:ea typeface="돋움체" panose="020B0609000101010101" pitchFamily="49" charset="-127"/>
              </a:rPr>
              <a:t>b-&gt;ptr = a;</a:t>
            </a:r>
            <a:endParaRPr lang="en-US" altLang="ko-KR" sz="10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083941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8096BE-5EB3-479C-A55F-F6BF55CD54B4}"/>
              </a:ext>
            </a:extLst>
          </p:cNvPr>
          <p:cNvSpPr txBox="1"/>
          <p:nvPr/>
        </p:nvSpPr>
        <p:spPr>
          <a:xfrm>
            <a:off x="1868592" y="12700"/>
            <a:ext cx="1895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debugging </a:t>
            </a:r>
            <a:r>
              <a:rPr lang="en-US" altLang="ko-KR" b="1" dirty="0"/>
              <a:t>info</a:t>
            </a:r>
            <a:endParaRPr lang="ko-KR" alt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98BA61-B650-4A92-BD27-814B7E1E2E78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C1650E-1B67-421A-BF6A-1BF89648C6CE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D7C6F32-F550-4FF4-A1F9-03121574B3F3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09C87A1-1DE4-4CB2-B590-0963A534675C}"/>
              </a:ext>
            </a:extLst>
          </p:cNvPr>
          <p:cNvSpPr txBox="1"/>
          <p:nvPr/>
        </p:nvSpPr>
        <p:spPr>
          <a:xfrm>
            <a:off x="1499539" y="757999"/>
            <a:ext cx="89831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     visual studio debug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와의 정보 연동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6A70710-1372-4BF2-A1C4-46BD0A478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600" y="1107685"/>
            <a:ext cx="10144125" cy="1905000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C3F6D687-2CEF-48F0-BE5E-E9745250755C}"/>
              </a:ext>
            </a:extLst>
          </p:cNvPr>
          <p:cNvCxnSpPr/>
          <p:nvPr/>
        </p:nvCxnSpPr>
        <p:spPr>
          <a:xfrm>
            <a:off x="3086100" y="1559379"/>
            <a:ext cx="5143500" cy="0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CAE087F8-9CEF-4597-9FE9-957DD5C1963B}"/>
              </a:ext>
            </a:extLst>
          </p:cNvPr>
          <p:cNvCxnSpPr/>
          <p:nvPr/>
        </p:nvCxnSpPr>
        <p:spPr>
          <a:xfrm>
            <a:off x="3067050" y="2136321"/>
            <a:ext cx="5143500" cy="0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7EF631C9-CB88-4677-B2AB-DD91676A2F69}"/>
              </a:ext>
            </a:extLst>
          </p:cNvPr>
          <p:cNvCxnSpPr/>
          <p:nvPr/>
        </p:nvCxnSpPr>
        <p:spPr>
          <a:xfrm>
            <a:off x="3072492" y="2435678"/>
            <a:ext cx="5143500" cy="0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8DD3F99-F53F-4B7A-9F29-16A90EE36888}"/>
              </a:ext>
            </a:extLst>
          </p:cNvPr>
          <p:cNvSpPr/>
          <p:nvPr/>
        </p:nvSpPr>
        <p:spPr>
          <a:xfrm>
            <a:off x="3808810" y="3152001"/>
            <a:ext cx="490390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make_object&lt;T&gt; 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혹은 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make_own&lt;T&gt;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으로 생성되면</a:t>
            </a:r>
            <a:endParaRPr lang="en-US" altLang="ko-KR" sz="1200">
              <a:solidFill>
                <a:srgbClr val="0000FF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발생된 메모리릭의 할당 위치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(</a:t>
            </a:r>
            <a:r>
              <a:rPr lang="ko-KR" altLang="en-US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소스파일</a:t>
            </a:r>
            <a:r>
              <a:rPr lang="en-US" altLang="ko-KR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, </a:t>
            </a:r>
            <a:r>
              <a:rPr lang="ko-KR" altLang="en-US" sz="120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소스 라인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)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정보가 연동된다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클릭하면 바로 해당 소스 위치로 찾아간다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 dirty="0">
              <a:solidFill>
                <a:srgbClr val="0000FF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CC2D43F9-A4BB-4E62-B8A7-C7045704E3B5}"/>
              </a:ext>
            </a:extLst>
          </p:cNvPr>
          <p:cNvCxnSpPr>
            <a:cxnSpLocks/>
            <a:stCxn id="25" idx="0"/>
          </p:cNvCxnSpPr>
          <p:nvPr/>
        </p:nvCxnSpPr>
        <p:spPr>
          <a:xfrm flipV="1">
            <a:off x="6260764" y="2435678"/>
            <a:ext cx="140036" cy="716323"/>
          </a:xfrm>
          <a:prstGeom prst="straightConnector1">
            <a:avLst/>
          </a:prstGeom>
          <a:ln w="190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6274D301-A60C-4882-B4E5-B6F8B19DAC72}"/>
              </a:ext>
            </a:extLst>
          </p:cNvPr>
          <p:cNvCxnSpPr>
            <a:cxnSpLocks/>
            <a:stCxn id="25" idx="0"/>
          </p:cNvCxnSpPr>
          <p:nvPr/>
        </p:nvCxnSpPr>
        <p:spPr>
          <a:xfrm flipV="1">
            <a:off x="6260764" y="2136321"/>
            <a:ext cx="0" cy="1015680"/>
          </a:xfrm>
          <a:prstGeom prst="straightConnector1">
            <a:avLst/>
          </a:prstGeom>
          <a:ln w="190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CD8AD519-368C-435C-9FDF-0345C37F4BC4}"/>
              </a:ext>
            </a:extLst>
          </p:cNvPr>
          <p:cNvCxnSpPr>
            <a:cxnSpLocks/>
            <a:stCxn id="25" idx="0"/>
          </p:cNvCxnSpPr>
          <p:nvPr/>
        </p:nvCxnSpPr>
        <p:spPr>
          <a:xfrm flipH="1" flipV="1">
            <a:off x="5931237" y="1559379"/>
            <a:ext cx="329527" cy="1592622"/>
          </a:xfrm>
          <a:prstGeom prst="straightConnector1">
            <a:avLst/>
          </a:prstGeom>
          <a:ln w="190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60943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8096BE-5EB3-479C-A55F-F6BF55CD54B4}"/>
              </a:ext>
            </a:extLst>
          </p:cNvPr>
          <p:cNvSpPr txBox="1"/>
          <p:nvPr/>
        </p:nvSpPr>
        <p:spPr>
          <a:xfrm>
            <a:off x="1868592" y="0"/>
            <a:ext cx="634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FAQ</a:t>
            </a:r>
            <a:endParaRPr lang="ko-KR" alt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98BA61-B650-4A92-BD27-814B7E1E2E78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C1650E-1B67-421A-BF6A-1BF89648C6CE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C3B8984-F332-49F2-9E90-5DCFF7F6F00D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3263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2839</TotalTime>
  <Words>2570</Words>
  <Application>Microsoft Office PowerPoint</Application>
  <PresentationFormat>와이드스크린</PresentationFormat>
  <Paragraphs>285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4" baseType="lpstr">
      <vt:lpstr>HY견명조</vt:lpstr>
      <vt:lpstr>HY신명조</vt:lpstr>
      <vt:lpstr>돋움체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상현 조</dc:creator>
  <cp:lastModifiedBy>조 상현</cp:lastModifiedBy>
  <cp:revision>627</cp:revision>
  <dcterms:created xsi:type="dcterms:W3CDTF">2019-08-08T18:29:33Z</dcterms:created>
  <dcterms:modified xsi:type="dcterms:W3CDTF">2021-12-18T12:45:03Z</dcterms:modified>
</cp:coreProperties>
</file>