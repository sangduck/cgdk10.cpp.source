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0" r:id="rId4"/>
    <p:sldId id="271" r:id="rId5"/>
    <p:sldId id="272" r:id="rId6"/>
    <p:sldId id="269" r:id="rId7"/>
    <p:sldId id="273" r:id="rId8"/>
    <p:sldId id="274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558"/>
      </p:cViewPr>
      <p:guideLst>
        <p:guide orient="horz" pos="391"/>
        <p:guide pos="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466866E-A4CD-4A75-B386-A50C9A66A835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4797578"/>
            <a:ext cx="357373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classes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Iobject, Iobject</a:t>
            </a:r>
            <a:r>
              <a:rPr lang="en-US" altLang="ko-KR" sz="1400" err="1">
                <a:latin typeface="HY신명조" panose="02030600000101010101" pitchFamily="18" charset="-127"/>
                <a:ea typeface="HY신명조" panose="02030600000101010101" pitchFamily="18" charset="-127"/>
              </a:rPr>
              <a:t>_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state,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Inameable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Iinitializable, Idestroyable,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Istartable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hierarchy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Imessageable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Idispatchable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ko-KR" alt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INTERFACES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559675" y="-12879"/>
            <a:ext cx="1983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interface classes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105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OOP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적극 사용해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제공해 뛰어난 생산성을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모든 객체는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공통적인 동작이 가능하도록 설계되어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대표적인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들은 다음과 같다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538165-96F1-4E7F-AF4D-D33A4DB7CDD4}"/>
              </a:ext>
            </a:extLst>
          </p:cNvPr>
          <p:cNvSpPr/>
          <p:nvPr/>
        </p:nvSpPr>
        <p:spPr>
          <a:xfrm>
            <a:off x="1929456" y="1699012"/>
            <a:ext cx="17029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/>
              <a:t>‘object’ interfaces</a:t>
            </a:r>
            <a:endParaRPr lang="ko-KR" altLang="en-US" sz="14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51BB85-313D-44D6-B127-6D7903D34B6B}"/>
              </a:ext>
            </a:extLst>
          </p:cNvPr>
          <p:cNvSpPr/>
          <p:nvPr/>
        </p:nvSpPr>
        <p:spPr>
          <a:xfrm>
            <a:off x="1929456" y="2428264"/>
            <a:ext cx="18799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/>
              <a:t>‘execute’ interfaces</a:t>
            </a:r>
            <a:endParaRPr lang="ko-KR" altLang="en-US" sz="14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0AE3B9-159B-48FB-A7B0-AB17B50FE410}"/>
              </a:ext>
            </a:extLst>
          </p:cNvPr>
          <p:cNvSpPr/>
          <p:nvPr/>
        </p:nvSpPr>
        <p:spPr>
          <a:xfrm>
            <a:off x="1929456" y="3222628"/>
            <a:ext cx="18837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/>
              <a:t>‘network’ interfaces</a:t>
            </a:r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85E9F5-BFBB-4A72-ABE1-EBC24C14F810}"/>
              </a:ext>
            </a:extLst>
          </p:cNvPr>
          <p:cNvSpPr/>
          <p:nvPr/>
        </p:nvSpPr>
        <p:spPr>
          <a:xfrm>
            <a:off x="4112415" y="1686758"/>
            <a:ext cx="4651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객체의 기본적인 속성에 관한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</a:p>
          <a:p>
            <a:r>
              <a:rPr lang="en-US" altLang="ko-KR" sz="1200"/>
              <a:t>Inameable, Idestroyable, Iobject_state, Iinitializable, Istartable, …</a:t>
            </a:r>
            <a:endParaRPr lang="ko-KR" altLang="en-US" sz="12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700073-5163-4DFB-A46E-C1BC32936B65}"/>
              </a:ext>
            </a:extLst>
          </p:cNvPr>
          <p:cNvSpPr/>
          <p:nvPr/>
        </p:nvSpPr>
        <p:spPr>
          <a:xfrm>
            <a:off x="4142748" y="2456200"/>
            <a:ext cx="2838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실행처리에 관한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</a:p>
          <a:p>
            <a:r>
              <a:rPr lang="en-US" altLang="ko-KR" sz="1200"/>
              <a:t>Iexecutable, Iexecutor, Ischedulable, …</a:t>
            </a:r>
            <a:endParaRPr lang="ko-KR" altLang="en-US" sz="12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E2AC6E-853C-4A6E-9490-105E69E399ED}"/>
              </a:ext>
            </a:extLst>
          </p:cNvPr>
          <p:cNvSpPr/>
          <p:nvPr/>
        </p:nvSpPr>
        <p:spPr>
          <a:xfrm>
            <a:off x="4142748" y="3222628"/>
            <a:ext cx="4883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네트워크 처리에 과한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</a:p>
          <a:p>
            <a:r>
              <a:rPr lang="en-US" altLang="ko-KR" sz="1200"/>
              <a:t>Isocket, Iconnectable, Isendable, Ireceivable, Isender, Ipacketable, …</a:t>
            </a:r>
            <a:endParaRPr lang="ko-KR" altLang="en-US" sz="12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F33844-BABA-4BD8-9195-C5AA2B738823}"/>
              </a:ext>
            </a:extLst>
          </p:cNvPr>
          <p:cNvSpPr/>
          <p:nvPr/>
        </p:nvSpPr>
        <p:spPr>
          <a:xfrm>
            <a:off x="2646584" y="3672599"/>
            <a:ext cx="292068" cy="4526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"/>
              </a:lnSpc>
            </a:pPr>
            <a:r>
              <a:rPr lang="en-US" altLang="ko-KR" sz="3200" b="1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3200" b="1"/>
              <a:t>.</a:t>
            </a:r>
          </a:p>
          <a:p>
            <a:pPr>
              <a:lnSpc>
                <a:spcPct val="20000"/>
              </a:lnSpc>
            </a:pPr>
            <a:r>
              <a:rPr lang="en-US" altLang="ko-KR" sz="3200" b="1"/>
              <a:t>.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559675" y="-12879"/>
            <a:ext cx="1983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interface classes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BDD038B-5925-459B-B0E1-64F558137195}"/>
              </a:ext>
            </a:extLst>
          </p:cNvPr>
          <p:cNvCxnSpPr>
            <a:cxnSpLocks/>
            <a:stCxn id="70" idx="0"/>
            <a:endCxn id="69" idx="2"/>
          </p:cNvCxnSpPr>
          <p:nvPr/>
        </p:nvCxnSpPr>
        <p:spPr>
          <a:xfrm flipV="1">
            <a:off x="6821106" y="2275334"/>
            <a:ext cx="0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474FF2-5A0B-45D0-BEAA-45B92C48D787}"/>
              </a:ext>
            </a:extLst>
          </p:cNvPr>
          <p:cNvCxnSpPr>
            <a:cxnSpLocks/>
            <a:stCxn id="73" idx="0"/>
            <a:endCxn id="71" idx="2"/>
          </p:cNvCxnSpPr>
          <p:nvPr/>
        </p:nvCxnSpPr>
        <p:spPr>
          <a:xfrm flipV="1">
            <a:off x="8399262" y="2275334"/>
            <a:ext cx="0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69EED79-DDAA-42FF-97DB-2BB4EA2393C0}"/>
              </a:ext>
            </a:extLst>
          </p:cNvPr>
          <p:cNvCxnSpPr>
            <a:cxnSpLocks/>
            <a:stCxn id="71" idx="0"/>
            <a:endCxn id="72" idx="2"/>
          </p:cNvCxnSpPr>
          <p:nvPr/>
        </p:nvCxnSpPr>
        <p:spPr>
          <a:xfrm flipV="1">
            <a:off x="8399262" y="1684016"/>
            <a:ext cx="0" cy="28354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07AFD2E-CD43-4933-8503-C45CD34DE907}"/>
              </a:ext>
            </a:extLst>
          </p:cNvPr>
          <p:cNvCxnSpPr>
            <a:cxnSpLocks/>
            <a:stCxn id="76" idx="0"/>
            <a:endCxn id="74" idx="2"/>
          </p:cNvCxnSpPr>
          <p:nvPr/>
        </p:nvCxnSpPr>
        <p:spPr>
          <a:xfrm flipV="1">
            <a:off x="9838712" y="2275334"/>
            <a:ext cx="0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D75541A-67F5-4B67-A609-D753B96029D1}"/>
              </a:ext>
            </a:extLst>
          </p:cNvPr>
          <p:cNvCxnSpPr>
            <a:cxnSpLocks/>
            <a:stCxn id="77" idx="0"/>
            <a:endCxn id="76" idx="2"/>
          </p:cNvCxnSpPr>
          <p:nvPr/>
        </p:nvCxnSpPr>
        <p:spPr>
          <a:xfrm flipV="1">
            <a:off x="8399262" y="2863697"/>
            <a:ext cx="1439450" cy="32580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F9183F7-B213-4FAF-BA2C-D427EF06DBD3}"/>
              </a:ext>
            </a:extLst>
          </p:cNvPr>
          <p:cNvCxnSpPr>
            <a:cxnSpLocks/>
            <a:stCxn id="77" idx="0"/>
            <a:endCxn id="73" idx="2"/>
          </p:cNvCxnSpPr>
          <p:nvPr/>
        </p:nvCxnSpPr>
        <p:spPr>
          <a:xfrm flipV="1">
            <a:off x="8399262" y="2863697"/>
            <a:ext cx="0" cy="32580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1FE718B-9726-43DC-9B70-0C17A58AA7B4}"/>
              </a:ext>
            </a:extLst>
          </p:cNvPr>
          <p:cNvCxnSpPr>
            <a:cxnSpLocks/>
            <a:stCxn id="77" idx="0"/>
            <a:endCxn id="70" idx="2"/>
          </p:cNvCxnSpPr>
          <p:nvPr/>
        </p:nvCxnSpPr>
        <p:spPr>
          <a:xfrm flipH="1" flipV="1">
            <a:off x="6821106" y="2863697"/>
            <a:ext cx="1578156" cy="32580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23FA0BA-C694-4770-B758-1CEDEBFA5387}"/>
              </a:ext>
            </a:extLst>
          </p:cNvPr>
          <p:cNvCxnSpPr>
            <a:cxnSpLocks/>
            <a:stCxn id="68" idx="0"/>
            <a:endCxn id="67" idx="2"/>
          </p:cNvCxnSpPr>
          <p:nvPr/>
        </p:nvCxnSpPr>
        <p:spPr>
          <a:xfrm flipV="1">
            <a:off x="3391001" y="4412873"/>
            <a:ext cx="0" cy="28121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6E536A2-752C-45AB-BD7C-4AF015B67CB6}"/>
              </a:ext>
            </a:extLst>
          </p:cNvPr>
          <p:cNvSpPr/>
          <p:nvPr/>
        </p:nvSpPr>
        <p:spPr>
          <a:xfrm>
            <a:off x="2714654" y="4105096"/>
            <a:ext cx="13526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Inameable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32A6465-38CB-4945-8E59-BBB0319850F4}"/>
              </a:ext>
            </a:extLst>
          </p:cNvPr>
          <p:cNvSpPr/>
          <p:nvPr/>
        </p:nvSpPr>
        <p:spPr>
          <a:xfrm>
            <a:off x="2714654" y="4694090"/>
            <a:ext cx="1352694" cy="30777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Nnameable</a:t>
            </a:r>
            <a:endParaRPr lang="ko-KR" altLang="en-US" sz="12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5DD8BF6-A526-4460-9429-301C5AFE4AC6}"/>
              </a:ext>
            </a:extLst>
          </p:cNvPr>
          <p:cNvSpPr/>
          <p:nvPr/>
        </p:nvSpPr>
        <p:spPr>
          <a:xfrm>
            <a:off x="6144759" y="1967557"/>
            <a:ext cx="13526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Iobject_state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FA76FA9-B7E6-405B-A3C6-8CC20FDDB047}"/>
              </a:ext>
            </a:extLst>
          </p:cNvPr>
          <p:cNvSpPr/>
          <p:nvPr/>
        </p:nvSpPr>
        <p:spPr>
          <a:xfrm>
            <a:off x="6144759" y="2555920"/>
            <a:ext cx="1352694" cy="30777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Nobject_state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468A2F3A-4D36-4C27-8A4B-6459760D908C}"/>
              </a:ext>
            </a:extLst>
          </p:cNvPr>
          <p:cNvSpPr/>
          <p:nvPr/>
        </p:nvSpPr>
        <p:spPr>
          <a:xfrm>
            <a:off x="7722915" y="1967557"/>
            <a:ext cx="13526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Iinitializable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D70C4F67-76C3-4196-938A-28B3BEE0433B}"/>
              </a:ext>
            </a:extLst>
          </p:cNvPr>
          <p:cNvSpPr/>
          <p:nvPr/>
        </p:nvSpPr>
        <p:spPr>
          <a:xfrm>
            <a:off x="7722915" y="1376239"/>
            <a:ext cx="13526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Idestroyable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00BEB65-3CD5-4FB0-A8FD-ED296D72D623}"/>
              </a:ext>
            </a:extLst>
          </p:cNvPr>
          <p:cNvSpPr/>
          <p:nvPr/>
        </p:nvSpPr>
        <p:spPr>
          <a:xfrm>
            <a:off x="7722915" y="2555920"/>
            <a:ext cx="1352694" cy="30777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Ninitializable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08514038-A1D6-4380-ADDB-F41F59661B3C}"/>
              </a:ext>
            </a:extLst>
          </p:cNvPr>
          <p:cNvSpPr/>
          <p:nvPr/>
        </p:nvSpPr>
        <p:spPr>
          <a:xfrm>
            <a:off x="9162365" y="1967557"/>
            <a:ext cx="13526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Istartable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9A7F0C7-FABB-4C0B-87D4-4C43AB212A15}"/>
              </a:ext>
            </a:extLst>
          </p:cNvPr>
          <p:cNvSpPr/>
          <p:nvPr/>
        </p:nvSpPr>
        <p:spPr>
          <a:xfrm>
            <a:off x="6019067" y="4105096"/>
            <a:ext cx="1352694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Imessageable</a:t>
            </a:r>
            <a:endParaRPr lang="ko-KR" altLang="en-US" sz="12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F04E14D-224A-4084-9DCB-C1DCA9EC1A65}"/>
              </a:ext>
            </a:extLst>
          </p:cNvPr>
          <p:cNvSpPr/>
          <p:nvPr/>
        </p:nvSpPr>
        <p:spPr>
          <a:xfrm>
            <a:off x="9162365" y="2555920"/>
            <a:ext cx="1352694" cy="30777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Nstartable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27B672FB-0339-40C6-BA83-FD3DBBBDD0D9}"/>
              </a:ext>
            </a:extLst>
          </p:cNvPr>
          <p:cNvSpPr/>
          <p:nvPr/>
        </p:nvSpPr>
        <p:spPr>
          <a:xfrm>
            <a:off x="7438393" y="3189504"/>
            <a:ext cx="1921738" cy="30777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Nobject_startable</a:t>
            </a:r>
            <a:endParaRPr lang="ko-KR" altLang="en-US" sz="12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4594BAAE-0A13-4D9F-9D9A-FDDCB1B82FFC}"/>
              </a:ext>
            </a:extLst>
          </p:cNvPr>
          <p:cNvCxnSpPr>
            <a:cxnSpLocks/>
          </p:cNvCxnSpPr>
          <p:nvPr/>
        </p:nvCxnSpPr>
        <p:spPr>
          <a:xfrm>
            <a:off x="1646555" y="3815434"/>
            <a:ext cx="950951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538165-96F1-4E7F-AF4D-D33A4DB7CDD4}"/>
              </a:ext>
            </a:extLst>
          </p:cNvPr>
          <p:cNvSpPr/>
          <p:nvPr/>
        </p:nvSpPr>
        <p:spPr>
          <a:xfrm>
            <a:off x="1632409" y="694844"/>
            <a:ext cx="17029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/>
              <a:t>‘object’ interfaces</a:t>
            </a:r>
            <a:endParaRPr lang="ko-KR" alt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9A55EF-C7ED-4EE6-BC71-779C7DD2AC2E}"/>
              </a:ext>
            </a:extLst>
          </p:cNvPr>
          <p:cNvSpPr txBox="1"/>
          <p:nvPr/>
        </p:nvSpPr>
        <p:spPr>
          <a:xfrm>
            <a:off x="1659659" y="968493"/>
            <a:ext cx="3668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객체의 공통저거인 처리 혹은 속성에 관한 인터페이스 클래스들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5A650D-F613-41C8-A98A-851322F6DE0A}"/>
              </a:ext>
            </a:extLst>
          </p:cNvPr>
          <p:cNvSpPr/>
          <p:nvPr/>
        </p:nvSpPr>
        <p:spPr>
          <a:xfrm>
            <a:off x="4853782" y="1967557"/>
            <a:ext cx="1004893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4763287-9758-4FC3-B29B-3451E90E830A}"/>
              </a:ext>
            </a:extLst>
          </p:cNvPr>
          <p:cNvSpPr/>
          <p:nvPr/>
        </p:nvSpPr>
        <p:spPr>
          <a:xfrm>
            <a:off x="4643918" y="2555920"/>
            <a:ext cx="1417504" cy="30777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Npoolable&lt;T&gt;</a:t>
            </a:r>
            <a:endParaRPr lang="ko-KR" altLang="en-US" sz="120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DF33FFA-CAC2-41C6-AB9E-851AC41EC2CE}"/>
              </a:ext>
            </a:extLst>
          </p:cNvPr>
          <p:cNvCxnSpPr>
            <a:cxnSpLocks/>
            <a:stCxn id="38" idx="0"/>
            <a:endCxn id="36" idx="2"/>
          </p:cNvCxnSpPr>
          <p:nvPr/>
        </p:nvCxnSpPr>
        <p:spPr>
          <a:xfrm flipV="1">
            <a:off x="5352670" y="2275334"/>
            <a:ext cx="3559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BC45316-120C-41C5-B67C-89CFA4DD05FB}"/>
              </a:ext>
            </a:extLst>
          </p:cNvPr>
          <p:cNvSpPr/>
          <p:nvPr/>
        </p:nvSpPr>
        <p:spPr>
          <a:xfrm>
            <a:off x="3641805" y="1967557"/>
            <a:ext cx="860738" cy="307777"/>
          </a:xfrm>
          <a:prstGeom prst="roundRect">
            <a:avLst/>
          </a:prstGeom>
          <a:noFill/>
          <a:ln>
            <a:solidFill>
              <a:schemeClr val="bg1">
                <a:lumMod val="50000"/>
                <a:alpha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Ienable</a:t>
            </a:r>
            <a:endParaRPr lang="ko-KR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ABAD93D-6CB5-4E39-BE5E-8AB85ADE5DC2}"/>
              </a:ext>
            </a:extLst>
          </p:cNvPr>
          <p:cNvSpPr/>
          <p:nvPr/>
        </p:nvSpPr>
        <p:spPr>
          <a:xfrm>
            <a:off x="6084558" y="782556"/>
            <a:ext cx="1473094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Iattachable&lt;T&gt;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62712F5-1777-4E20-AE65-CA88378DEAD5}"/>
              </a:ext>
            </a:extLst>
          </p:cNvPr>
          <p:cNvSpPr/>
          <p:nvPr/>
        </p:nvSpPr>
        <p:spPr>
          <a:xfrm>
            <a:off x="6114856" y="1371550"/>
            <a:ext cx="1412499" cy="30777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Nattachable&lt;T&gt;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7C78A10-8088-4212-AA93-E85BACF93935}"/>
              </a:ext>
            </a:extLst>
          </p:cNvPr>
          <p:cNvCxnSpPr>
            <a:cxnSpLocks/>
            <a:stCxn id="44" idx="0"/>
            <a:endCxn id="43" idx="2"/>
          </p:cNvCxnSpPr>
          <p:nvPr/>
        </p:nvCxnSpPr>
        <p:spPr>
          <a:xfrm flipH="1" flipV="1">
            <a:off x="6821105" y="1090333"/>
            <a:ext cx="1" cy="28121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1346AE0-9E74-4D87-9C1C-08F974AC929D}"/>
              </a:ext>
            </a:extLst>
          </p:cNvPr>
          <p:cNvSpPr/>
          <p:nvPr/>
        </p:nvSpPr>
        <p:spPr>
          <a:xfrm>
            <a:off x="10636983" y="1967557"/>
            <a:ext cx="945258" cy="307777"/>
          </a:xfrm>
          <a:prstGeom prst="roundRect">
            <a:avLst/>
          </a:prstGeom>
          <a:noFill/>
          <a:ln>
            <a:solidFill>
              <a:schemeClr val="bg1">
                <a:lumMod val="50000"/>
                <a:alpha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Ipausable</a:t>
            </a:r>
            <a:endParaRPr lang="ko-KR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879CF0D-EEC9-461B-AEB1-856D62AE2FCD}"/>
              </a:ext>
            </a:extLst>
          </p:cNvPr>
          <p:cNvCxnSpPr>
            <a:cxnSpLocks/>
            <a:stCxn id="55" idx="0"/>
            <a:endCxn id="53" idx="2"/>
          </p:cNvCxnSpPr>
          <p:nvPr/>
        </p:nvCxnSpPr>
        <p:spPr>
          <a:xfrm flipV="1">
            <a:off x="11109612" y="2275334"/>
            <a:ext cx="0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C7A9BE7-A1C4-4C01-ABBD-89D38FC50D45}"/>
              </a:ext>
            </a:extLst>
          </p:cNvPr>
          <p:cNvSpPr/>
          <p:nvPr/>
        </p:nvSpPr>
        <p:spPr>
          <a:xfrm>
            <a:off x="10605657" y="2555920"/>
            <a:ext cx="1007910" cy="30777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Npausable</a:t>
            </a:r>
            <a:endParaRPr lang="ko-KR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58D1DB2-8007-4877-979D-6D0723B29083}"/>
              </a:ext>
            </a:extLst>
          </p:cNvPr>
          <p:cNvSpPr/>
          <p:nvPr/>
        </p:nvSpPr>
        <p:spPr>
          <a:xfrm>
            <a:off x="2133851" y="2555920"/>
            <a:ext cx="1439434" cy="30777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Nsingleton&lt;T&gt;</a:t>
            </a:r>
            <a:endParaRPr lang="ko-KR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51297D7-A624-4C23-88DF-33A9729AAA76}"/>
              </a:ext>
            </a:extLst>
          </p:cNvPr>
          <p:cNvSpPr/>
          <p:nvPr/>
        </p:nvSpPr>
        <p:spPr>
          <a:xfrm>
            <a:off x="7696469" y="4105096"/>
            <a:ext cx="1988442" cy="307777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Imessage_transmitter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7400394-E769-4D2D-9D88-C2EE0BDA883C}"/>
              </a:ext>
            </a:extLst>
          </p:cNvPr>
          <p:cNvSpPr/>
          <p:nvPr/>
        </p:nvSpPr>
        <p:spPr>
          <a:xfrm>
            <a:off x="7523026" y="4694090"/>
            <a:ext cx="2335328" cy="30777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Nmessage_transmitter&lt;T&gt;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FF8E8067-A8D6-4169-9333-061B31E030C1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V="1">
            <a:off x="8690690" y="4412873"/>
            <a:ext cx="0" cy="28121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B1B09D0-EDB3-4376-BFE2-7E3A2DB04228}"/>
              </a:ext>
            </a:extLst>
          </p:cNvPr>
          <p:cNvCxnSpPr>
            <a:cxnSpLocks/>
            <a:stCxn id="78" idx="0"/>
            <a:endCxn id="40" idx="2"/>
          </p:cNvCxnSpPr>
          <p:nvPr/>
        </p:nvCxnSpPr>
        <p:spPr>
          <a:xfrm flipV="1">
            <a:off x="4072174" y="2275334"/>
            <a:ext cx="0" cy="28058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25487B6-761C-4258-830D-DC0D69BF4FE4}"/>
              </a:ext>
            </a:extLst>
          </p:cNvPr>
          <p:cNvSpPr/>
          <p:nvPr/>
        </p:nvSpPr>
        <p:spPr>
          <a:xfrm>
            <a:off x="3641805" y="2555920"/>
            <a:ext cx="860738" cy="30777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>
                    <a:lumMod val="6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Nenable</a:t>
            </a:r>
            <a:endParaRPr lang="ko-KR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705349-AAED-4BED-B46E-1E1221E1A59D}"/>
              </a:ext>
            </a:extLst>
          </p:cNvPr>
          <p:cNvSpPr txBox="1"/>
          <p:nvPr/>
        </p:nvSpPr>
        <p:spPr>
          <a:xfrm>
            <a:off x="1659659" y="5487944"/>
            <a:ext cx="939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인터페이스들만 알면 거의 모든 기능을 사용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물론 처음부터 이 인터페이스들을 다 알필요는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효율적인 프로그래밍이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723BED4-22AD-4592-BD77-9AEDE00E2724}"/>
              </a:ext>
            </a:extLst>
          </p:cNvPr>
          <p:cNvCxnSpPr>
            <a:cxnSpLocks/>
            <a:stCxn id="69" idx="0"/>
            <a:endCxn id="44" idx="2"/>
          </p:cNvCxnSpPr>
          <p:nvPr/>
        </p:nvCxnSpPr>
        <p:spPr>
          <a:xfrm flipV="1">
            <a:off x="6821106" y="1679327"/>
            <a:ext cx="0" cy="28823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86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143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왜 이런 공통된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들이 필요한 것일까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그것은 당연히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OOP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사용하는 목적과 동일할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공통화함으로써 코드의 재사용성과 직관성과 생산성을 높이기 위함이라고 볼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예를 들어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시작을 해야하는 객체는 모두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‘Istartable’interface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상속받아 만들어졌다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379538" y="2181886"/>
            <a:ext cx="1020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A.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시작과 중지가 필요한 객체는 모두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Istartable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’interface 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상속받아 만들어졌다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다음과 같은 처리가 가능해진다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CEF4E-E236-476F-95C1-9ED9B23C2E5E}"/>
              </a:ext>
            </a:extLst>
          </p:cNvPr>
          <p:cNvSpPr txBox="1"/>
          <p:nvPr/>
        </p:nvSpPr>
        <p:spPr>
          <a:xfrm>
            <a:off x="1559675" y="-12879"/>
            <a:ext cx="170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Iobject</a:t>
            </a:r>
            <a:r>
              <a:rPr lang="en-US" altLang="ko-KR" b="1" dirty="0"/>
              <a:t> </a:t>
            </a:r>
            <a:r>
              <a:rPr lang="en-US" altLang="ko-KR" b="1"/>
              <a:t>: why?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FA2A1-6554-43DB-9415-4D53E722B36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F1440-514B-4C02-85F0-D135EAA906D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AB006-EEA0-496B-95B8-C28E8DEE3B8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37BE1D-A850-4D69-A299-1D78E5AB03A1}"/>
              </a:ext>
            </a:extLst>
          </p:cNvPr>
          <p:cNvSpPr/>
          <p:nvPr/>
        </p:nvSpPr>
        <p:spPr>
          <a:xfrm>
            <a:off x="1676415" y="2524588"/>
            <a:ext cx="8962098" cy="3441281"/>
          </a:xfrm>
          <a:custGeom>
            <a:avLst/>
            <a:gdLst>
              <a:gd name="connsiteX0" fmla="*/ 0 w 8962098"/>
              <a:gd name="connsiteY0" fmla="*/ 0 h 3441281"/>
              <a:gd name="connsiteX1" fmla="*/ 420529 w 8962098"/>
              <a:gd name="connsiteY1" fmla="*/ 0 h 3441281"/>
              <a:gd name="connsiteX2" fmla="*/ 1020300 w 8962098"/>
              <a:gd name="connsiteY2" fmla="*/ 0 h 3441281"/>
              <a:gd name="connsiteX3" fmla="*/ 1620072 w 8962098"/>
              <a:gd name="connsiteY3" fmla="*/ 0 h 3441281"/>
              <a:gd name="connsiteX4" fmla="*/ 2399085 w 8962098"/>
              <a:gd name="connsiteY4" fmla="*/ 0 h 3441281"/>
              <a:gd name="connsiteX5" fmla="*/ 2819614 w 8962098"/>
              <a:gd name="connsiteY5" fmla="*/ 0 h 3441281"/>
              <a:gd name="connsiteX6" fmla="*/ 3509006 w 8962098"/>
              <a:gd name="connsiteY6" fmla="*/ 0 h 3441281"/>
              <a:gd name="connsiteX7" fmla="*/ 4019156 w 8962098"/>
              <a:gd name="connsiteY7" fmla="*/ 0 h 3441281"/>
              <a:gd name="connsiteX8" fmla="*/ 4439685 w 8962098"/>
              <a:gd name="connsiteY8" fmla="*/ 0 h 3441281"/>
              <a:gd name="connsiteX9" fmla="*/ 5308320 w 8962098"/>
              <a:gd name="connsiteY9" fmla="*/ 0 h 3441281"/>
              <a:gd name="connsiteX10" fmla="*/ 5908091 w 8962098"/>
              <a:gd name="connsiteY10" fmla="*/ 0 h 3441281"/>
              <a:gd name="connsiteX11" fmla="*/ 6687104 w 8962098"/>
              <a:gd name="connsiteY11" fmla="*/ 0 h 3441281"/>
              <a:gd name="connsiteX12" fmla="*/ 7376496 w 8962098"/>
              <a:gd name="connsiteY12" fmla="*/ 0 h 3441281"/>
              <a:gd name="connsiteX13" fmla="*/ 7886646 w 8962098"/>
              <a:gd name="connsiteY13" fmla="*/ 0 h 3441281"/>
              <a:gd name="connsiteX14" fmla="*/ 8307175 w 8962098"/>
              <a:gd name="connsiteY14" fmla="*/ 0 h 3441281"/>
              <a:gd name="connsiteX15" fmla="*/ 8962098 w 8962098"/>
              <a:gd name="connsiteY15" fmla="*/ 0 h 3441281"/>
              <a:gd name="connsiteX16" fmla="*/ 8962098 w 8962098"/>
              <a:gd name="connsiteY16" fmla="*/ 688256 h 3441281"/>
              <a:gd name="connsiteX17" fmla="*/ 8962098 w 8962098"/>
              <a:gd name="connsiteY17" fmla="*/ 1342100 h 3441281"/>
              <a:gd name="connsiteX18" fmla="*/ 8962098 w 8962098"/>
              <a:gd name="connsiteY18" fmla="*/ 1995943 h 3441281"/>
              <a:gd name="connsiteX19" fmla="*/ 8962098 w 8962098"/>
              <a:gd name="connsiteY19" fmla="*/ 2718612 h 3441281"/>
              <a:gd name="connsiteX20" fmla="*/ 8962098 w 8962098"/>
              <a:gd name="connsiteY20" fmla="*/ 3441281 h 3441281"/>
              <a:gd name="connsiteX21" fmla="*/ 8093464 w 8962098"/>
              <a:gd name="connsiteY21" fmla="*/ 3441281 h 3441281"/>
              <a:gd name="connsiteX22" fmla="*/ 7583314 w 8962098"/>
              <a:gd name="connsiteY22" fmla="*/ 3441281 h 3441281"/>
              <a:gd name="connsiteX23" fmla="*/ 7073163 w 8962098"/>
              <a:gd name="connsiteY23" fmla="*/ 3441281 h 3441281"/>
              <a:gd name="connsiteX24" fmla="*/ 6294150 w 8962098"/>
              <a:gd name="connsiteY24" fmla="*/ 3441281 h 3441281"/>
              <a:gd name="connsiteX25" fmla="*/ 5694379 w 8962098"/>
              <a:gd name="connsiteY25" fmla="*/ 3441281 h 3441281"/>
              <a:gd name="connsiteX26" fmla="*/ 5004987 w 8962098"/>
              <a:gd name="connsiteY26" fmla="*/ 3441281 h 3441281"/>
              <a:gd name="connsiteX27" fmla="*/ 4405216 w 8962098"/>
              <a:gd name="connsiteY27" fmla="*/ 3441281 h 3441281"/>
              <a:gd name="connsiteX28" fmla="*/ 3984687 w 8962098"/>
              <a:gd name="connsiteY28" fmla="*/ 3441281 h 3441281"/>
              <a:gd name="connsiteX29" fmla="*/ 3116053 w 8962098"/>
              <a:gd name="connsiteY29" fmla="*/ 3441281 h 3441281"/>
              <a:gd name="connsiteX30" fmla="*/ 2605902 w 8962098"/>
              <a:gd name="connsiteY30" fmla="*/ 3441281 h 3441281"/>
              <a:gd name="connsiteX31" fmla="*/ 1737268 w 8962098"/>
              <a:gd name="connsiteY31" fmla="*/ 3441281 h 3441281"/>
              <a:gd name="connsiteX32" fmla="*/ 1047876 w 8962098"/>
              <a:gd name="connsiteY32" fmla="*/ 3441281 h 3441281"/>
              <a:gd name="connsiteX33" fmla="*/ 0 w 8962098"/>
              <a:gd name="connsiteY33" fmla="*/ 3441281 h 3441281"/>
              <a:gd name="connsiteX34" fmla="*/ 0 w 8962098"/>
              <a:gd name="connsiteY34" fmla="*/ 2787438 h 3441281"/>
              <a:gd name="connsiteX35" fmla="*/ 0 w 8962098"/>
              <a:gd name="connsiteY35" fmla="*/ 2202420 h 3441281"/>
              <a:gd name="connsiteX36" fmla="*/ 0 w 8962098"/>
              <a:gd name="connsiteY36" fmla="*/ 1514164 h 3441281"/>
              <a:gd name="connsiteX37" fmla="*/ 0 w 8962098"/>
              <a:gd name="connsiteY37" fmla="*/ 791495 h 3441281"/>
              <a:gd name="connsiteX38" fmla="*/ 0 w 8962098"/>
              <a:gd name="connsiteY38" fmla="*/ 0 h 3441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3441281" fill="none" extrusionOk="0">
                <a:moveTo>
                  <a:pt x="0" y="0"/>
                </a:moveTo>
                <a:cubicBezTo>
                  <a:pt x="156530" y="-18817"/>
                  <a:pt x="244549" y="18199"/>
                  <a:pt x="420529" y="0"/>
                </a:cubicBezTo>
                <a:cubicBezTo>
                  <a:pt x="596509" y="-18199"/>
                  <a:pt x="788035" y="4492"/>
                  <a:pt x="1020300" y="0"/>
                </a:cubicBezTo>
                <a:cubicBezTo>
                  <a:pt x="1252565" y="-4492"/>
                  <a:pt x="1358839" y="-13409"/>
                  <a:pt x="1620072" y="0"/>
                </a:cubicBezTo>
                <a:cubicBezTo>
                  <a:pt x="1881305" y="13409"/>
                  <a:pt x="2062622" y="33240"/>
                  <a:pt x="2399085" y="0"/>
                </a:cubicBezTo>
                <a:cubicBezTo>
                  <a:pt x="2735548" y="-33240"/>
                  <a:pt x="2649888" y="18316"/>
                  <a:pt x="2819614" y="0"/>
                </a:cubicBezTo>
                <a:cubicBezTo>
                  <a:pt x="2989340" y="-18316"/>
                  <a:pt x="3323301" y="-10920"/>
                  <a:pt x="3509006" y="0"/>
                </a:cubicBezTo>
                <a:cubicBezTo>
                  <a:pt x="3694711" y="10920"/>
                  <a:pt x="3915418" y="9149"/>
                  <a:pt x="4019156" y="0"/>
                </a:cubicBezTo>
                <a:cubicBezTo>
                  <a:pt x="4122894" y="-9149"/>
                  <a:pt x="4289386" y="5934"/>
                  <a:pt x="4439685" y="0"/>
                </a:cubicBezTo>
                <a:cubicBezTo>
                  <a:pt x="4589984" y="-5934"/>
                  <a:pt x="5065601" y="-31499"/>
                  <a:pt x="5308320" y="0"/>
                </a:cubicBezTo>
                <a:cubicBezTo>
                  <a:pt x="5551040" y="31499"/>
                  <a:pt x="5730014" y="-7531"/>
                  <a:pt x="5908091" y="0"/>
                </a:cubicBezTo>
                <a:cubicBezTo>
                  <a:pt x="6086168" y="7531"/>
                  <a:pt x="6364135" y="-5864"/>
                  <a:pt x="6687104" y="0"/>
                </a:cubicBezTo>
                <a:cubicBezTo>
                  <a:pt x="7010073" y="5864"/>
                  <a:pt x="7189343" y="22350"/>
                  <a:pt x="7376496" y="0"/>
                </a:cubicBezTo>
                <a:cubicBezTo>
                  <a:pt x="7563649" y="-22350"/>
                  <a:pt x="7693827" y="6674"/>
                  <a:pt x="7886646" y="0"/>
                </a:cubicBezTo>
                <a:cubicBezTo>
                  <a:pt x="8079465" y="-6674"/>
                  <a:pt x="8215525" y="2799"/>
                  <a:pt x="8307175" y="0"/>
                </a:cubicBezTo>
                <a:cubicBezTo>
                  <a:pt x="8398825" y="-2799"/>
                  <a:pt x="8784665" y="2145"/>
                  <a:pt x="8962098" y="0"/>
                </a:cubicBezTo>
                <a:cubicBezTo>
                  <a:pt x="8981224" y="294559"/>
                  <a:pt x="8991120" y="435967"/>
                  <a:pt x="8962098" y="688256"/>
                </a:cubicBezTo>
                <a:cubicBezTo>
                  <a:pt x="8933076" y="940545"/>
                  <a:pt x="8969225" y="1164762"/>
                  <a:pt x="8962098" y="1342100"/>
                </a:cubicBezTo>
                <a:cubicBezTo>
                  <a:pt x="8954971" y="1519438"/>
                  <a:pt x="8933653" y="1720169"/>
                  <a:pt x="8962098" y="1995943"/>
                </a:cubicBezTo>
                <a:cubicBezTo>
                  <a:pt x="8990543" y="2271717"/>
                  <a:pt x="8968817" y="2462178"/>
                  <a:pt x="8962098" y="2718612"/>
                </a:cubicBezTo>
                <a:cubicBezTo>
                  <a:pt x="8955379" y="2975046"/>
                  <a:pt x="8958979" y="3212587"/>
                  <a:pt x="8962098" y="3441281"/>
                </a:cubicBezTo>
                <a:cubicBezTo>
                  <a:pt x="8755478" y="3464807"/>
                  <a:pt x="8509740" y="3438309"/>
                  <a:pt x="8093464" y="3441281"/>
                </a:cubicBezTo>
                <a:cubicBezTo>
                  <a:pt x="7677188" y="3444253"/>
                  <a:pt x="7834437" y="3465286"/>
                  <a:pt x="7583314" y="3441281"/>
                </a:cubicBezTo>
                <a:cubicBezTo>
                  <a:pt x="7332191" y="3417277"/>
                  <a:pt x="7325808" y="3452767"/>
                  <a:pt x="7073163" y="3441281"/>
                </a:cubicBezTo>
                <a:cubicBezTo>
                  <a:pt x="6820518" y="3429795"/>
                  <a:pt x="6485501" y="3408825"/>
                  <a:pt x="6294150" y="3441281"/>
                </a:cubicBezTo>
                <a:cubicBezTo>
                  <a:pt x="6102799" y="3473737"/>
                  <a:pt x="5851003" y="3434395"/>
                  <a:pt x="5694379" y="3441281"/>
                </a:cubicBezTo>
                <a:cubicBezTo>
                  <a:pt x="5537755" y="3448167"/>
                  <a:pt x="5199518" y="3419987"/>
                  <a:pt x="5004987" y="3441281"/>
                </a:cubicBezTo>
                <a:cubicBezTo>
                  <a:pt x="4810456" y="3462575"/>
                  <a:pt x="4679206" y="3439008"/>
                  <a:pt x="4405216" y="3441281"/>
                </a:cubicBezTo>
                <a:cubicBezTo>
                  <a:pt x="4131226" y="3443554"/>
                  <a:pt x="4119756" y="3431758"/>
                  <a:pt x="3984687" y="3441281"/>
                </a:cubicBezTo>
                <a:cubicBezTo>
                  <a:pt x="3849618" y="3450804"/>
                  <a:pt x="3393649" y="3433957"/>
                  <a:pt x="3116053" y="3441281"/>
                </a:cubicBezTo>
                <a:cubicBezTo>
                  <a:pt x="2838457" y="3448605"/>
                  <a:pt x="2859977" y="3454458"/>
                  <a:pt x="2605902" y="3441281"/>
                </a:cubicBezTo>
                <a:cubicBezTo>
                  <a:pt x="2351827" y="3428104"/>
                  <a:pt x="2019755" y="3415549"/>
                  <a:pt x="1737268" y="3441281"/>
                </a:cubicBezTo>
                <a:cubicBezTo>
                  <a:pt x="1454781" y="3467013"/>
                  <a:pt x="1298783" y="3436311"/>
                  <a:pt x="1047876" y="3441281"/>
                </a:cubicBezTo>
                <a:cubicBezTo>
                  <a:pt x="796969" y="3446251"/>
                  <a:pt x="405640" y="3488969"/>
                  <a:pt x="0" y="3441281"/>
                </a:cubicBezTo>
                <a:cubicBezTo>
                  <a:pt x="-16538" y="3168929"/>
                  <a:pt x="-21552" y="3046026"/>
                  <a:pt x="0" y="2787438"/>
                </a:cubicBezTo>
                <a:cubicBezTo>
                  <a:pt x="21552" y="2528850"/>
                  <a:pt x="3333" y="2359247"/>
                  <a:pt x="0" y="2202420"/>
                </a:cubicBezTo>
                <a:cubicBezTo>
                  <a:pt x="-3333" y="2045593"/>
                  <a:pt x="-7546" y="1778781"/>
                  <a:pt x="0" y="1514164"/>
                </a:cubicBezTo>
                <a:cubicBezTo>
                  <a:pt x="7546" y="1249547"/>
                  <a:pt x="-29601" y="993988"/>
                  <a:pt x="0" y="791495"/>
                </a:cubicBezTo>
                <a:cubicBezTo>
                  <a:pt x="29601" y="589002"/>
                  <a:pt x="-22196" y="271015"/>
                  <a:pt x="0" y="0"/>
                </a:cubicBezTo>
                <a:close/>
              </a:path>
              <a:path w="8962098" h="344128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7422" y="317718"/>
                  <a:pt x="8926072" y="513281"/>
                  <a:pt x="8962098" y="757082"/>
                </a:cubicBezTo>
                <a:cubicBezTo>
                  <a:pt x="8998124" y="1000883"/>
                  <a:pt x="8963717" y="1300899"/>
                  <a:pt x="8962098" y="1479751"/>
                </a:cubicBezTo>
                <a:cubicBezTo>
                  <a:pt x="8960479" y="1658603"/>
                  <a:pt x="8986559" y="1841110"/>
                  <a:pt x="8962098" y="2168007"/>
                </a:cubicBezTo>
                <a:cubicBezTo>
                  <a:pt x="8937637" y="2494904"/>
                  <a:pt x="8970564" y="2548638"/>
                  <a:pt x="8962098" y="2753025"/>
                </a:cubicBezTo>
                <a:cubicBezTo>
                  <a:pt x="8953632" y="2957412"/>
                  <a:pt x="8984225" y="3237268"/>
                  <a:pt x="8962098" y="3441281"/>
                </a:cubicBezTo>
                <a:cubicBezTo>
                  <a:pt x="8764637" y="3469718"/>
                  <a:pt x="8441425" y="3458578"/>
                  <a:pt x="8183085" y="3441281"/>
                </a:cubicBezTo>
                <a:cubicBezTo>
                  <a:pt x="7924745" y="3423984"/>
                  <a:pt x="7799701" y="3475110"/>
                  <a:pt x="7493693" y="3441281"/>
                </a:cubicBezTo>
                <a:cubicBezTo>
                  <a:pt x="7187685" y="3407452"/>
                  <a:pt x="7039187" y="3452746"/>
                  <a:pt x="6714680" y="3441281"/>
                </a:cubicBezTo>
                <a:cubicBezTo>
                  <a:pt x="6390173" y="3429816"/>
                  <a:pt x="6312303" y="3437301"/>
                  <a:pt x="5935666" y="3441281"/>
                </a:cubicBezTo>
                <a:cubicBezTo>
                  <a:pt x="5559029" y="3445261"/>
                  <a:pt x="5565524" y="3418215"/>
                  <a:pt x="5335895" y="3441281"/>
                </a:cubicBezTo>
                <a:cubicBezTo>
                  <a:pt x="5106266" y="3464347"/>
                  <a:pt x="4986609" y="3426352"/>
                  <a:pt x="4825745" y="3441281"/>
                </a:cubicBezTo>
                <a:cubicBezTo>
                  <a:pt x="4664881" y="3456211"/>
                  <a:pt x="4352244" y="3405807"/>
                  <a:pt x="3957111" y="3441281"/>
                </a:cubicBezTo>
                <a:cubicBezTo>
                  <a:pt x="3561978" y="3476755"/>
                  <a:pt x="3611724" y="3426828"/>
                  <a:pt x="3267719" y="3441281"/>
                </a:cubicBezTo>
                <a:cubicBezTo>
                  <a:pt x="2923714" y="3455734"/>
                  <a:pt x="2647642" y="3428094"/>
                  <a:pt x="2399085" y="3441281"/>
                </a:cubicBezTo>
                <a:cubicBezTo>
                  <a:pt x="2150528" y="3454468"/>
                  <a:pt x="1780218" y="3428822"/>
                  <a:pt x="1620072" y="3441281"/>
                </a:cubicBezTo>
                <a:cubicBezTo>
                  <a:pt x="1459926" y="3453740"/>
                  <a:pt x="1360557" y="3417445"/>
                  <a:pt x="1109921" y="3441281"/>
                </a:cubicBezTo>
                <a:cubicBezTo>
                  <a:pt x="859285" y="3465117"/>
                  <a:pt x="313238" y="3434035"/>
                  <a:pt x="0" y="3441281"/>
                </a:cubicBezTo>
                <a:cubicBezTo>
                  <a:pt x="14946" y="3187581"/>
                  <a:pt x="-6400" y="2938986"/>
                  <a:pt x="0" y="2787438"/>
                </a:cubicBezTo>
                <a:cubicBezTo>
                  <a:pt x="6400" y="2635890"/>
                  <a:pt x="-11087" y="2388154"/>
                  <a:pt x="0" y="2168007"/>
                </a:cubicBezTo>
                <a:cubicBezTo>
                  <a:pt x="11087" y="1947860"/>
                  <a:pt x="11291" y="1672425"/>
                  <a:pt x="0" y="1410925"/>
                </a:cubicBezTo>
                <a:cubicBezTo>
                  <a:pt x="-11291" y="1149425"/>
                  <a:pt x="5546" y="951114"/>
                  <a:pt x="0" y="653843"/>
                </a:cubicBezTo>
                <a:cubicBezTo>
                  <a:pt x="-5546" y="356572"/>
                  <a:pt x="23090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vector&lt;object_ptr&lt;istartable&gt;&gt; v;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socke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도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Istartable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상속받아 작성되어 있습니다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v.push_back(make_object&lt;socket&gt;&gt;());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acceptor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도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Istartable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상속받아 작성되어 있습니다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v.push_back(make_object&lt;acceptor&lt;socket&gt;&gt;&gt;());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db_querier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도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Initializable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상속받아 작성되어 있습니다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v.push_back(make_object&lt;db_querier&gt;());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모두 시작합니다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.(socke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은 접속을 하고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acceptor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liste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하고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db_querier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db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연결을 합니다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iter: v)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v-&gt;start();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…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처리할 내용이 모두 처리되었으면 모두 종료시키면 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iter: v)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v-&gt;stop ();</a:t>
            </a:r>
          </a:p>
        </p:txBody>
      </p:sp>
    </p:spTree>
    <p:extLst>
      <p:ext uri="{BB962C8B-B14F-4D97-AF65-F5344CB8AC3E}">
        <p14:creationId xmlns:p14="http://schemas.microsoft.com/office/powerpoint/2010/main" val="82681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379538" y="635718"/>
            <a:ext cx="1020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B.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 걸음 더나가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같이 사용한다면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CEF4E-E236-476F-95C1-9ED9B23C2E5E}"/>
              </a:ext>
            </a:extLst>
          </p:cNvPr>
          <p:cNvSpPr txBox="1"/>
          <p:nvPr/>
        </p:nvSpPr>
        <p:spPr>
          <a:xfrm>
            <a:off x="1559675" y="-12879"/>
            <a:ext cx="170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Iobject</a:t>
            </a:r>
            <a:r>
              <a:rPr lang="en-US" altLang="ko-KR" b="1" dirty="0"/>
              <a:t> </a:t>
            </a:r>
            <a:r>
              <a:rPr lang="en-US" altLang="ko-KR" b="1"/>
              <a:t>: why?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FA2A1-6554-43DB-9415-4D53E722B36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F1440-514B-4C02-85F0-D135EAA906D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AB006-EEA0-496B-95B8-C28E8DEE3B8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37BE1D-A850-4D69-A299-1D78E5AB03A1}"/>
              </a:ext>
            </a:extLst>
          </p:cNvPr>
          <p:cNvSpPr/>
          <p:nvPr/>
        </p:nvSpPr>
        <p:spPr>
          <a:xfrm>
            <a:off x="1676415" y="978420"/>
            <a:ext cx="8962098" cy="2702618"/>
          </a:xfrm>
          <a:custGeom>
            <a:avLst/>
            <a:gdLst>
              <a:gd name="connsiteX0" fmla="*/ 0 w 8962098"/>
              <a:gd name="connsiteY0" fmla="*/ 0 h 2702618"/>
              <a:gd name="connsiteX1" fmla="*/ 868634 w 8962098"/>
              <a:gd name="connsiteY1" fmla="*/ 0 h 2702618"/>
              <a:gd name="connsiteX2" fmla="*/ 1468405 w 8962098"/>
              <a:gd name="connsiteY2" fmla="*/ 0 h 2702618"/>
              <a:gd name="connsiteX3" fmla="*/ 1888935 w 8962098"/>
              <a:gd name="connsiteY3" fmla="*/ 0 h 2702618"/>
              <a:gd name="connsiteX4" fmla="*/ 2488706 w 8962098"/>
              <a:gd name="connsiteY4" fmla="*/ 0 h 2702618"/>
              <a:gd name="connsiteX5" fmla="*/ 3088477 w 8962098"/>
              <a:gd name="connsiteY5" fmla="*/ 0 h 2702618"/>
              <a:gd name="connsiteX6" fmla="*/ 3867490 w 8962098"/>
              <a:gd name="connsiteY6" fmla="*/ 0 h 2702618"/>
              <a:gd name="connsiteX7" fmla="*/ 4288019 w 8962098"/>
              <a:gd name="connsiteY7" fmla="*/ 0 h 2702618"/>
              <a:gd name="connsiteX8" fmla="*/ 4977411 w 8962098"/>
              <a:gd name="connsiteY8" fmla="*/ 0 h 2702618"/>
              <a:gd name="connsiteX9" fmla="*/ 5487562 w 8962098"/>
              <a:gd name="connsiteY9" fmla="*/ 0 h 2702618"/>
              <a:gd name="connsiteX10" fmla="*/ 5908091 w 8962098"/>
              <a:gd name="connsiteY10" fmla="*/ 0 h 2702618"/>
              <a:gd name="connsiteX11" fmla="*/ 6776725 w 8962098"/>
              <a:gd name="connsiteY11" fmla="*/ 0 h 2702618"/>
              <a:gd name="connsiteX12" fmla="*/ 7376496 w 8962098"/>
              <a:gd name="connsiteY12" fmla="*/ 0 h 2702618"/>
              <a:gd name="connsiteX13" fmla="*/ 8155509 w 8962098"/>
              <a:gd name="connsiteY13" fmla="*/ 0 h 2702618"/>
              <a:gd name="connsiteX14" fmla="*/ 8962098 w 8962098"/>
              <a:gd name="connsiteY14" fmla="*/ 0 h 2702618"/>
              <a:gd name="connsiteX15" fmla="*/ 8962098 w 8962098"/>
              <a:gd name="connsiteY15" fmla="*/ 621602 h 2702618"/>
              <a:gd name="connsiteX16" fmla="*/ 8962098 w 8962098"/>
              <a:gd name="connsiteY16" fmla="*/ 1270230 h 2702618"/>
              <a:gd name="connsiteX17" fmla="*/ 8962098 w 8962098"/>
              <a:gd name="connsiteY17" fmla="*/ 1891833 h 2702618"/>
              <a:gd name="connsiteX18" fmla="*/ 8962098 w 8962098"/>
              <a:gd name="connsiteY18" fmla="*/ 2702618 h 2702618"/>
              <a:gd name="connsiteX19" fmla="*/ 8362327 w 8962098"/>
              <a:gd name="connsiteY19" fmla="*/ 2702618 h 2702618"/>
              <a:gd name="connsiteX20" fmla="*/ 7762556 w 8962098"/>
              <a:gd name="connsiteY20" fmla="*/ 2702618 h 2702618"/>
              <a:gd name="connsiteX21" fmla="*/ 6983543 w 8962098"/>
              <a:gd name="connsiteY21" fmla="*/ 2702618 h 2702618"/>
              <a:gd name="connsiteX22" fmla="*/ 6383771 w 8962098"/>
              <a:gd name="connsiteY22" fmla="*/ 2702618 h 2702618"/>
              <a:gd name="connsiteX23" fmla="*/ 5604758 w 8962098"/>
              <a:gd name="connsiteY23" fmla="*/ 2702618 h 2702618"/>
              <a:gd name="connsiteX24" fmla="*/ 5094608 w 8962098"/>
              <a:gd name="connsiteY24" fmla="*/ 2702618 h 2702618"/>
              <a:gd name="connsiteX25" fmla="*/ 4584458 w 8962098"/>
              <a:gd name="connsiteY25" fmla="*/ 2702618 h 2702618"/>
              <a:gd name="connsiteX26" fmla="*/ 3805445 w 8962098"/>
              <a:gd name="connsiteY26" fmla="*/ 2702618 h 2702618"/>
              <a:gd name="connsiteX27" fmla="*/ 3205674 w 8962098"/>
              <a:gd name="connsiteY27" fmla="*/ 2702618 h 2702618"/>
              <a:gd name="connsiteX28" fmla="*/ 2516281 w 8962098"/>
              <a:gd name="connsiteY28" fmla="*/ 2702618 h 2702618"/>
              <a:gd name="connsiteX29" fmla="*/ 1916510 w 8962098"/>
              <a:gd name="connsiteY29" fmla="*/ 2702618 h 2702618"/>
              <a:gd name="connsiteX30" fmla="*/ 1495981 w 8962098"/>
              <a:gd name="connsiteY30" fmla="*/ 2702618 h 2702618"/>
              <a:gd name="connsiteX31" fmla="*/ 627347 w 8962098"/>
              <a:gd name="connsiteY31" fmla="*/ 2702618 h 2702618"/>
              <a:gd name="connsiteX32" fmla="*/ 0 w 8962098"/>
              <a:gd name="connsiteY32" fmla="*/ 2702618 h 2702618"/>
              <a:gd name="connsiteX33" fmla="*/ 0 w 8962098"/>
              <a:gd name="connsiteY33" fmla="*/ 1972911 h 2702618"/>
              <a:gd name="connsiteX34" fmla="*/ 0 w 8962098"/>
              <a:gd name="connsiteY34" fmla="*/ 1243204 h 2702618"/>
              <a:gd name="connsiteX35" fmla="*/ 0 w 8962098"/>
              <a:gd name="connsiteY35" fmla="*/ 0 h 270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702618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32981" y="211474"/>
                  <a:pt x="8964978" y="458920"/>
                  <a:pt x="8962098" y="621602"/>
                </a:cubicBezTo>
                <a:cubicBezTo>
                  <a:pt x="8959218" y="784284"/>
                  <a:pt x="8964417" y="961565"/>
                  <a:pt x="8962098" y="1270230"/>
                </a:cubicBezTo>
                <a:cubicBezTo>
                  <a:pt x="8959779" y="1578895"/>
                  <a:pt x="8956234" y="1597305"/>
                  <a:pt x="8962098" y="1891833"/>
                </a:cubicBezTo>
                <a:cubicBezTo>
                  <a:pt x="8967962" y="2186361"/>
                  <a:pt x="8993051" y="2391855"/>
                  <a:pt x="8962098" y="2702618"/>
                </a:cubicBezTo>
                <a:cubicBezTo>
                  <a:pt x="8687274" y="2715827"/>
                  <a:pt x="8494791" y="2701185"/>
                  <a:pt x="8362327" y="2702618"/>
                </a:cubicBezTo>
                <a:cubicBezTo>
                  <a:pt x="8229863" y="2704051"/>
                  <a:pt x="7913777" y="2694000"/>
                  <a:pt x="7762556" y="2702618"/>
                </a:cubicBezTo>
                <a:cubicBezTo>
                  <a:pt x="7611335" y="2711236"/>
                  <a:pt x="7339701" y="2718285"/>
                  <a:pt x="6983543" y="2702618"/>
                </a:cubicBezTo>
                <a:cubicBezTo>
                  <a:pt x="6627385" y="2686951"/>
                  <a:pt x="6543892" y="2672920"/>
                  <a:pt x="6383771" y="2702618"/>
                </a:cubicBezTo>
                <a:cubicBezTo>
                  <a:pt x="6223650" y="2732316"/>
                  <a:pt x="5764514" y="2683329"/>
                  <a:pt x="5604758" y="2702618"/>
                </a:cubicBezTo>
                <a:cubicBezTo>
                  <a:pt x="5445002" y="2721907"/>
                  <a:pt x="5345731" y="2726623"/>
                  <a:pt x="5094608" y="2702618"/>
                </a:cubicBezTo>
                <a:cubicBezTo>
                  <a:pt x="4843485" y="2678614"/>
                  <a:pt x="4833978" y="2713131"/>
                  <a:pt x="4584458" y="2702618"/>
                </a:cubicBezTo>
                <a:cubicBezTo>
                  <a:pt x="4334938" y="2692106"/>
                  <a:pt x="3996796" y="2670162"/>
                  <a:pt x="3805445" y="2702618"/>
                </a:cubicBezTo>
                <a:cubicBezTo>
                  <a:pt x="3614094" y="2735074"/>
                  <a:pt x="3362298" y="2695732"/>
                  <a:pt x="3205674" y="2702618"/>
                </a:cubicBezTo>
                <a:cubicBezTo>
                  <a:pt x="3049050" y="2709504"/>
                  <a:pt x="2714112" y="2685774"/>
                  <a:pt x="2516281" y="2702618"/>
                </a:cubicBezTo>
                <a:cubicBezTo>
                  <a:pt x="2318450" y="2719462"/>
                  <a:pt x="2190500" y="2700345"/>
                  <a:pt x="1916510" y="2702618"/>
                </a:cubicBezTo>
                <a:cubicBezTo>
                  <a:pt x="1642520" y="2704891"/>
                  <a:pt x="1631050" y="2693095"/>
                  <a:pt x="1495981" y="2702618"/>
                </a:cubicBezTo>
                <a:cubicBezTo>
                  <a:pt x="1360912" y="2712141"/>
                  <a:pt x="904943" y="2695294"/>
                  <a:pt x="627347" y="2702618"/>
                </a:cubicBezTo>
                <a:cubicBezTo>
                  <a:pt x="349751" y="2709942"/>
                  <a:pt x="215136" y="2701389"/>
                  <a:pt x="0" y="2702618"/>
                </a:cubicBezTo>
                <a:cubicBezTo>
                  <a:pt x="350" y="2441649"/>
                  <a:pt x="-33061" y="2172612"/>
                  <a:pt x="0" y="1972911"/>
                </a:cubicBezTo>
                <a:cubicBezTo>
                  <a:pt x="33061" y="1773210"/>
                  <a:pt x="1105" y="1524048"/>
                  <a:pt x="0" y="1243204"/>
                </a:cubicBezTo>
                <a:cubicBezTo>
                  <a:pt x="-1105" y="962360"/>
                  <a:pt x="-25739" y="347367"/>
                  <a:pt x="0" y="0"/>
                </a:cubicBezTo>
                <a:close/>
              </a:path>
              <a:path w="8962098" h="270261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376" y="165328"/>
                  <a:pt x="8927190" y="377099"/>
                  <a:pt x="8962098" y="729707"/>
                </a:cubicBezTo>
                <a:cubicBezTo>
                  <a:pt x="8997006" y="1082315"/>
                  <a:pt x="8932415" y="1152639"/>
                  <a:pt x="8962098" y="1432388"/>
                </a:cubicBezTo>
                <a:cubicBezTo>
                  <a:pt x="8991781" y="1712137"/>
                  <a:pt x="8941792" y="1955496"/>
                  <a:pt x="8962098" y="2108042"/>
                </a:cubicBezTo>
                <a:cubicBezTo>
                  <a:pt x="8982404" y="2260588"/>
                  <a:pt x="8987409" y="2488084"/>
                  <a:pt x="8962098" y="2702618"/>
                </a:cubicBezTo>
                <a:cubicBezTo>
                  <a:pt x="8798611" y="2711254"/>
                  <a:pt x="8595103" y="2698862"/>
                  <a:pt x="8451948" y="2702618"/>
                </a:cubicBezTo>
                <a:cubicBezTo>
                  <a:pt x="8308793" y="2706375"/>
                  <a:pt x="7904099" y="2660357"/>
                  <a:pt x="7583314" y="2702618"/>
                </a:cubicBezTo>
                <a:cubicBezTo>
                  <a:pt x="7262529" y="2744879"/>
                  <a:pt x="7199930" y="2736447"/>
                  <a:pt x="6893922" y="2702618"/>
                </a:cubicBezTo>
                <a:cubicBezTo>
                  <a:pt x="6587914" y="2668789"/>
                  <a:pt x="6441786" y="2718972"/>
                  <a:pt x="6114908" y="2702618"/>
                </a:cubicBezTo>
                <a:cubicBezTo>
                  <a:pt x="5788030" y="2686264"/>
                  <a:pt x="5709265" y="2698277"/>
                  <a:pt x="5335895" y="2702618"/>
                </a:cubicBezTo>
                <a:cubicBezTo>
                  <a:pt x="4962525" y="2706959"/>
                  <a:pt x="4965753" y="2679552"/>
                  <a:pt x="4736124" y="2702618"/>
                </a:cubicBezTo>
                <a:cubicBezTo>
                  <a:pt x="4506495" y="2725684"/>
                  <a:pt x="4386838" y="2687689"/>
                  <a:pt x="4225974" y="2702618"/>
                </a:cubicBezTo>
                <a:cubicBezTo>
                  <a:pt x="4065110" y="2717548"/>
                  <a:pt x="3752473" y="2667144"/>
                  <a:pt x="3357340" y="2702618"/>
                </a:cubicBezTo>
                <a:cubicBezTo>
                  <a:pt x="2962207" y="2738092"/>
                  <a:pt x="3011953" y="2688165"/>
                  <a:pt x="2667948" y="2702618"/>
                </a:cubicBezTo>
                <a:cubicBezTo>
                  <a:pt x="2323943" y="2717071"/>
                  <a:pt x="2047871" y="2689431"/>
                  <a:pt x="1799314" y="2702618"/>
                </a:cubicBezTo>
                <a:cubicBezTo>
                  <a:pt x="1550757" y="2715805"/>
                  <a:pt x="1180727" y="2693893"/>
                  <a:pt x="1020300" y="2702618"/>
                </a:cubicBezTo>
                <a:cubicBezTo>
                  <a:pt x="859873" y="2711343"/>
                  <a:pt x="498026" y="2752664"/>
                  <a:pt x="0" y="2702618"/>
                </a:cubicBezTo>
                <a:cubicBezTo>
                  <a:pt x="21211" y="2486174"/>
                  <a:pt x="-17867" y="2218810"/>
                  <a:pt x="0" y="2026964"/>
                </a:cubicBezTo>
                <a:cubicBezTo>
                  <a:pt x="17867" y="1835118"/>
                  <a:pt x="-27250" y="1567867"/>
                  <a:pt x="0" y="1432388"/>
                </a:cubicBezTo>
                <a:cubicBezTo>
                  <a:pt x="27250" y="1296909"/>
                  <a:pt x="7327" y="997166"/>
                  <a:pt x="0" y="810785"/>
                </a:cubicBezTo>
                <a:cubicBezTo>
                  <a:pt x="-7327" y="624404"/>
                  <a:pt x="-16846" y="20149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vector&lt;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&lt;istartable&gt;&gt; v;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socket, acceptor, db_querier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생성해서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넣은 후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v.push_back(make_object&lt;socket&gt;&gt;());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v.push_back(make_object&lt;acceptor&lt;socket&gt;&gt;&gt;());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v.push_back(make_object&lt;db_querier&gt;());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모두 시작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!!!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iter: v)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v-&gt;start();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…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특별히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stop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이나 소멸 처리 필요도 없다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 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사용했으므로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 소멸되면 자동으로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stop()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과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destroy()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 호출될 것이다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b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모두 공통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interface class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인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Idestroyable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과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Istartable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상속받아 만들어졌기 때문이다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CEF5904-1C14-4693-8981-B8A28289754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383751" y="1255851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186EE0-5060-492F-B957-CABF48983119}"/>
              </a:ext>
            </a:extLst>
          </p:cNvPr>
          <p:cNvSpPr/>
          <p:nvPr/>
        </p:nvSpPr>
        <p:spPr>
          <a:xfrm>
            <a:off x="4772963" y="1117351"/>
            <a:ext cx="19800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사용했다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2EA1E-E634-4A79-B78E-4483883F03C3}"/>
              </a:ext>
            </a:extLst>
          </p:cNvPr>
          <p:cNvSpPr txBox="1"/>
          <p:nvPr/>
        </p:nvSpPr>
        <p:spPr>
          <a:xfrm>
            <a:off x="1716922" y="3795608"/>
            <a:ext cx="1020514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프로그래밍이 매우 간단해진다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심지어 이 코드는 특별한 처리를 하지 않아도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강한 예외 안전 보장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(string exception safety guarantee)’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까지 자동으로 제공된다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09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CEF4E-E236-476F-95C1-9ED9B23C2E5E}"/>
              </a:ext>
            </a:extLst>
          </p:cNvPr>
          <p:cNvSpPr txBox="1"/>
          <p:nvPr/>
        </p:nvSpPr>
        <p:spPr>
          <a:xfrm>
            <a:off x="1559675" y="-12879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err="1"/>
              <a:t>Iobject</a:t>
            </a:r>
            <a:r>
              <a:rPr lang="en-US" altLang="ko-KR" b="1"/>
              <a:t> : …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FA2A1-6554-43DB-9415-4D53E722B36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F1440-514B-4C02-85F0-D135EAA906D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AB006-EEA0-496B-95B8-C28E8DEE3B8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D11DC-5E4F-4B76-9EC3-37B31AEDAA0B}"/>
              </a:ext>
            </a:extLst>
          </p:cNvPr>
          <p:cNvSpPr txBox="1"/>
          <p:nvPr/>
        </p:nvSpPr>
        <p:spPr>
          <a:xfrm>
            <a:off x="1416050" y="648085"/>
            <a:ext cx="893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C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r>
              <a:rPr lang="en-US" altLang="ko-KR" sz="105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Inameable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역시 이런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interface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공통화에 장점이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EA2EE6-2F83-443D-AE83-1310869457EB}"/>
              </a:ext>
            </a:extLst>
          </p:cNvPr>
          <p:cNvSpPr/>
          <p:nvPr/>
        </p:nvSpPr>
        <p:spPr>
          <a:xfrm>
            <a:off x="1684728" y="986732"/>
            <a:ext cx="8962098" cy="2056287"/>
          </a:xfrm>
          <a:custGeom>
            <a:avLst/>
            <a:gdLst>
              <a:gd name="connsiteX0" fmla="*/ 0 w 8962098"/>
              <a:gd name="connsiteY0" fmla="*/ 0 h 2056287"/>
              <a:gd name="connsiteX1" fmla="*/ 510150 w 8962098"/>
              <a:gd name="connsiteY1" fmla="*/ 0 h 2056287"/>
              <a:gd name="connsiteX2" fmla="*/ 930679 w 8962098"/>
              <a:gd name="connsiteY2" fmla="*/ 0 h 2056287"/>
              <a:gd name="connsiteX3" fmla="*/ 1440830 w 8962098"/>
              <a:gd name="connsiteY3" fmla="*/ 0 h 2056287"/>
              <a:gd name="connsiteX4" fmla="*/ 2040601 w 8962098"/>
              <a:gd name="connsiteY4" fmla="*/ 0 h 2056287"/>
              <a:gd name="connsiteX5" fmla="*/ 2461130 w 8962098"/>
              <a:gd name="connsiteY5" fmla="*/ 0 h 2056287"/>
              <a:gd name="connsiteX6" fmla="*/ 3060901 w 8962098"/>
              <a:gd name="connsiteY6" fmla="*/ 0 h 2056287"/>
              <a:gd name="connsiteX7" fmla="*/ 3660672 w 8962098"/>
              <a:gd name="connsiteY7" fmla="*/ 0 h 2056287"/>
              <a:gd name="connsiteX8" fmla="*/ 4439685 w 8962098"/>
              <a:gd name="connsiteY8" fmla="*/ 0 h 2056287"/>
              <a:gd name="connsiteX9" fmla="*/ 4860215 w 8962098"/>
              <a:gd name="connsiteY9" fmla="*/ 0 h 2056287"/>
              <a:gd name="connsiteX10" fmla="*/ 5549607 w 8962098"/>
              <a:gd name="connsiteY10" fmla="*/ 0 h 2056287"/>
              <a:gd name="connsiteX11" fmla="*/ 6059757 w 8962098"/>
              <a:gd name="connsiteY11" fmla="*/ 0 h 2056287"/>
              <a:gd name="connsiteX12" fmla="*/ 6480286 w 8962098"/>
              <a:gd name="connsiteY12" fmla="*/ 0 h 2056287"/>
              <a:gd name="connsiteX13" fmla="*/ 7348920 w 8962098"/>
              <a:gd name="connsiteY13" fmla="*/ 0 h 2056287"/>
              <a:gd name="connsiteX14" fmla="*/ 7948692 w 8962098"/>
              <a:gd name="connsiteY14" fmla="*/ 0 h 2056287"/>
              <a:gd name="connsiteX15" fmla="*/ 8962098 w 8962098"/>
              <a:gd name="connsiteY15" fmla="*/ 0 h 2056287"/>
              <a:gd name="connsiteX16" fmla="*/ 8962098 w 8962098"/>
              <a:gd name="connsiteY16" fmla="*/ 685429 h 2056287"/>
              <a:gd name="connsiteX17" fmla="*/ 8962098 w 8962098"/>
              <a:gd name="connsiteY17" fmla="*/ 1370858 h 2056287"/>
              <a:gd name="connsiteX18" fmla="*/ 8962098 w 8962098"/>
              <a:gd name="connsiteY18" fmla="*/ 2056287 h 2056287"/>
              <a:gd name="connsiteX19" fmla="*/ 8451948 w 8962098"/>
              <a:gd name="connsiteY19" fmla="*/ 2056287 h 2056287"/>
              <a:gd name="connsiteX20" fmla="*/ 7762556 w 8962098"/>
              <a:gd name="connsiteY20" fmla="*/ 2056287 h 2056287"/>
              <a:gd name="connsiteX21" fmla="*/ 7073163 w 8962098"/>
              <a:gd name="connsiteY21" fmla="*/ 2056287 h 2056287"/>
              <a:gd name="connsiteX22" fmla="*/ 6473392 w 8962098"/>
              <a:gd name="connsiteY22" fmla="*/ 2056287 h 2056287"/>
              <a:gd name="connsiteX23" fmla="*/ 5694379 w 8962098"/>
              <a:gd name="connsiteY23" fmla="*/ 2056287 h 2056287"/>
              <a:gd name="connsiteX24" fmla="*/ 5094608 w 8962098"/>
              <a:gd name="connsiteY24" fmla="*/ 2056287 h 2056287"/>
              <a:gd name="connsiteX25" fmla="*/ 4315595 w 8962098"/>
              <a:gd name="connsiteY25" fmla="*/ 2056287 h 2056287"/>
              <a:gd name="connsiteX26" fmla="*/ 3805445 w 8962098"/>
              <a:gd name="connsiteY26" fmla="*/ 2056287 h 2056287"/>
              <a:gd name="connsiteX27" fmla="*/ 3295294 w 8962098"/>
              <a:gd name="connsiteY27" fmla="*/ 2056287 h 2056287"/>
              <a:gd name="connsiteX28" fmla="*/ 2516281 w 8962098"/>
              <a:gd name="connsiteY28" fmla="*/ 2056287 h 2056287"/>
              <a:gd name="connsiteX29" fmla="*/ 1916510 w 8962098"/>
              <a:gd name="connsiteY29" fmla="*/ 2056287 h 2056287"/>
              <a:gd name="connsiteX30" fmla="*/ 1227118 w 8962098"/>
              <a:gd name="connsiteY30" fmla="*/ 2056287 h 2056287"/>
              <a:gd name="connsiteX31" fmla="*/ 627347 w 8962098"/>
              <a:gd name="connsiteY31" fmla="*/ 2056287 h 2056287"/>
              <a:gd name="connsiteX32" fmla="*/ 0 w 8962098"/>
              <a:gd name="connsiteY32" fmla="*/ 2056287 h 2056287"/>
              <a:gd name="connsiteX33" fmla="*/ 0 w 8962098"/>
              <a:gd name="connsiteY33" fmla="*/ 1329732 h 2056287"/>
              <a:gd name="connsiteX34" fmla="*/ 0 w 8962098"/>
              <a:gd name="connsiteY34" fmla="*/ 705992 h 2056287"/>
              <a:gd name="connsiteX35" fmla="*/ 0 w 8962098"/>
              <a:gd name="connsiteY35" fmla="*/ 0 h 205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056287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35970" y="163122"/>
                  <a:pt x="8956537" y="503078"/>
                  <a:pt x="8962098" y="685429"/>
                </a:cubicBezTo>
                <a:cubicBezTo>
                  <a:pt x="8967659" y="867780"/>
                  <a:pt x="8939073" y="1041163"/>
                  <a:pt x="8962098" y="1370858"/>
                </a:cubicBezTo>
                <a:cubicBezTo>
                  <a:pt x="8985123" y="1700553"/>
                  <a:pt x="8964689" y="1911483"/>
                  <a:pt x="8962098" y="2056287"/>
                </a:cubicBezTo>
                <a:cubicBezTo>
                  <a:pt x="8768339" y="2057425"/>
                  <a:pt x="8635883" y="2059062"/>
                  <a:pt x="8451948" y="2056287"/>
                </a:cubicBezTo>
                <a:cubicBezTo>
                  <a:pt x="8268013" y="2053513"/>
                  <a:pt x="7906679" y="2022603"/>
                  <a:pt x="7762556" y="2056287"/>
                </a:cubicBezTo>
                <a:cubicBezTo>
                  <a:pt x="7618433" y="2089971"/>
                  <a:pt x="7274105" y="2055392"/>
                  <a:pt x="7073163" y="2056287"/>
                </a:cubicBezTo>
                <a:cubicBezTo>
                  <a:pt x="6872221" y="2057182"/>
                  <a:pt x="6624613" y="2047669"/>
                  <a:pt x="6473392" y="2056287"/>
                </a:cubicBezTo>
                <a:cubicBezTo>
                  <a:pt x="6322171" y="2064905"/>
                  <a:pt x="6050537" y="2071954"/>
                  <a:pt x="5694379" y="2056287"/>
                </a:cubicBezTo>
                <a:cubicBezTo>
                  <a:pt x="5338221" y="2040620"/>
                  <a:pt x="5248367" y="2085152"/>
                  <a:pt x="5094608" y="2056287"/>
                </a:cubicBezTo>
                <a:cubicBezTo>
                  <a:pt x="4940849" y="2027422"/>
                  <a:pt x="4475351" y="2036998"/>
                  <a:pt x="4315595" y="2056287"/>
                </a:cubicBezTo>
                <a:cubicBezTo>
                  <a:pt x="4155839" y="2075576"/>
                  <a:pt x="4056568" y="2080292"/>
                  <a:pt x="3805445" y="2056287"/>
                </a:cubicBezTo>
                <a:cubicBezTo>
                  <a:pt x="3554322" y="2032283"/>
                  <a:pt x="3547939" y="2067773"/>
                  <a:pt x="3295294" y="2056287"/>
                </a:cubicBezTo>
                <a:cubicBezTo>
                  <a:pt x="3042649" y="2044801"/>
                  <a:pt x="2707632" y="2023831"/>
                  <a:pt x="2516281" y="2056287"/>
                </a:cubicBezTo>
                <a:cubicBezTo>
                  <a:pt x="2324930" y="2088743"/>
                  <a:pt x="2073134" y="2049401"/>
                  <a:pt x="1916510" y="2056287"/>
                </a:cubicBezTo>
                <a:cubicBezTo>
                  <a:pt x="1759886" y="2063173"/>
                  <a:pt x="1421649" y="2034993"/>
                  <a:pt x="1227118" y="2056287"/>
                </a:cubicBezTo>
                <a:cubicBezTo>
                  <a:pt x="1032587" y="2077581"/>
                  <a:pt x="901337" y="2054014"/>
                  <a:pt x="627347" y="2056287"/>
                </a:cubicBezTo>
                <a:cubicBezTo>
                  <a:pt x="353357" y="2058560"/>
                  <a:pt x="301530" y="2069898"/>
                  <a:pt x="0" y="2056287"/>
                </a:cubicBezTo>
                <a:cubicBezTo>
                  <a:pt x="-19544" y="1779117"/>
                  <a:pt x="19191" y="1507157"/>
                  <a:pt x="0" y="1329732"/>
                </a:cubicBezTo>
                <a:cubicBezTo>
                  <a:pt x="-19191" y="1152308"/>
                  <a:pt x="18235" y="864321"/>
                  <a:pt x="0" y="705992"/>
                </a:cubicBezTo>
                <a:cubicBezTo>
                  <a:pt x="-18235" y="547663"/>
                  <a:pt x="-25252" y="257704"/>
                  <a:pt x="0" y="0"/>
                </a:cubicBezTo>
                <a:close/>
              </a:path>
              <a:path w="8962098" h="205628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5793" y="284253"/>
                  <a:pt x="8926201" y="455018"/>
                  <a:pt x="8962098" y="726555"/>
                </a:cubicBezTo>
                <a:cubicBezTo>
                  <a:pt x="8997995" y="998093"/>
                  <a:pt x="8929466" y="1265327"/>
                  <a:pt x="8962098" y="1432547"/>
                </a:cubicBezTo>
                <a:cubicBezTo>
                  <a:pt x="8994730" y="1599767"/>
                  <a:pt x="8966152" y="1896539"/>
                  <a:pt x="8962098" y="2056287"/>
                </a:cubicBezTo>
                <a:cubicBezTo>
                  <a:pt x="8796241" y="2067871"/>
                  <a:pt x="8685247" y="2058396"/>
                  <a:pt x="8541569" y="2056287"/>
                </a:cubicBezTo>
                <a:cubicBezTo>
                  <a:pt x="8397891" y="2054178"/>
                  <a:pt x="8145758" y="2041390"/>
                  <a:pt x="7852177" y="2056287"/>
                </a:cubicBezTo>
                <a:cubicBezTo>
                  <a:pt x="7558596" y="2071184"/>
                  <a:pt x="7304328" y="2014026"/>
                  <a:pt x="6983543" y="2056287"/>
                </a:cubicBezTo>
                <a:cubicBezTo>
                  <a:pt x="6662758" y="2098548"/>
                  <a:pt x="6600854" y="2022108"/>
                  <a:pt x="6294150" y="2056287"/>
                </a:cubicBezTo>
                <a:cubicBezTo>
                  <a:pt x="5987446" y="2090466"/>
                  <a:pt x="5839644" y="2067752"/>
                  <a:pt x="5515137" y="2056287"/>
                </a:cubicBezTo>
                <a:cubicBezTo>
                  <a:pt x="5190630" y="2044822"/>
                  <a:pt x="5109494" y="2051946"/>
                  <a:pt x="4736124" y="2056287"/>
                </a:cubicBezTo>
                <a:cubicBezTo>
                  <a:pt x="4362754" y="2060628"/>
                  <a:pt x="4365982" y="2033221"/>
                  <a:pt x="4136353" y="2056287"/>
                </a:cubicBezTo>
                <a:cubicBezTo>
                  <a:pt x="3906724" y="2079353"/>
                  <a:pt x="3787067" y="2041358"/>
                  <a:pt x="3626203" y="2056287"/>
                </a:cubicBezTo>
                <a:cubicBezTo>
                  <a:pt x="3465339" y="2071217"/>
                  <a:pt x="3152702" y="2020813"/>
                  <a:pt x="2757569" y="2056287"/>
                </a:cubicBezTo>
                <a:cubicBezTo>
                  <a:pt x="2362436" y="2091761"/>
                  <a:pt x="2209304" y="2044268"/>
                  <a:pt x="2068176" y="2056287"/>
                </a:cubicBezTo>
                <a:cubicBezTo>
                  <a:pt x="1927048" y="2068306"/>
                  <a:pt x="1448099" y="2043100"/>
                  <a:pt x="1199542" y="2056287"/>
                </a:cubicBezTo>
                <a:cubicBezTo>
                  <a:pt x="950985" y="2069474"/>
                  <a:pt x="527239" y="2005912"/>
                  <a:pt x="0" y="2056287"/>
                </a:cubicBezTo>
                <a:cubicBezTo>
                  <a:pt x="15793" y="1745129"/>
                  <a:pt x="13479" y="1588244"/>
                  <a:pt x="0" y="1411984"/>
                </a:cubicBezTo>
                <a:cubicBezTo>
                  <a:pt x="-13479" y="1235724"/>
                  <a:pt x="-877" y="1086774"/>
                  <a:pt x="0" y="788243"/>
                </a:cubicBezTo>
                <a:cubicBezTo>
                  <a:pt x="877" y="489712"/>
                  <a:pt x="-17878" y="1891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ko-KR" altLang="en-US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test(Iobject* _pobject)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// _pobject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객체가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Inamgeable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인터페이스를 가졌는지 확인한다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pnameable 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dynamic_cast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&lt;Inameable*&gt;(_pobject)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// Inamesable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인터페이스가 있는가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if(pnammeable !=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::cout &lt;&lt; pnameable-&gt;get_name() &lt;&lt; ‘\n’;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…</a:t>
            </a: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1C4A9-93A5-4C80-BF63-90377E4287E9}"/>
              </a:ext>
            </a:extLst>
          </p:cNvPr>
          <p:cNvSpPr txBox="1"/>
          <p:nvPr/>
        </p:nvSpPr>
        <p:spPr>
          <a:xfrm>
            <a:off x="1684728" y="3104667"/>
            <a:ext cx="1020514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어떤 객체든 특정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class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상속받은 객체인지 아닌지를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dynamic_cast&lt;T&gt;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확인할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어떤 객체든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Inameable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객체만 상속받은 객체면 그 객체의 이름을 얻을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이런 것을 활용해 좀 더 효율적인 처리가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113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379538" y="635718"/>
            <a:ext cx="10205143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D.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객체는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Inameable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상속받아 작성되어 이름을 설정할 수 있게 되어 있으몀 이를 통해 여러 객체를 동시에 초기화를 해도 각각의 객체를 구분해 파라미터를 전달할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CEF4E-E236-476F-95C1-9ED9B23C2E5E}"/>
              </a:ext>
            </a:extLst>
          </p:cNvPr>
          <p:cNvSpPr txBox="1"/>
          <p:nvPr/>
        </p:nvSpPr>
        <p:spPr>
          <a:xfrm>
            <a:off x="1559675" y="-12879"/>
            <a:ext cx="170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Iobject</a:t>
            </a:r>
            <a:r>
              <a:rPr lang="en-US" altLang="ko-KR" b="1" dirty="0"/>
              <a:t> </a:t>
            </a:r>
            <a:r>
              <a:rPr lang="en-US" altLang="ko-KR" b="1"/>
              <a:t>: why?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FA2A1-6554-43DB-9415-4D53E722B36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F1440-514B-4C02-85F0-D135EAA906D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AB006-EEA0-496B-95B8-C28E8DEE3B8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37BE1D-A850-4D69-A299-1D78E5AB03A1}"/>
              </a:ext>
            </a:extLst>
          </p:cNvPr>
          <p:cNvSpPr/>
          <p:nvPr/>
        </p:nvSpPr>
        <p:spPr>
          <a:xfrm>
            <a:off x="1676415" y="1410681"/>
            <a:ext cx="8962098" cy="4149167"/>
          </a:xfrm>
          <a:custGeom>
            <a:avLst/>
            <a:gdLst>
              <a:gd name="connsiteX0" fmla="*/ 0 w 8962098"/>
              <a:gd name="connsiteY0" fmla="*/ 0 h 4149167"/>
              <a:gd name="connsiteX1" fmla="*/ 689392 w 8962098"/>
              <a:gd name="connsiteY1" fmla="*/ 0 h 4149167"/>
              <a:gd name="connsiteX2" fmla="*/ 1109921 w 8962098"/>
              <a:gd name="connsiteY2" fmla="*/ 0 h 4149167"/>
              <a:gd name="connsiteX3" fmla="*/ 1799314 w 8962098"/>
              <a:gd name="connsiteY3" fmla="*/ 0 h 4149167"/>
              <a:gd name="connsiteX4" fmla="*/ 2309464 w 8962098"/>
              <a:gd name="connsiteY4" fmla="*/ 0 h 4149167"/>
              <a:gd name="connsiteX5" fmla="*/ 2729993 w 8962098"/>
              <a:gd name="connsiteY5" fmla="*/ 0 h 4149167"/>
              <a:gd name="connsiteX6" fmla="*/ 3598627 w 8962098"/>
              <a:gd name="connsiteY6" fmla="*/ 0 h 4149167"/>
              <a:gd name="connsiteX7" fmla="*/ 4198398 w 8962098"/>
              <a:gd name="connsiteY7" fmla="*/ 0 h 4149167"/>
              <a:gd name="connsiteX8" fmla="*/ 4977411 w 8962098"/>
              <a:gd name="connsiteY8" fmla="*/ 0 h 4149167"/>
              <a:gd name="connsiteX9" fmla="*/ 5666804 w 8962098"/>
              <a:gd name="connsiteY9" fmla="*/ 0 h 4149167"/>
              <a:gd name="connsiteX10" fmla="*/ 6176954 w 8962098"/>
              <a:gd name="connsiteY10" fmla="*/ 0 h 4149167"/>
              <a:gd name="connsiteX11" fmla="*/ 6597483 w 8962098"/>
              <a:gd name="connsiteY11" fmla="*/ 0 h 4149167"/>
              <a:gd name="connsiteX12" fmla="*/ 7466117 w 8962098"/>
              <a:gd name="connsiteY12" fmla="*/ 0 h 4149167"/>
              <a:gd name="connsiteX13" fmla="*/ 8155509 w 8962098"/>
              <a:gd name="connsiteY13" fmla="*/ 0 h 4149167"/>
              <a:gd name="connsiteX14" fmla="*/ 8962098 w 8962098"/>
              <a:gd name="connsiteY14" fmla="*/ 0 h 4149167"/>
              <a:gd name="connsiteX15" fmla="*/ 8962098 w 8962098"/>
              <a:gd name="connsiteY15" fmla="*/ 567053 h 4149167"/>
              <a:gd name="connsiteX16" fmla="*/ 8962098 w 8962098"/>
              <a:gd name="connsiteY16" fmla="*/ 1300072 h 4149167"/>
              <a:gd name="connsiteX17" fmla="*/ 8962098 w 8962098"/>
              <a:gd name="connsiteY17" fmla="*/ 2033092 h 4149167"/>
              <a:gd name="connsiteX18" fmla="*/ 8962098 w 8962098"/>
              <a:gd name="connsiteY18" fmla="*/ 2807603 h 4149167"/>
              <a:gd name="connsiteX19" fmla="*/ 8962098 w 8962098"/>
              <a:gd name="connsiteY19" fmla="*/ 4149167 h 4149167"/>
              <a:gd name="connsiteX20" fmla="*/ 8183085 w 8962098"/>
              <a:gd name="connsiteY20" fmla="*/ 4149167 h 4149167"/>
              <a:gd name="connsiteX21" fmla="*/ 7404072 w 8962098"/>
              <a:gd name="connsiteY21" fmla="*/ 4149167 h 4149167"/>
              <a:gd name="connsiteX22" fmla="*/ 6804301 w 8962098"/>
              <a:gd name="connsiteY22" fmla="*/ 4149167 h 4149167"/>
              <a:gd name="connsiteX23" fmla="*/ 6114908 w 8962098"/>
              <a:gd name="connsiteY23" fmla="*/ 4149167 h 4149167"/>
              <a:gd name="connsiteX24" fmla="*/ 5515137 w 8962098"/>
              <a:gd name="connsiteY24" fmla="*/ 4149167 h 4149167"/>
              <a:gd name="connsiteX25" fmla="*/ 5094608 w 8962098"/>
              <a:gd name="connsiteY25" fmla="*/ 4149167 h 4149167"/>
              <a:gd name="connsiteX26" fmla="*/ 4225974 w 8962098"/>
              <a:gd name="connsiteY26" fmla="*/ 4149167 h 4149167"/>
              <a:gd name="connsiteX27" fmla="*/ 3715824 w 8962098"/>
              <a:gd name="connsiteY27" fmla="*/ 4149167 h 4149167"/>
              <a:gd name="connsiteX28" fmla="*/ 2847190 w 8962098"/>
              <a:gd name="connsiteY28" fmla="*/ 4149167 h 4149167"/>
              <a:gd name="connsiteX29" fmla="*/ 2157797 w 8962098"/>
              <a:gd name="connsiteY29" fmla="*/ 4149167 h 4149167"/>
              <a:gd name="connsiteX30" fmla="*/ 1468405 w 8962098"/>
              <a:gd name="connsiteY30" fmla="*/ 4149167 h 4149167"/>
              <a:gd name="connsiteX31" fmla="*/ 868634 w 8962098"/>
              <a:gd name="connsiteY31" fmla="*/ 4149167 h 4149167"/>
              <a:gd name="connsiteX32" fmla="*/ 0 w 8962098"/>
              <a:gd name="connsiteY32" fmla="*/ 4149167 h 4149167"/>
              <a:gd name="connsiteX33" fmla="*/ 0 w 8962098"/>
              <a:gd name="connsiteY33" fmla="*/ 3499131 h 4149167"/>
              <a:gd name="connsiteX34" fmla="*/ 0 w 8962098"/>
              <a:gd name="connsiteY34" fmla="*/ 2766111 h 4149167"/>
              <a:gd name="connsiteX35" fmla="*/ 0 w 8962098"/>
              <a:gd name="connsiteY35" fmla="*/ 2074584 h 4149167"/>
              <a:gd name="connsiteX36" fmla="*/ 0 w 8962098"/>
              <a:gd name="connsiteY36" fmla="*/ 1300072 h 4149167"/>
              <a:gd name="connsiteX37" fmla="*/ 0 w 8962098"/>
              <a:gd name="connsiteY37" fmla="*/ 733020 h 4149167"/>
              <a:gd name="connsiteX38" fmla="*/ 0 w 8962098"/>
              <a:gd name="connsiteY38" fmla="*/ 0 h 414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4149167" fill="none" extrusionOk="0">
                <a:moveTo>
                  <a:pt x="0" y="0"/>
                </a:moveTo>
                <a:cubicBezTo>
                  <a:pt x="241979" y="29770"/>
                  <a:pt x="512494" y="13686"/>
                  <a:pt x="689392" y="0"/>
                </a:cubicBezTo>
                <a:cubicBezTo>
                  <a:pt x="866290" y="-13686"/>
                  <a:pt x="940195" y="18316"/>
                  <a:pt x="1109921" y="0"/>
                </a:cubicBezTo>
                <a:cubicBezTo>
                  <a:pt x="1279647" y="-18316"/>
                  <a:pt x="1609321" y="-11638"/>
                  <a:pt x="1799314" y="0"/>
                </a:cubicBezTo>
                <a:cubicBezTo>
                  <a:pt x="1989307" y="11638"/>
                  <a:pt x="2205726" y="9149"/>
                  <a:pt x="2309464" y="0"/>
                </a:cubicBezTo>
                <a:cubicBezTo>
                  <a:pt x="2413202" y="-9149"/>
                  <a:pt x="2579694" y="5934"/>
                  <a:pt x="2729993" y="0"/>
                </a:cubicBezTo>
                <a:cubicBezTo>
                  <a:pt x="2880292" y="-5934"/>
                  <a:pt x="3357554" y="-26784"/>
                  <a:pt x="3598627" y="0"/>
                </a:cubicBezTo>
                <a:cubicBezTo>
                  <a:pt x="3839700" y="26784"/>
                  <a:pt x="4020321" y="-7531"/>
                  <a:pt x="4198398" y="0"/>
                </a:cubicBezTo>
                <a:cubicBezTo>
                  <a:pt x="4376475" y="7531"/>
                  <a:pt x="4654442" y="-5864"/>
                  <a:pt x="4977411" y="0"/>
                </a:cubicBezTo>
                <a:cubicBezTo>
                  <a:pt x="5300380" y="5864"/>
                  <a:pt x="5477971" y="20723"/>
                  <a:pt x="5666804" y="0"/>
                </a:cubicBezTo>
                <a:cubicBezTo>
                  <a:pt x="5855637" y="-20723"/>
                  <a:pt x="5984135" y="6674"/>
                  <a:pt x="6176954" y="0"/>
                </a:cubicBezTo>
                <a:cubicBezTo>
                  <a:pt x="6369773" y="-6674"/>
                  <a:pt x="6505833" y="2799"/>
                  <a:pt x="6597483" y="0"/>
                </a:cubicBezTo>
                <a:cubicBezTo>
                  <a:pt x="6689133" y="-2799"/>
                  <a:pt x="7108140" y="-20624"/>
                  <a:pt x="7466117" y="0"/>
                </a:cubicBezTo>
                <a:cubicBezTo>
                  <a:pt x="7824094" y="20624"/>
                  <a:pt x="7898680" y="-12022"/>
                  <a:pt x="8155509" y="0"/>
                </a:cubicBezTo>
                <a:cubicBezTo>
                  <a:pt x="8412338" y="12022"/>
                  <a:pt x="8741593" y="-28822"/>
                  <a:pt x="8962098" y="0"/>
                </a:cubicBezTo>
                <a:cubicBezTo>
                  <a:pt x="8944421" y="160061"/>
                  <a:pt x="8939663" y="414694"/>
                  <a:pt x="8962098" y="567053"/>
                </a:cubicBezTo>
                <a:cubicBezTo>
                  <a:pt x="8984533" y="719412"/>
                  <a:pt x="8945065" y="1044279"/>
                  <a:pt x="8962098" y="1300072"/>
                </a:cubicBezTo>
                <a:cubicBezTo>
                  <a:pt x="8979131" y="1555865"/>
                  <a:pt x="8931901" y="1764496"/>
                  <a:pt x="8962098" y="2033092"/>
                </a:cubicBezTo>
                <a:cubicBezTo>
                  <a:pt x="8992295" y="2301688"/>
                  <a:pt x="8938487" y="2584402"/>
                  <a:pt x="8962098" y="2807603"/>
                </a:cubicBezTo>
                <a:cubicBezTo>
                  <a:pt x="8985709" y="3030804"/>
                  <a:pt x="8918742" y="3586655"/>
                  <a:pt x="8962098" y="4149167"/>
                </a:cubicBezTo>
                <a:cubicBezTo>
                  <a:pt x="8613981" y="4146040"/>
                  <a:pt x="8379706" y="4133241"/>
                  <a:pt x="8183085" y="4149167"/>
                </a:cubicBezTo>
                <a:cubicBezTo>
                  <a:pt x="7986464" y="4165093"/>
                  <a:pt x="7595423" y="4116711"/>
                  <a:pt x="7404072" y="4149167"/>
                </a:cubicBezTo>
                <a:cubicBezTo>
                  <a:pt x="7212721" y="4181623"/>
                  <a:pt x="6960925" y="4142281"/>
                  <a:pt x="6804301" y="4149167"/>
                </a:cubicBezTo>
                <a:cubicBezTo>
                  <a:pt x="6647677" y="4156053"/>
                  <a:pt x="6312739" y="4132323"/>
                  <a:pt x="6114908" y="4149167"/>
                </a:cubicBezTo>
                <a:cubicBezTo>
                  <a:pt x="5917077" y="4166011"/>
                  <a:pt x="5789127" y="4146894"/>
                  <a:pt x="5515137" y="4149167"/>
                </a:cubicBezTo>
                <a:cubicBezTo>
                  <a:pt x="5241147" y="4151440"/>
                  <a:pt x="5229677" y="4139644"/>
                  <a:pt x="5094608" y="4149167"/>
                </a:cubicBezTo>
                <a:cubicBezTo>
                  <a:pt x="4959539" y="4158690"/>
                  <a:pt x="4503570" y="4141843"/>
                  <a:pt x="4225974" y="4149167"/>
                </a:cubicBezTo>
                <a:cubicBezTo>
                  <a:pt x="3948378" y="4156491"/>
                  <a:pt x="3969646" y="4153984"/>
                  <a:pt x="3715824" y="4149167"/>
                </a:cubicBezTo>
                <a:cubicBezTo>
                  <a:pt x="3462002" y="4144351"/>
                  <a:pt x="3129677" y="4123435"/>
                  <a:pt x="2847190" y="4149167"/>
                </a:cubicBezTo>
                <a:cubicBezTo>
                  <a:pt x="2564703" y="4174899"/>
                  <a:pt x="2414453" y="4144523"/>
                  <a:pt x="2157797" y="4149167"/>
                </a:cubicBezTo>
                <a:cubicBezTo>
                  <a:pt x="1901141" y="4153811"/>
                  <a:pt x="1782984" y="4159611"/>
                  <a:pt x="1468405" y="4149167"/>
                </a:cubicBezTo>
                <a:cubicBezTo>
                  <a:pt x="1153826" y="4138723"/>
                  <a:pt x="1102295" y="4177409"/>
                  <a:pt x="868634" y="4149167"/>
                </a:cubicBezTo>
                <a:cubicBezTo>
                  <a:pt x="634973" y="4120925"/>
                  <a:pt x="216618" y="4134223"/>
                  <a:pt x="0" y="4149167"/>
                </a:cubicBezTo>
                <a:cubicBezTo>
                  <a:pt x="-22546" y="3998874"/>
                  <a:pt x="-9731" y="3708794"/>
                  <a:pt x="0" y="3499131"/>
                </a:cubicBezTo>
                <a:cubicBezTo>
                  <a:pt x="9731" y="3289468"/>
                  <a:pt x="36307" y="3126353"/>
                  <a:pt x="0" y="2766111"/>
                </a:cubicBezTo>
                <a:cubicBezTo>
                  <a:pt x="-36307" y="2405869"/>
                  <a:pt x="-27852" y="2252438"/>
                  <a:pt x="0" y="2074584"/>
                </a:cubicBezTo>
                <a:cubicBezTo>
                  <a:pt x="27852" y="1896730"/>
                  <a:pt x="14318" y="1461496"/>
                  <a:pt x="0" y="1300072"/>
                </a:cubicBezTo>
                <a:cubicBezTo>
                  <a:pt x="-14318" y="1138648"/>
                  <a:pt x="4416" y="999887"/>
                  <a:pt x="0" y="733020"/>
                </a:cubicBezTo>
                <a:cubicBezTo>
                  <a:pt x="-4416" y="466153"/>
                  <a:pt x="23465" y="268561"/>
                  <a:pt x="0" y="0"/>
                </a:cubicBezTo>
                <a:close/>
              </a:path>
              <a:path w="8962098" h="414916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92498" y="160046"/>
                  <a:pt x="8926568" y="571899"/>
                  <a:pt x="8962098" y="774511"/>
                </a:cubicBezTo>
                <a:cubicBezTo>
                  <a:pt x="8997628" y="977123"/>
                  <a:pt x="8925907" y="1219166"/>
                  <a:pt x="8962098" y="1507531"/>
                </a:cubicBezTo>
                <a:cubicBezTo>
                  <a:pt x="8998289" y="1795896"/>
                  <a:pt x="8958508" y="1968537"/>
                  <a:pt x="8962098" y="2199059"/>
                </a:cubicBezTo>
                <a:cubicBezTo>
                  <a:pt x="8965688" y="2429581"/>
                  <a:pt x="8977996" y="2611269"/>
                  <a:pt x="8962098" y="2766111"/>
                </a:cubicBezTo>
                <a:cubicBezTo>
                  <a:pt x="8946200" y="2920953"/>
                  <a:pt x="8955091" y="3164152"/>
                  <a:pt x="8962098" y="3374656"/>
                </a:cubicBezTo>
                <a:cubicBezTo>
                  <a:pt x="8969105" y="3585160"/>
                  <a:pt x="8994449" y="3988004"/>
                  <a:pt x="8962098" y="4149167"/>
                </a:cubicBezTo>
                <a:cubicBezTo>
                  <a:pt x="8652068" y="4160940"/>
                  <a:pt x="8578714" y="4182996"/>
                  <a:pt x="8272706" y="4149167"/>
                </a:cubicBezTo>
                <a:cubicBezTo>
                  <a:pt x="7966698" y="4115338"/>
                  <a:pt x="7818200" y="4160632"/>
                  <a:pt x="7493693" y="4149167"/>
                </a:cubicBezTo>
                <a:cubicBezTo>
                  <a:pt x="7169186" y="4137702"/>
                  <a:pt x="7088050" y="4144826"/>
                  <a:pt x="6714680" y="4149167"/>
                </a:cubicBezTo>
                <a:cubicBezTo>
                  <a:pt x="6341310" y="4153508"/>
                  <a:pt x="6345519" y="4129878"/>
                  <a:pt x="6114908" y="4149167"/>
                </a:cubicBezTo>
                <a:cubicBezTo>
                  <a:pt x="5884297" y="4168456"/>
                  <a:pt x="5765622" y="4134238"/>
                  <a:pt x="5604758" y="4149167"/>
                </a:cubicBezTo>
                <a:cubicBezTo>
                  <a:pt x="5443894" y="4164097"/>
                  <a:pt x="5131257" y="4113693"/>
                  <a:pt x="4736124" y="4149167"/>
                </a:cubicBezTo>
                <a:cubicBezTo>
                  <a:pt x="4340991" y="4184641"/>
                  <a:pt x="4390737" y="4134714"/>
                  <a:pt x="4046732" y="4149167"/>
                </a:cubicBezTo>
                <a:cubicBezTo>
                  <a:pt x="3702727" y="4163620"/>
                  <a:pt x="3426655" y="4135980"/>
                  <a:pt x="3178098" y="4149167"/>
                </a:cubicBezTo>
                <a:cubicBezTo>
                  <a:pt x="2929541" y="4162354"/>
                  <a:pt x="2559231" y="4136708"/>
                  <a:pt x="2399085" y="4149167"/>
                </a:cubicBezTo>
                <a:cubicBezTo>
                  <a:pt x="2238939" y="4161626"/>
                  <a:pt x="2136689" y="4173706"/>
                  <a:pt x="1888935" y="4149167"/>
                </a:cubicBezTo>
                <a:cubicBezTo>
                  <a:pt x="1641181" y="4124629"/>
                  <a:pt x="1404576" y="4161247"/>
                  <a:pt x="1199542" y="4149167"/>
                </a:cubicBezTo>
                <a:cubicBezTo>
                  <a:pt x="994508" y="4137087"/>
                  <a:pt x="819641" y="4119209"/>
                  <a:pt x="599771" y="4149167"/>
                </a:cubicBezTo>
                <a:cubicBezTo>
                  <a:pt x="379901" y="4179125"/>
                  <a:pt x="208060" y="4177212"/>
                  <a:pt x="0" y="4149167"/>
                </a:cubicBezTo>
                <a:cubicBezTo>
                  <a:pt x="-24512" y="3980400"/>
                  <a:pt x="1632" y="3629146"/>
                  <a:pt x="0" y="3499131"/>
                </a:cubicBezTo>
                <a:cubicBezTo>
                  <a:pt x="-1632" y="3369116"/>
                  <a:pt x="17790" y="2910627"/>
                  <a:pt x="0" y="2724620"/>
                </a:cubicBezTo>
                <a:cubicBezTo>
                  <a:pt x="-17790" y="2538613"/>
                  <a:pt x="15858" y="2387807"/>
                  <a:pt x="0" y="2157567"/>
                </a:cubicBezTo>
                <a:cubicBezTo>
                  <a:pt x="-15858" y="1927327"/>
                  <a:pt x="-2402" y="1824524"/>
                  <a:pt x="0" y="1590514"/>
                </a:cubicBezTo>
                <a:cubicBezTo>
                  <a:pt x="2402" y="1356504"/>
                  <a:pt x="-8109" y="1213811"/>
                  <a:pt x="0" y="981970"/>
                </a:cubicBezTo>
                <a:cubicBezTo>
                  <a:pt x="8109" y="750129"/>
                  <a:pt x="27571" y="24903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vector&lt;own_ptr&lt;istartable&gt;&gt; v;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socket, acceptor, db_querier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생성해서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넣은 후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v.push_back(make_object&lt;socket&gt;&gt;(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“a”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v.push_back(make_object&lt;acceptor&lt;socket&gt;&gt;&gt;(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“b”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v.push_back(make_object&lt;db_querier&gt;(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“c”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초기화할 값을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context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설정한다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context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c_setting[“a”][“remote_address”][“end_point”] = “192.168.0.100”;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c_setting[“a”][“remote_address”][“port”] = 20000;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c_setting[“b”][“local_address”][“port”] = 22000;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c_setting[“c”][“data_source”] = “www.cgciii.co.kr”;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c_setting[“c”][“id”] = “test”;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c_setting[“c”][“pwd”] = “1234!@#$”;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시작할 때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c_settion context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전달한다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이러면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start()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하는 각 객체들은 자신 파라메터를 읽어서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start()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하게 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iter: v)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v-&gt;start(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CEF5904-1C14-4693-8981-B8A28289754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397904" y="1900556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186EE0-5060-492F-B957-CABF48983119}"/>
              </a:ext>
            </a:extLst>
          </p:cNvPr>
          <p:cNvSpPr/>
          <p:nvPr/>
        </p:nvSpPr>
        <p:spPr>
          <a:xfrm>
            <a:off x="5787116" y="1762056"/>
            <a:ext cx="2223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객체에 이름을 부여해 준다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!!!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2EA1E-E634-4A79-B78E-4483883F03C3}"/>
              </a:ext>
            </a:extLst>
          </p:cNvPr>
          <p:cNvSpPr txBox="1"/>
          <p:nvPr/>
        </p:nvSpPr>
        <p:spPr>
          <a:xfrm>
            <a:off x="1676415" y="5663449"/>
            <a:ext cx="10205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이러면 통합된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필요한 파라미터를 전달할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33C5C94-1E31-46BE-A958-33DDF66E51C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6467371" y="3072328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7A4434-8A60-4B45-9FE0-DA02B5A66D9C}"/>
              </a:ext>
            </a:extLst>
          </p:cNvPr>
          <p:cNvSpPr/>
          <p:nvPr/>
        </p:nvSpPr>
        <p:spPr>
          <a:xfrm>
            <a:off x="6856583" y="2933828"/>
            <a:ext cx="3095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할 때 전달할 파라메터를 작성한다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851E113-5B47-4417-A0CF-E2B8C37B1152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345527" y="4579702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499F3B-CE1E-441C-87C3-DA24A2A28FF1}"/>
              </a:ext>
            </a:extLst>
          </p:cNvPr>
          <p:cNvSpPr/>
          <p:nvPr/>
        </p:nvSpPr>
        <p:spPr>
          <a:xfrm>
            <a:off x="3734739" y="4441202"/>
            <a:ext cx="26597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할 때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c_setting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전달한다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531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379538" y="635718"/>
            <a:ext cx="1020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HY견명조" panose="02030600000101010101" pitchFamily="18" charset="-127"/>
                <a:ea typeface="HY견명조" panose="02030600000101010101" pitchFamily="18" charset="-127"/>
              </a:rPr>
              <a:t>E.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파일에서 읽어들일 수 있으므로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CEF4E-E236-476F-95C1-9ED9B23C2E5E}"/>
              </a:ext>
            </a:extLst>
          </p:cNvPr>
          <p:cNvSpPr txBox="1"/>
          <p:nvPr/>
        </p:nvSpPr>
        <p:spPr>
          <a:xfrm>
            <a:off x="1559675" y="-12879"/>
            <a:ext cx="170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Iobject</a:t>
            </a:r>
            <a:r>
              <a:rPr lang="en-US" altLang="ko-KR" b="1" dirty="0"/>
              <a:t> </a:t>
            </a:r>
            <a:r>
              <a:rPr lang="en-US" altLang="ko-KR" b="1"/>
              <a:t>: why?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FA2A1-6554-43DB-9415-4D53E722B36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F1440-514B-4C02-85F0-D135EAA906D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0AB006-EEA0-496B-95B8-C28E8DEE3B8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37BE1D-A850-4D69-A299-1D78E5AB03A1}"/>
              </a:ext>
            </a:extLst>
          </p:cNvPr>
          <p:cNvSpPr/>
          <p:nvPr/>
        </p:nvSpPr>
        <p:spPr>
          <a:xfrm>
            <a:off x="1676415" y="1028298"/>
            <a:ext cx="8962098" cy="2610285"/>
          </a:xfrm>
          <a:custGeom>
            <a:avLst/>
            <a:gdLst>
              <a:gd name="connsiteX0" fmla="*/ 0 w 8962098"/>
              <a:gd name="connsiteY0" fmla="*/ 0 h 2610285"/>
              <a:gd name="connsiteX1" fmla="*/ 868634 w 8962098"/>
              <a:gd name="connsiteY1" fmla="*/ 0 h 2610285"/>
              <a:gd name="connsiteX2" fmla="*/ 1468405 w 8962098"/>
              <a:gd name="connsiteY2" fmla="*/ 0 h 2610285"/>
              <a:gd name="connsiteX3" fmla="*/ 1888935 w 8962098"/>
              <a:gd name="connsiteY3" fmla="*/ 0 h 2610285"/>
              <a:gd name="connsiteX4" fmla="*/ 2488706 w 8962098"/>
              <a:gd name="connsiteY4" fmla="*/ 0 h 2610285"/>
              <a:gd name="connsiteX5" fmla="*/ 3088477 w 8962098"/>
              <a:gd name="connsiteY5" fmla="*/ 0 h 2610285"/>
              <a:gd name="connsiteX6" fmla="*/ 3867490 w 8962098"/>
              <a:gd name="connsiteY6" fmla="*/ 0 h 2610285"/>
              <a:gd name="connsiteX7" fmla="*/ 4288019 w 8962098"/>
              <a:gd name="connsiteY7" fmla="*/ 0 h 2610285"/>
              <a:gd name="connsiteX8" fmla="*/ 4977411 w 8962098"/>
              <a:gd name="connsiteY8" fmla="*/ 0 h 2610285"/>
              <a:gd name="connsiteX9" fmla="*/ 5487562 w 8962098"/>
              <a:gd name="connsiteY9" fmla="*/ 0 h 2610285"/>
              <a:gd name="connsiteX10" fmla="*/ 5908091 w 8962098"/>
              <a:gd name="connsiteY10" fmla="*/ 0 h 2610285"/>
              <a:gd name="connsiteX11" fmla="*/ 6776725 w 8962098"/>
              <a:gd name="connsiteY11" fmla="*/ 0 h 2610285"/>
              <a:gd name="connsiteX12" fmla="*/ 7376496 w 8962098"/>
              <a:gd name="connsiteY12" fmla="*/ 0 h 2610285"/>
              <a:gd name="connsiteX13" fmla="*/ 8155509 w 8962098"/>
              <a:gd name="connsiteY13" fmla="*/ 0 h 2610285"/>
              <a:gd name="connsiteX14" fmla="*/ 8962098 w 8962098"/>
              <a:gd name="connsiteY14" fmla="*/ 0 h 2610285"/>
              <a:gd name="connsiteX15" fmla="*/ 8962098 w 8962098"/>
              <a:gd name="connsiteY15" fmla="*/ 600366 h 2610285"/>
              <a:gd name="connsiteX16" fmla="*/ 8962098 w 8962098"/>
              <a:gd name="connsiteY16" fmla="*/ 1226834 h 2610285"/>
              <a:gd name="connsiteX17" fmla="*/ 8962098 w 8962098"/>
              <a:gd name="connsiteY17" fmla="*/ 1827200 h 2610285"/>
              <a:gd name="connsiteX18" fmla="*/ 8962098 w 8962098"/>
              <a:gd name="connsiteY18" fmla="*/ 2610285 h 2610285"/>
              <a:gd name="connsiteX19" fmla="*/ 8362327 w 8962098"/>
              <a:gd name="connsiteY19" fmla="*/ 2610285 h 2610285"/>
              <a:gd name="connsiteX20" fmla="*/ 7762556 w 8962098"/>
              <a:gd name="connsiteY20" fmla="*/ 2610285 h 2610285"/>
              <a:gd name="connsiteX21" fmla="*/ 6983543 w 8962098"/>
              <a:gd name="connsiteY21" fmla="*/ 2610285 h 2610285"/>
              <a:gd name="connsiteX22" fmla="*/ 6383771 w 8962098"/>
              <a:gd name="connsiteY22" fmla="*/ 2610285 h 2610285"/>
              <a:gd name="connsiteX23" fmla="*/ 5604758 w 8962098"/>
              <a:gd name="connsiteY23" fmla="*/ 2610285 h 2610285"/>
              <a:gd name="connsiteX24" fmla="*/ 5094608 w 8962098"/>
              <a:gd name="connsiteY24" fmla="*/ 2610285 h 2610285"/>
              <a:gd name="connsiteX25" fmla="*/ 4584458 w 8962098"/>
              <a:gd name="connsiteY25" fmla="*/ 2610285 h 2610285"/>
              <a:gd name="connsiteX26" fmla="*/ 3805445 w 8962098"/>
              <a:gd name="connsiteY26" fmla="*/ 2610285 h 2610285"/>
              <a:gd name="connsiteX27" fmla="*/ 3205674 w 8962098"/>
              <a:gd name="connsiteY27" fmla="*/ 2610285 h 2610285"/>
              <a:gd name="connsiteX28" fmla="*/ 2516281 w 8962098"/>
              <a:gd name="connsiteY28" fmla="*/ 2610285 h 2610285"/>
              <a:gd name="connsiteX29" fmla="*/ 1916510 w 8962098"/>
              <a:gd name="connsiteY29" fmla="*/ 2610285 h 2610285"/>
              <a:gd name="connsiteX30" fmla="*/ 1495981 w 8962098"/>
              <a:gd name="connsiteY30" fmla="*/ 2610285 h 2610285"/>
              <a:gd name="connsiteX31" fmla="*/ 627347 w 8962098"/>
              <a:gd name="connsiteY31" fmla="*/ 2610285 h 2610285"/>
              <a:gd name="connsiteX32" fmla="*/ 0 w 8962098"/>
              <a:gd name="connsiteY32" fmla="*/ 2610285 h 2610285"/>
              <a:gd name="connsiteX33" fmla="*/ 0 w 8962098"/>
              <a:gd name="connsiteY33" fmla="*/ 1905508 h 2610285"/>
              <a:gd name="connsiteX34" fmla="*/ 0 w 8962098"/>
              <a:gd name="connsiteY34" fmla="*/ 1200731 h 2610285"/>
              <a:gd name="connsiteX35" fmla="*/ 0 w 8962098"/>
              <a:gd name="connsiteY35" fmla="*/ 0 h 261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610285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7108" y="183172"/>
                  <a:pt x="8977183" y="438460"/>
                  <a:pt x="8962098" y="600366"/>
                </a:cubicBezTo>
                <a:cubicBezTo>
                  <a:pt x="8947013" y="762272"/>
                  <a:pt x="8963395" y="917239"/>
                  <a:pt x="8962098" y="1226834"/>
                </a:cubicBezTo>
                <a:cubicBezTo>
                  <a:pt x="8960801" y="1536429"/>
                  <a:pt x="8965169" y="1688051"/>
                  <a:pt x="8962098" y="1827200"/>
                </a:cubicBezTo>
                <a:cubicBezTo>
                  <a:pt x="8959027" y="1966349"/>
                  <a:pt x="8954060" y="2411651"/>
                  <a:pt x="8962098" y="2610285"/>
                </a:cubicBezTo>
                <a:cubicBezTo>
                  <a:pt x="8687274" y="2623494"/>
                  <a:pt x="8494791" y="2608852"/>
                  <a:pt x="8362327" y="2610285"/>
                </a:cubicBezTo>
                <a:cubicBezTo>
                  <a:pt x="8229863" y="2611718"/>
                  <a:pt x="7913777" y="2601667"/>
                  <a:pt x="7762556" y="2610285"/>
                </a:cubicBezTo>
                <a:cubicBezTo>
                  <a:pt x="7611335" y="2618903"/>
                  <a:pt x="7339701" y="2625952"/>
                  <a:pt x="6983543" y="2610285"/>
                </a:cubicBezTo>
                <a:cubicBezTo>
                  <a:pt x="6627385" y="2594618"/>
                  <a:pt x="6543892" y="2580587"/>
                  <a:pt x="6383771" y="2610285"/>
                </a:cubicBezTo>
                <a:cubicBezTo>
                  <a:pt x="6223650" y="2639983"/>
                  <a:pt x="5764514" y="2590996"/>
                  <a:pt x="5604758" y="2610285"/>
                </a:cubicBezTo>
                <a:cubicBezTo>
                  <a:pt x="5445002" y="2629574"/>
                  <a:pt x="5345731" y="2634290"/>
                  <a:pt x="5094608" y="2610285"/>
                </a:cubicBezTo>
                <a:cubicBezTo>
                  <a:pt x="4843485" y="2586281"/>
                  <a:pt x="4833978" y="2620798"/>
                  <a:pt x="4584458" y="2610285"/>
                </a:cubicBezTo>
                <a:cubicBezTo>
                  <a:pt x="4334938" y="2599773"/>
                  <a:pt x="3996796" y="2577829"/>
                  <a:pt x="3805445" y="2610285"/>
                </a:cubicBezTo>
                <a:cubicBezTo>
                  <a:pt x="3614094" y="2642741"/>
                  <a:pt x="3362298" y="2603399"/>
                  <a:pt x="3205674" y="2610285"/>
                </a:cubicBezTo>
                <a:cubicBezTo>
                  <a:pt x="3049050" y="2617171"/>
                  <a:pt x="2714112" y="2593441"/>
                  <a:pt x="2516281" y="2610285"/>
                </a:cubicBezTo>
                <a:cubicBezTo>
                  <a:pt x="2318450" y="2627129"/>
                  <a:pt x="2190500" y="2608012"/>
                  <a:pt x="1916510" y="2610285"/>
                </a:cubicBezTo>
                <a:cubicBezTo>
                  <a:pt x="1642520" y="2612558"/>
                  <a:pt x="1631050" y="2600762"/>
                  <a:pt x="1495981" y="2610285"/>
                </a:cubicBezTo>
                <a:cubicBezTo>
                  <a:pt x="1360912" y="2619808"/>
                  <a:pt x="904943" y="2602961"/>
                  <a:pt x="627347" y="2610285"/>
                </a:cubicBezTo>
                <a:cubicBezTo>
                  <a:pt x="349751" y="2617609"/>
                  <a:pt x="215136" y="2609056"/>
                  <a:pt x="0" y="2610285"/>
                </a:cubicBezTo>
                <a:cubicBezTo>
                  <a:pt x="-9562" y="2383249"/>
                  <a:pt x="28380" y="2060252"/>
                  <a:pt x="0" y="1905508"/>
                </a:cubicBezTo>
                <a:cubicBezTo>
                  <a:pt x="-28380" y="1750764"/>
                  <a:pt x="-4845" y="1535701"/>
                  <a:pt x="0" y="1200731"/>
                </a:cubicBezTo>
                <a:cubicBezTo>
                  <a:pt x="4845" y="865761"/>
                  <a:pt x="41176" y="416741"/>
                  <a:pt x="0" y="0"/>
                </a:cubicBezTo>
                <a:close/>
              </a:path>
              <a:path w="8962098" h="261028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2388" y="322165"/>
                  <a:pt x="8991674" y="438039"/>
                  <a:pt x="8962098" y="704777"/>
                </a:cubicBezTo>
                <a:cubicBezTo>
                  <a:pt x="8932522" y="971515"/>
                  <a:pt x="8985737" y="1112985"/>
                  <a:pt x="8962098" y="1383451"/>
                </a:cubicBezTo>
                <a:cubicBezTo>
                  <a:pt x="8938459" y="1653917"/>
                  <a:pt x="8960278" y="1786265"/>
                  <a:pt x="8962098" y="2036022"/>
                </a:cubicBezTo>
                <a:cubicBezTo>
                  <a:pt x="8963918" y="2285779"/>
                  <a:pt x="8944896" y="2418800"/>
                  <a:pt x="8962098" y="2610285"/>
                </a:cubicBezTo>
                <a:cubicBezTo>
                  <a:pt x="8798611" y="2618921"/>
                  <a:pt x="8595103" y="2606529"/>
                  <a:pt x="8451948" y="2610285"/>
                </a:cubicBezTo>
                <a:cubicBezTo>
                  <a:pt x="8308793" y="2614042"/>
                  <a:pt x="7904099" y="2568024"/>
                  <a:pt x="7583314" y="2610285"/>
                </a:cubicBezTo>
                <a:cubicBezTo>
                  <a:pt x="7262529" y="2652546"/>
                  <a:pt x="7199930" y="2644114"/>
                  <a:pt x="6893922" y="2610285"/>
                </a:cubicBezTo>
                <a:cubicBezTo>
                  <a:pt x="6587914" y="2576456"/>
                  <a:pt x="6441786" y="2626639"/>
                  <a:pt x="6114908" y="2610285"/>
                </a:cubicBezTo>
                <a:cubicBezTo>
                  <a:pt x="5788030" y="2593931"/>
                  <a:pt x="5709265" y="2605944"/>
                  <a:pt x="5335895" y="2610285"/>
                </a:cubicBezTo>
                <a:cubicBezTo>
                  <a:pt x="4962525" y="2614626"/>
                  <a:pt x="4965753" y="2587219"/>
                  <a:pt x="4736124" y="2610285"/>
                </a:cubicBezTo>
                <a:cubicBezTo>
                  <a:pt x="4506495" y="2633351"/>
                  <a:pt x="4386838" y="2595356"/>
                  <a:pt x="4225974" y="2610285"/>
                </a:cubicBezTo>
                <a:cubicBezTo>
                  <a:pt x="4065110" y="2625215"/>
                  <a:pt x="3752473" y="2574811"/>
                  <a:pt x="3357340" y="2610285"/>
                </a:cubicBezTo>
                <a:cubicBezTo>
                  <a:pt x="2962207" y="2645759"/>
                  <a:pt x="3011953" y="2595832"/>
                  <a:pt x="2667948" y="2610285"/>
                </a:cubicBezTo>
                <a:cubicBezTo>
                  <a:pt x="2323943" y="2624738"/>
                  <a:pt x="2047871" y="2597098"/>
                  <a:pt x="1799314" y="2610285"/>
                </a:cubicBezTo>
                <a:cubicBezTo>
                  <a:pt x="1550757" y="2623472"/>
                  <a:pt x="1180727" y="2601560"/>
                  <a:pt x="1020300" y="2610285"/>
                </a:cubicBezTo>
                <a:cubicBezTo>
                  <a:pt x="859873" y="2619010"/>
                  <a:pt x="498026" y="2660331"/>
                  <a:pt x="0" y="2610285"/>
                </a:cubicBezTo>
                <a:cubicBezTo>
                  <a:pt x="-22782" y="2350480"/>
                  <a:pt x="-11705" y="2123220"/>
                  <a:pt x="0" y="1957714"/>
                </a:cubicBezTo>
                <a:cubicBezTo>
                  <a:pt x="11705" y="1792208"/>
                  <a:pt x="12028" y="1567361"/>
                  <a:pt x="0" y="1383451"/>
                </a:cubicBezTo>
                <a:cubicBezTo>
                  <a:pt x="-12028" y="1199541"/>
                  <a:pt x="-25255" y="937119"/>
                  <a:pt x="0" y="783086"/>
                </a:cubicBezTo>
                <a:cubicBezTo>
                  <a:pt x="25255" y="629054"/>
                  <a:pt x="9409" y="34060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vector&lt;own_ptr&lt;istartable&gt;&gt; v;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socket, acceptor, db_querier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생성해서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넣은 후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v.push_back(make_object&lt;socket&gt;&gt;(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“a”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v.push_back(make_object&lt;acceptor&lt;socket&gt;&gt;&gt;(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“b”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v.push_back(make_object&lt;db_querier&gt;(</a:t>
            </a:r>
            <a:r>
              <a:rPr lang="en-US" altLang="ko-KR" sz="12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“c”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초기화할 값을 앗사리 외부의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JSON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파일에서 읽어온다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context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c_setting(“setting.json”);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시작할 때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c_settion context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전달한다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이러면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start()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하는 각 객체들은 자신 파라메터를 읽어서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start()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하게 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iter: v)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v-&gt;start(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c_setting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2EA1E-E634-4A79-B78E-4483883F03C3}"/>
              </a:ext>
            </a:extLst>
          </p:cNvPr>
          <p:cNvSpPr txBox="1"/>
          <p:nvPr/>
        </p:nvSpPr>
        <p:spPr>
          <a:xfrm>
            <a:off x="1676415" y="3743212"/>
            <a:ext cx="10205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외부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파일에서 설정된 파라미터를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 전달할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33C5C94-1E31-46BE-A958-33DDF66E51C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272742" y="2546293"/>
            <a:ext cx="1422934" cy="63903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7A4434-8A60-4B45-9FE0-DA02B5A66D9C}"/>
              </a:ext>
            </a:extLst>
          </p:cNvPr>
          <p:cNvSpPr/>
          <p:nvPr/>
        </p:nvSpPr>
        <p:spPr>
          <a:xfrm>
            <a:off x="5695676" y="2407793"/>
            <a:ext cx="36215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설정할 파라미터를 외부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파일에서 읽어온다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7812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572375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52665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82CC3-50F3-4B4D-A41A-343508B0E5A8}"/>
              </a:ext>
            </a:extLst>
          </p:cNvPr>
          <p:cNvSpPr txBox="1"/>
          <p:nvPr/>
        </p:nvSpPr>
        <p:spPr>
          <a:xfrm>
            <a:off x="538480" y="15240"/>
            <a:ext cx="1026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INTERFACES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8FA85-4D93-4224-94C3-96CFDFE3D98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11655</TotalTime>
  <Words>1287</Words>
  <Application>Microsoft Office PowerPoint</Application>
  <PresentationFormat>와이드스크린</PresentationFormat>
  <Paragraphs>172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346</cp:revision>
  <dcterms:created xsi:type="dcterms:W3CDTF">2019-08-08T18:29:33Z</dcterms:created>
  <dcterms:modified xsi:type="dcterms:W3CDTF">2020-01-10T13:09:57Z</dcterms:modified>
</cp:coreProperties>
</file>