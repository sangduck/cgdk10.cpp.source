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6" r:id="rId4"/>
    <p:sldId id="269" r:id="rId5"/>
    <p:sldId id="270" r:id="rId6"/>
    <p:sldId id="261" r:id="rId7"/>
    <p:sldId id="268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pos="8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>
        <p:scale>
          <a:sx n="100" d="100"/>
          <a:sy n="100" d="100"/>
        </p:scale>
        <p:origin x="-252" y="624"/>
      </p:cViewPr>
      <p:guideLst>
        <p:guide orient="horz" pos="391"/>
        <p:guide pos="8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22A7E5-9D6C-4D49-9F84-6FD5581D5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DF23D0-ACA9-4109-859D-3ECB447A1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C36A17-8D0E-4BD4-9D11-B7A7E9E9A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D2E944-0ED1-4607-A36C-5BB69830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B9B9D4-8BBC-476D-8064-35CFCD6B7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82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419A54-E745-4CC6-BB95-027B31215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527CD9-8FD6-41DB-92D5-543810226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C1E69F-6A0C-4988-A80C-D9E079982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A0A22F-E157-407D-9059-6BA690D7D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25A3EE-62DB-427A-BC57-1105595DD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982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69695-5C44-4966-9A13-1C984D986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BB4F0D-22E9-4085-831F-FD98A827D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A917BF-93D8-4FAE-9057-B5DC34BF0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4F97A2-C5F5-4A31-8A8E-9DB0E5BF0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8D523A-5E78-4084-9250-EA62E800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3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4C6390-10D0-4FD4-A9C5-512525EC4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6AF698-79AC-473D-91BE-2AC4B6A9A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47004C-44EF-4C97-90AD-CEC005B13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2DA3BB-F86B-423B-ADF0-0C45FFA7F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BA172-663F-4746-A340-81A5A245E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8ECEE4-F0CB-4000-8737-D35FA8E9B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085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33FDE-6868-41BC-989B-C7995DAA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2CE7D6-2226-4B65-8C8E-7CC6A6A5A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092D66-1FD3-41EB-97C7-DE6FA7F9F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733F04-26EC-425A-A594-4302ABE0A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AB9B29-E3A0-4BA3-A785-C6DCCEF71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93CB7F-B41A-4C1B-ABF3-7333EA9C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4B76826-AE98-4493-AE44-3F7ACB5BD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249C020-97C1-43ED-95BF-408B8BF82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908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FE3F6-CD7E-4531-9825-DA1294BB7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364A65-7602-4E2F-AB3A-1DB84F3C2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370FC8-7EFF-42A1-A3DD-2E35F1F49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EA32FA-FEE4-4DBD-930C-A337BE21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637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D4FEF22-CFFB-471E-8960-DC35A80D0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8E9B52-4735-4887-B334-2DAF94848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849622-257C-4566-88C3-8C0E40D10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711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14B03-A7BA-4811-B9E6-F4B68F507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AABAA1-C57E-4FE1-B2AD-CB2F1C6B5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1A1A2C-F9BA-416A-BBF9-D65DDE042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0EEA2E-4425-4FB2-B940-D630ECB66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5F14BC-4609-49B0-B88F-71ED21D8B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B2F4A1-01AF-4213-B737-2A01F210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582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43167-4408-4C58-ADD5-FC60A11ED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678274A-E2D6-47D8-8667-1D77CFAB27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29D13A-7EED-4A00-A107-5A9D6EE83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2886C8-A6B0-4365-8DF4-783E16274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C8015C-9296-41FD-8594-A6F545A4C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82F2D0-7A4D-4569-A726-EFB2F9A6D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62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FE90C-3B64-42E6-831B-DF1AF8BE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F9955E-804B-4847-A548-B8FAB8A8F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016D88-EA8C-4E33-9AA0-265D828D1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26A646-1DCD-47EA-9189-479181E5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40B22C-804C-4B5E-BC7E-9728A7D2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035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C339A3-C568-40CC-80EA-0D67438C8E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0BA901-4156-43E5-997D-B97D55256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5A3A72-6D07-48D1-A145-8C8FC73BF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5FE233-6062-4295-98E2-CDA8399D8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A950D5-233D-4487-955B-863FE15ED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246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959FC0F-2DDD-468F-8DBD-6A2807FE1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676674-756A-42FE-BD0C-C3CECBFD8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6A869F-4294-4684-B447-EA0E579528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B7EA6-29B8-4261-8591-86CDF1CF1D8C}" type="datetimeFigureOut">
              <a:rPr lang="ko-KR" altLang="en-US" smtClean="0"/>
              <a:t>2020-01-18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C5D8D2-D0ED-4DCE-B1CA-EB46F385A5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2C4440-5EEA-42C9-BA7E-B3A419EF5D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375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8772E26-D7CA-47FF-BBCD-7F33AB899C87}"/>
              </a:ext>
            </a:extLst>
          </p:cNvPr>
          <p:cNvSpPr/>
          <p:nvPr/>
        </p:nvSpPr>
        <p:spPr>
          <a:xfrm>
            <a:off x="0" y="0"/>
            <a:ext cx="141605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416050" y="934616"/>
            <a:ext cx="254101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z="1200"/>
              <a:t>executor?</a:t>
            </a:r>
          </a:p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z="1200"/>
              <a:t>executor.post.function</a:t>
            </a:r>
          </a:p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z="1200"/>
              <a:t>executor.post.lambda&amp;function</a:t>
            </a:r>
          </a:p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z="1200"/>
              <a:t>executor.post.Iexecutable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altLang="ko-KR" sz="1200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63D706D0-7F00-44B7-8338-DA6DCD0C282B}"/>
              </a:ext>
            </a:extLst>
          </p:cNvPr>
          <p:cNvSpPr txBox="1">
            <a:spLocks/>
          </p:cNvSpPr>
          <p:nvPr/>
        </p:nvSpPr>
        <p:spPr>
          <a:xfrm>
            <a:off x="378691" y="347663"/>
            <a:ext cx="5207000" cy="66833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</a:rPr>
              <a:t>CGC.II..</a:t>
            </a:r>
            <a:r>
              <a:rPr lang="en-US" altLang="ko-KR" sz="3200" b="1" dirty="0"/>
              <a:t>EXECUTOR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97255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855892" y="-12879"/>
            <a:ext cx="1278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executor?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20713"/>
            <a:ext cx="93525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다중 쓰레드 효율적으로 처리하기 위해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proactor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패턴의 비동기 처리가 필요하다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즉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,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작은 작업 단위로 처리를 구분하여 각 작업을 여러 쓰레드에 분산해 처리하도록 하는 시스템의 구현이 필요하다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이를 위해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CGDK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에서는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executor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시스템을 제공한다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7937591-42A0-44B8-8B9A-DE7B56055F0F}"/>
              </a:ext>
            </a:extLst>
          </p:cNvPr>
          <p:cNvSpPr/>
          <p:nvPr/>
        </p:nvSpPr>
        <p:spPr>
          <a:xfrm>
            <a:off x="1826772" y="5055296"/>
            <a:ext cx="45215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thread pool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 해당한다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Iexecutable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객체를 받아 쓰레드를 할당해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Iexecutable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의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process_execute()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함수를 호출한다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5245E87-2B62-4A6A-8991-4B23D1ABF8BC}"/>
              </a:ext>
            </a:extLst>
          </p:cNvPr>
          <p:cNvSpPr/>
          <p:nvPr/>
        </p:nvSpPr>
        <p:spPr>
          <a:xfrm>
            <a:off x="7145415" y="5055296"/>
            <a:ext cx="40329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 객체에 해당한다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작은 단위로 처리 내용을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process_execute()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함수에 정의해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executor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 맞겨져 처리된다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173DEF-E56C-454C-AB64-87AB309EDDC1}"/>
              </a:ext>
            </a:extLst>
          </p:cNvPr>
          <p:cNvSpPr txBox="1"/>
          <p:nvPr/>
        </p:nvSpPr>
        <p:spPr>
          <a:xfrm>
            <a:off x="1416050" y="1709628"/>
            <a:ext cx="8930958" cy="649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6700" indent="-2667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Iexecutor</a:t>
            </a:r>
            <a:r>
              <a:rPr lang="ko-KR" altLang="en-US" sz="1400">
                <a:latin typeface="HY견명조" panose="02030600000101010101" pitchFamily="18" charset="-127"/>
                <a:ea typeface="HY견명조" panose="02030600000101010101" pitchFamily="18" charset="-127"/>
              </a:rPr>
              <a:t>와 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Iexecutable</a:t>
            </a:r>
            <a:b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executor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시스템은 크게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Iexecutor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Iexecutable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두가지로 구성요소로 구성된다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1135C056-3649-4C31-8E27-B2E1C472F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877" y="3290264"/>
            <a:ext cx="1733550" cy="1685925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42DA58F4-0823-443C-AF85-3B6E05574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2864" y="3242985"/>
            <a:ext cx="2533650" cy="1781175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13B4C1C-5EBD-43E3-9772-AD0669102CA5}"/>
              </a:ext>
            </a:extLst>
          </p:cNvPr>
          <p:cNvCxnSpPr>
            <a:cxnSpLocks/>
          </p:cNvCxnSpPr>
          <p:nvPr/>
        </p:nvCxnSpPr>
        <p:spPr>
          <a:xfrm flipH="1">
            <a:off x="4814337" y="4506912"/>
            <a:ext cx="2711070" cy="0"/>
          </a:xfrm>
          <a:prstGeom prst="line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D2C4958-148F-42D7-B4E8-C542939A7DCC}"/>
              </a:ext>
            </a:extLst>
          </p:cNvPr>
          <p:cNvSpPr/>
          <p:nvPr/>
        </p:nvSpPr>
        <p:spPr>
          <a:xfrm>
            <a:off x="2869233" y="2661272"/>
            <a:ext cx="1264358" cy="355564"/>
          </a:xfrm>
          <a:prstGeom prst="roundRect">
            <a:avLst/>
          </a:prstGeom>
          <a:solidFill>
            <a:schemeClr val="bg1"/>
          </a:solidFill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thread</a:t>
            </a:r>
            <a:endParaRPr lang="ko-KR" altLang="en-US" sz="1200">
              <a:solidFill>
                <a:schemeClr val="tx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84745A82-55B2-471B-A64C-3F8B40104D51}"/>
              </a:ext>
            </a:extLst>
          </p:cNvPr>
          <p:cNvCxnSpPr>
            <a:cxnSpLocks/>
            <a:endCxn id="20" idx="2"/>
          </p:cNvCxnSpPr>
          <p:nvPr/>
        </p:nvCxnSpPr>
        <p:spPr>
          <a:xfrm flipH="1" flipV="1">
            <a:off x="3501412" y="3016836"/>
            <a:ext cx="1" cy="273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3B55EC5-8DD3-49EE-903F-D395842A3813}"/>
              </a:ext>
            </a:extLst>
          </p:cNvPr>
          <p:cNvSpPr/>
          <p:nvPr/>
        </p:nvSpPr>
        <p:spPr>
          <a:xfrm>
            <a:off x="5313920" y="4011330"/>
            <a:ext cx="176843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post&lt;T&gt;(…)</a:t>
            </a:r>
          </a:p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executor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 실행 요청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6A00B29-9B68-4505-BA55-A41BD2BA8CFE}"/>
              </a:ext>
            </a:extLst>
          </p:cNvPr>
          <p:cNvSpPr txBox="1"/>
          <p:nvPr/>
        </p:nvSpPr>
        <p:spPr>
          <a:xfrm>
            <a:off x="538480" y="15240"/>
            <a:ext cx="15399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EXECUTOR SYSTEM</a:t>
            </a:r>
            <a:endParaRPr lang="ko-KR" altLang="en-US" sz="1200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9AF6263-416D-4CE8-B959-FB5197AB2F13}"/>
              </a:ext>
            </a:extLst>
          </p:cNvPr>
          <p:cNvSpPr/>
          <p:nvPr/>
        </p:nvSpPr>
        <p:spPr>
          <a:xfrm>
            <a:off x="203242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8245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855892" y="-12879"/>
            <a:ext cx="2634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executor.post.function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48085"/>
            <a:ext cx="8930958" cy="649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6700" indent="-2667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executor</a:t>
            </a:r>
            <a:r>
              <a:rPr lang="ko-KR" altLang="en-US" sz="1400">
                <a:latin typeface="HY견명조" panose="02030600000101010101" pitchFamily="18" charset="-127"/>
                <a:ea typeface="HY견명조" panose="02030600000101010101" pitchFamily="18" charset="-127"/>
              </a:rPr>
              <a:t>와 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post(…)</a:t>
            </a:r>
            <a:b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executor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 비동기 실행을 요청하는 함수는 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post&lt;T&gt;()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E18FB9-9089-4DEC-B4E4-2F41FA93DD7B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FD9A726-6175-471C-A88B-67B1332216E8}"/>
              </a:ext>
            </a:extLst>
          </p:cNvPr>
          <p:cNvSpPr/>
          <p:nvPr/>
        </p:nvSpPr>
        <p:spPr>
          <a:xfrm>
            <a:off x="1788226" y="1380403"/>
            <a:ext cx="8962098" cy="1838177"/>
          </a:xfrm>
          <a:custGeom>
            <a:avLst/>
            <a:gdLst>
              <a:gd name="connsiteX0" fmla="*/ 0 w 8962098"/>
              <a:gd name="connsiteY0" fmla="*/ 0 h 1838177"/>
              <a:gd name="connsiteX1" fmla="*/ 510150 w 8962098"/>
              <a:gd name="connsiteY1" fmla="*/ 0 h 1838177"/>
              <a:gd name="connsiteX2" fmla="*/ 930679 w 8962098"/>
              <a:gd name="connsiteY2" fmla="*/ 0 h 1838177"/>
              <a:gd name="connsiteX3" fmla="*/ 1440830 w 8962098"/>
              <a:gd name="connsiteY3" fmla="*/ 0 h 1838177"/>
              <a:gd name="connsiteX4" fmla="*/ 2040601 w 8962098"/>
              <a:gd name="connsiteY4" fmla="*/ 0 h 1838177"/>
              <a:gd name="connsiteX5" fmla="*/ 2461130 w 8962098"/>
              <a:gd name="connsiteY5" fmla="*/ 0 h 1838177"/>
              <a:gd name="connsiteX6" fmla="*/ 3060901 w 8962098"/>
              <a:gd name="connsiteY6" fmla="*/ 0 h 1838177"/>
              <a:gd name="connsiteX7" fmla="*/ 3660672 w 8962098"/>
              <a:gd name="connsiteY7" fmla="*/ 0 h 1838177"/>
              <a:gd name="connsiteX8" fmla="*/ 4439685 w 8962098"/>
              <a:gd name="connsiteY8" fmla="*/ 0 h 1838177"/>
              <a:gd name="connsiteX9" fmla="*/ 4860215 w 8962098"/>
              <a:gd name="connsiteY9" fmla="*/ 0 h 1838177"/>
              <a:gd name="connsiteX10" fmla="*/ 5549607 w 8962098"/>
              <a:gd name="connsiteY10" fmla="*/ 0 h 1838177"/>
              <a:gd name="connsiteX11" fmla="*/ 6059757 w 8962098"/>
              <a:gd name="connsiteY11" fmla="*/ 0 h 1838177"/>
              <a:gd name="connsiteX12" fmla="*/ 6480286 w 8962098"/>
              <a:gd name="connsiteY12" fmla="*/ 0 h 1838177"/>
              <a:gd name="connsiteX13" fmla="*/ 7348920 w 8962098"/>
              <a:gd name="connsiteY13" fmla="*/ 0 h 1838177"/>
              <a:gd name="connsiteX14" fmla="*/ 7948692 w 8962098"/>
              <a:gd name="connsiteY14" fmla="*/ 0 h 1838177"/>
              <a:gd name="connsiteX15" fmla="*/ 8962098 w 8962098"/>
              <a:gd name="connsiteY15" fmla="*/ 0 h 1838177"/>
              <a:gd name="connsiteX16" fmla="*/ 8962098 w 8962098"/>
              <a:gd name="connsiteY16" fmla="*/ 612726 h 1838177"/>
              <a:gd name="connsiteX17" fmla="*/ 8962098 w 8962098"/>
              <a:gd name="connsiteY17" fmla="*/ 1225451 h 1838177"/>
              <a:gd name="connsiteX18" fmla="*/ 8962098 w 8962098"/>
              <a:gd name="connsiteY18" fmla="*/ 1838177 h 1838177"/>
              <a:gd name="connsiteX19" fmla="*/ 8451948 w 8962098"/>
              <a:gd name="connsiteY19" fmla="*/ 1838177 h 1838177"/>
              <a:gd name="connsiteX20" fmla="*/ 7762556 w 8962098"/>
              <a:gd name="connsiteY20" fmla="*/ 1838177 h 1838177"/>
              <a:gd name="connsiteX21" fmla="*/ 7073163 w 8962098"/>
              <a:gd name="connsiteY21" fmla="*/ 1838177 h 1838177"/>
              <a:gd name="connsiteX22" fmla="*/ 6473392 w 8962098"/>
              <a:gd name="connsiteY22" fmla="*/ 1838177 h 1838177"/>
              <a:gd name="connsiteX23" fmla="*/ 5694379 w 8962098"/>
              <a:gd name="connsiteY23" fmla="*/ 1838177 h 1838177"/>
              <a:gd name="connsiteX24" fmla="*/ 5094608 w 8962098"/>
              <a:gd name="connsiteY24" fmla="*/ 1838177 h 1838177"/>
              <a:gd name="connsiteX25" fmla="*/ 4315595 w 8962098"/>
              <a:gd name="connsiteY25" fmla="*/ 1838177 h 1838177"/>
              <a:gd name="connsiteX26" fmla="*/ 3805445 w 8962098"/>
              <a:gd name="connsiteY26" fmla="*/ 1838177 h 1838177"/>
              <a:gd name="connsiteX27" fmla="*/ 3295294 w 8962098"/>
              <a:gd name="connsiteY27" fmla="*/ 1838177 h 1838177"/>
              <a:gd name="connsiteX28" fmla="*/ 2516281 w 8962098"/>
              <a:gd name="connsiteY28" fmla="*/ 1838177 h 1838177"/>
              <a:gd name="connsiteX29" fmla="*/ 1916510 w 8962098"/>
              <a:gd name="connsiteY29" fmla="*/ 1838177 h 1838177"/>
              <a:gd name="connsiteX30" fmla="*/ 1227118 w 8962098"/>
              <a:gd name="connsiteY30" fmla="*/ 1838177 h 1838177"/>
              <a:gd name="connsiteX31" fmla="*/ 627347 w 8962098"/>
              <a:gd name="connsiteY31" fmla="*/ 1838177 h 1838177"/>
              <a:gd name="connsiteX32" fmla="*/ 0 w 8962098"/>
              <a:gd name="connsiteY32" fmla="*/ 1838177 h 1838177"/>
              <a:gd name="connsiteX33" fmla="*/ 0 w 8962098"/>
              <a:gd name="connsiteY33" fmla="*/ 1188688 h 1838177"/>
              <a:gd name="connsiteX34" fmla="*/ 0 w 8962098"/>
              <a:gd name="connsiteY34" fmla="*/ 631107 h 1838177"/>
              <a:gd name="connsiteX35" fmla="*/ 0 w 8962098"/>
              <a:gd name="connsiteY35" fmla="*/ 0 h 1838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62098" h="1838177" fill="none" extrusionOk="0">
                <a:moveTo>
                  <a:pt x="0" y="0"/>
                </a:moveTo>
                <a:cubicBezTo>
                  <a:pt x="180912" y="-9047"/>
                  <a:pt x="382992" y="-5112"/>
                  <a:pt x="510150" y="0"/>
                </a:cubicBezTo>
                <a:cubicBezTo>
                  <a:pt x="637308" y="5112"/>
                  <a:pt x="802085" y="-9074"/>
                  <a:pt x="930679" y="0"/>
                </a:cubicBezTo>
                <a:cubicBezTo>
                  <a:pt x="1059273" y="9074"/>
                  <a:pt x="1240044" y="4253"/>
                  <a:pt x="1440830" y="0"/>
                </a:cubicBezTo>
                <a:cubicBezTo>
                  <a:pt x="1641616" y="-4253"/>
                  <a:pt x="1913285" y="11627"/>
                  <a:pt x="2040601" y="0"/>
                </a:cubicBezTo>
                <a:cubicBezTo>
                  <a:pt x="2167917" y="-11627"/>
                  <a:pt x="2285150" y="18199"/>
                  <a:pt x="2461130" y="0"/>
                </a:cubicBezTo>
                <a:cubicBezTo>
                  <a:pt x="2637110" y="-18199"/>
                  <a:pt x="2828636" y="4492"/>
                  <a:pt x="3060901" y="0"/>
                </a:cubicBezTo>
                <a:cubicBezTo>
                  <a:pt x="3293166" y="-4492"/>
                  <a:pt x="3400102" y="-11615"/>
                  <a:pt x="3660672" y="0"/>
                </a:cubicBezTo>
                <a:cubicBezTo>
                  <a:pt x="3921242" y="11615"/>
                  <a:pt x="4103222" y="33240"/>
                  <a:pt x="4439685" y="0"/>
                </a:cubicBezTo>
                <a:cubicBezTo>
                  <a:pt x="4776148" y="-33240"/>
                  <a:pt x="4682591" y="17857"/>
                  <a:pt x="4860215" y="0"/>
                </a:cubicBezTo>
                <a:cubicBezTo>
                  <a:pt x="5037839" y="-17857"/>
                  <a:pt x="5363902" y="-10920"/>
                  <a:pt x="5549607" y="0"/>
                </a:cubicBezTo>
                <a:cubicBezTo>
                  <a:pt x="5735312" y="10920"/>
                  <a:pt x="5956019" y="9149"/>
                  <a:pt x="6059757" y="0"/>
                </a:cubicBezTo>
                <a:cubicBezTo>
                  <a:pt x="6163495" y="-9149"/>
                  <a:pt x="6329987" y="5934"/>
                  <a:pt x="6480286" y="0"/>
                </a:cubicBezTo>
                <a:cubicBezTo>
                  <a:pt x="6630585" y="-5934"/>
                  <a:pt x="7107847" y="-26784"/>
                  <a:pt x="7348920" y="0"/>
                </a:cubicBezTo>
                <a:cubicBezTo>
                  <a:pt x="7589993" y="26784"/>
                  <a:pt x="7767262" y="-14219"/>
                  <a:pt x="7948692" y="0"/>
                </a:cubicBezTo>
                <a:cubicBezTo>
                  <a:pt x="8130122" y="14219"/>
                  <a:pt x="8523513" y="2118"/>
                  <a:pt x="8962098" y="0"/>
                </a:cubicBezTo>
                <a:cubicBezTo>
                  <a:pt x="8974346" y="152990"/>
                  <a:pt x="8953502" y="334197"/>
                  <a:pt x="8962098" y="612726"/>
                </a:cubicBezTo>
                <a:cubicBezTo>
                  <a:pt x="8970694" y="891255"/>
                  <a:pt x="8957489" y="1000157"/>
                  <a:pt x="8962098" y="1225451"/>
                </a:cubicBezTo>
                <a:cubicBezTo>
                  <a:pt x="8966707" y="1450746"/>
                  <a:pt x="8991988" y="1698033"/>
                  <a:pt x="8962098" y="1838177"/>
                </a:cubicBezTo>
                <a:cubicBezTo>
                  <a:pt x="8768339" y="1839315"/>
                  <a:pt x="8635883" y="1840952"/>
                  <a:pt x="8451948" y="1838177"/>
                </a:cubicBezTo>
                <a:cubicBezTo>
                  <a:pt x="8268013" y="1835403"/>
                  <a:pt x="7906679" y="1804493"/>
                  <a:pt x="7762556" y="1838177"/>
                </a:cubicBezTo>
                <a:cubicBezTo>
                  <a:pt x="7618433" y="1871861"/>
                  <a:pt x="7274105" y="1837282"/>
                  <a:pt x="7073163" y="1838177"/>
                </a:cubicBezTo>
                <a:cubicBezTo>
                  <a:pt x="6872221" y="1839072"/>
                  <a:pt x="6624613" y="1829559"/>
                  <a:pt x="6473392" y="1838177"/>
                </a:cubicBezTo>
                <a:cubicBezTo>
                  <a:pt x="6322171" y="1846795"/>
                  <a:pt x="6050537" y="1853844"/>
                  <a:pt x="5694379" y="1838177"/>
                </a:cubicBezTo>
                <a:cubicBezTo>
                  <a:pt x="5338221" y="1822510"/>
                  <a:pt x="5248367" y="1867042"/>
                  <a:pt x="5094608" y="1838177"/>
                </a:cubicBezTo>
                <a:cubicBezTo>
                  <a:pt x="4940849" y="1809312"/>
                  <a:pt x="4475351" y="1818888"/>
                  <a:pt x="4315595" y="1838177"/>
                </a:cubicBezTo>
                <a:cubicBezTo>
                  <a:pt x="4155839" y="1857466"/>
                  <a:pt x="4056568" y="1862182"/>
                  <a:pt x="3805445" y="1838177"/>
                </a:cubicBezTo>
                <a:cubicBezTo>
                  <a:pt x="3554322" y="1814173"/>
                  <a:pt x="3547939" y="1849663"/>
                  <a:pt x="3295294" y="1838177"/>
                </a:cubicBezTo>
                <a:cubicBezTo>
                  <a:pt x="3042649" y="1826691"/>
                  <a:pt x="2707632" y="1805721"/>
                  <a:pt x="2516281" y="1838177"/>
                </a:cubicBezTo>
                <a:cubicBezTo>
                  <a:pt x="2324930" y="1870633"/>
                  <a:pt x="2073134" y="1831291"/>
                  <a:pt x="1916510" y="1838177"/>
                </a:cubicBezTo>
                <a:cubicBezTo>
                  <a:pt x="1759886" y="1845063"/>
                  <a:pt x="1421649" y="1816883"/>
                  <a:pt x="1227118" y="1838177"/>
                </a:cubicBezTo>
                <a:cubicBezTo>
                  <a:pt x="1032587" y="1859471"/>
                  <a:pt x="901337" y="1835904"/>
                  <a:pt x="627347" y="1838177"/>
                </a:cubicBezTo>
                <a:cubicBezTo>
                  <a:pt x="353357" y="1840450"/>
                  <a:pt x="301530" y="1851788"/>
                  <a:pt x="0" y="1838177"/>
                </a:cubicBezTo>
                <a:cubicBezTo>
                  <a:pt x="-23103" y="1607537"/>
                  <a:pt x="-1959" y="1421760"/>
                  <a:pt x="0" y="1188688"/>
                </a:cubicBezTo>
                <a:cubicBezTo>
                  <a:pt x="1959" y="955616"/>
                  <a:pt x="3731" y="805366"/>
                  <a:pt x="0" y="631107"/>
                </a:cubicBezTo>
                <a:cubicBezTo>
                  <a:pt x="-3731" y="456848"/>
                  <a:pt x="31380" y="257430"/>
                  <a:pt x="0" y="0"/>
                </a:cubicBezTo>
                <a:close/>
              </a:path>
              <a:path w="8962098" h="1838177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30204" y="185790"/>
                  <a:pt x="8956463" y="343141"/>
                  <a:pt x="8962098" y="649489"/>
                </a:cubicBezTo>
                <a:cubicBezTo>
                  <a:pt x="8967733" y="955837"/>
                  <a:pt x="8957298" y="1098120"/>
                  <a:pt x="8962098" y="1280597"/>
                </a:cubicBezTo>
                <a:cubicBezTo>
                  <a:pt x="8966898" y="1463074"/>
                  <a:pt x="8969140" y="1562470"/>
                  <a:pt x="8962098" y="1838177"/>
                </a:cubicBezTo>
                <a:cubicBezTo>
                  <a:pt x="8796241" y="1849761"/>
                  <a:pt x="8685247" y="1840286"/>
                  <a:pt x="8541569" y="1838177"/>
                </a:cubicBezTo>
                <a:cubicBezTo>
                  <a:pt x="8397891" y="1836068"/>
                  <a:pt x="8145758" y="1823280"/>
                  <a:pt x="7852177" y="1838177"/>
                </a:cubicBezTo>
                <a:cubicBezTo>
                  <a:pt x="7558596" y="1853074"/>
                  <a:pt x="7304328" y="1795916"/>
                  <a:pt x="6983543" y="1838177"/>
                </a:cubicBezTo>
                <a:cubicBezTo>
                  <a:pt x="6662758" y="1880438"/>
                  <a:pt x="6600854" y="1803998"/>
                  <a:pt x="6294150" y="1838177"/>
                </a:cubicBezTo>
                <a:cubicBezTo>
                  <a:pt x="5987446" y="1872356"/>
                  <a:pt x="5839644" y="1849642"/>
                  <a:pt x="5515137" y="1838177"/>
                </a:cubicBezTo>
                <a:cubicBezTo>
                  <a:pt x="5190630" y="1826712"/>
                  <a:pt x="5109494" y="1833836"/>
                  <a:pt x="4736124" y="1838177"/>
                </a:cubicBezTo>
                <a:cubicBezTo>
                  <a:pt x="4362754" y="1842518"/>
                  <a:pt x="4365982" y="1815111"/>
                  <a:pt x="4136353" y="1838177"/>
                </a:cubicBezTo>
                <a:cubicBezTo>
                  <a:pt x="3906724" y="1861243"/>
                  <a:pt x="3787067" y="1823248"/>
                  <a:pt x="3626203" y="1838177"/>
                </a:cubicBezTo>
                <a:cubicBezTo>
                  <a:pt x="3465339" y="1853107"/>
                  <a:pt x="3152702" y="1802703"/>
                  <a:pt x="2757569" y="1838177"/>
                </a:cubicBezTo>
                <a:cubicBezTo>
                  <a:pt x="2362436" y="1873651"/>
                  <a:pt x="2209304" y="1826158"/>
                  <a:pt x="2068176" y="1838177"/>
                </a:cubicBezTo>
                <a:cubicBezTo>
                  <a:pt x="1927048" y="1850196"/>
                  <a:pt x="1448099" y="1824990"/>
                  <a:pt x="1199542" y="1838177"/>
                </a:cubicBezTo>
                <a:cubicBezTo>
                  <a:pt x="950985" y="1851364"/>
                  <a:pt x="527239" y="1787802"/>
                  <a:pt x="0" y="1838177"/>
                </a:cubicBezTo>
                <a:cubicBezTo>
                  <a:pt x="-16936" y="1649704"/>
                  <a:pt x="-17425" y="1502707"/>
                  <a:pt x="0" y="1262215"/>
                </a:cubicBezTo>
                <a:cubicBezTo>
                  <a:pt x="17425" y="1021723"/>
                  <a:pt x="-26562" y="896948"/>
                  <a:pt x="0" y="704635"/>
                </a:cubicBezTo>
                <a:cubicBezTo>
                  <a:pt x="26562" y="512322"/>
                  <a:pt x="4865" y="292271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// - executor</a:t>
            </a:r>
            <a:r>
              <a:rPr lang="ko-KR" altLang="en-US" sz="1000">
                <a:solidFill>
                  <a:srgbClr val="00B050"/>
                </a:solidFill>
              </a:rPr>
              <a:t>를 생성한다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pPr defTabSz="360000"/>
            <a:r>
              <a:rPr lang="en-US" altLang="ko-KR" sz="1000"/>
              <a:t>auto pexecutor = make_own&lt;</a:t>
            </a:r>
            <a:r>
              <a:rPr lang="en-US" altLang="ko-KR" sz="1000" b="1"/>
              <a:t>executor::thread_pool&lt;&gt;</a:t>
            </a:r>
            <a:r>
              <a:rPr lang="en-US" altLang="ko-KR" sz="1000"/>
              <a:t>&gt;();</a:t>
            </a:r>
          </a:p>
          <a:p>
            <a:pPr defTabSz="360000"/>
            <a:endParaRPr lang="ko-KR" altLang="en-US" sz="1000"/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// - executor</a:t>
            </a:r>
            <a:r>
              <a:rPr lang="ko-KR" altLang="en-US" sz="1000">
                <a:solidFill>
                  <a:srgbClr val="00B050"/>
                </a:solidFill>
              </a:rPr>
              <a:t>를 </a:t>
            </a:r>
            <a:r>
              <a:rPr lang="en-US" altLang="ko-KR" sz="1000">
                <a:solidFill>
                  <a:srgbClr val="00B050"/>
                </a:solidFill>
              </a:rPr>
              <a:t>thread</a:t>
            </a:r>
            <a:r>
              <a:rPr lang="ko-KR" altLang="en-US" sz="1000">
                <a:solidFill>
                  <a:srgbClr val="00B050"/>
                </a:solidFill>
              </a:rPr>
              <a:t>수가 </a:t>
            </a:r>
            <a:r>
              <a:rPr lang="en-US" altLang="ko-KR" sz="1000">
                <a:solidFill>
                  <a:srgbClr val="00B050"/>
                </a:solidFill>
              </a:rPr>
              <a:t>2</a:t>
            </a:r>
            <a:r>
              <a:rPr lang="ko-KR" altLang="en-US" sz="1000">
                <a:solidFill>
                  <a:srgbClr val="00B050"/>
                </a:solidFill>
              </a:rPr>
              <a:t>개인 </a:t>
            </a:r>
            <a:r>
              <a:rPr lang="en-US" altLang="ko-KR" sz="1000">
                <a:solidFill>
                  <a:srgbClr val="00B050"/>
                </a:solidFill>
              </a:rPr>
              <a:t>thread_pool</a:t>
            </a:r>
            <a:r>
              <a:rPr lang="ko-KR" altLang="en-US" sz="1000">
                <a:solidFill>
                  <a:srgbClr val="00B050"/>
                </a:solidFill>
              </a:rPr>
              <a:t>을 생성하여 시작한다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pPr defTabSz="360000"/>
            <a:r>
              <a:rPr lang="en-US" altLang="ko-KR" sz="1000"/>
              <a:t>pexecutor-&gt;start(2);</a:t>
            </a:r>
          </a:p>
          <a:p>
            <a:pPr defTabSz="360000"/>
            <a:endParaRPr lang="ko-KR" altLang="en-US" sz="1000"/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// - executor</a:t>
            </a:r>
            <a:r>
              <a:rPr lang="ko-KR" altLang="en-US" sz="1000">
                <a:solidFill>
                  <a:srgbClr val="00B050"/>
                </a:solidFill>
              </a:rPr>
              <a:t>에 비동기 실행을 요청한다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pPr defTabSz="360000"/>
            <a:r>
              <a:rPr lang="en-US" altLang="ko-KR" sz="1000"/>
              <a:t>pexecutor-&gt;</a:t>
            </a:r>
            <a:r>
              <a:rPr lang="en-US" altLang="ko-KR" sz="1000" b="1"/>
              <a:t>post</a:t>
            </a:r>
            <a:r>
              <a:rPr lang="en-US" altLang="ko-KR" sz="1000"/>
              <a:t>([=]()</a:t>
            </a:r>
          </a:p>
          <a:p>
            <a:pPr defTabSz="360000"/>
            <a:r>
              <a:rPr lang="en-US" altLang="ko-KR" sz="1000"/>
              <a:t>{</a:t>
            </a:r>
          </a:p>
          <a:p>
            <a:pPr defTabSz="360000"/>
            <a:r>
              <a:rPr lang="en-US" altLang="ko-KR" sz="1000"/>
              <a:t>	printf("lambda execution.");</a:t>
            </a:r>
          </a:p>
          <a:p>
            <a:pPr defTabSz="360000"/>
            <a:r>
              <a:rPr lang="en-US" altLang="ko-KR" sz="1000"/>
              <a:t>});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0A7235-D705-4498-8122-ED5C7CC4474E}"/>
              </a:ext>
            </a:extLst>
          </p:cNvPr>
          <p:cNvSpPr txBox="1"/>
          <p:nvPr/>
        </p:nvSpPr>
        <p:spPr>
          <a:xfrm>
            <a:off x="1464250" y="3329289"/>
            <a:ext cx="8930958" cy="926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6700" indent="-2667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system_executor</a:t>
            </a:r>
            <a:b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내부적으로 기본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executor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 해당하는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system_executor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가지고 있다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따라서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executor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생성할 필요 없이 기본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executor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post&lt;T&gt;()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호출해 비동기 처리가 가능하다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1AF643C-2721-4A95-9115-8EB059647314}"/>
              </a:ext>
            </a:extLst>
          </p:cNvPr>
          <p:cNvSpPr/>
          <p:nvPr/>
        </p:nvSpPr>
        <p:spPr>
          <a:xfrm>
            <a:off x="1788226" y="4350135"/>
            <a:ext cx="8962098" cy="760959"/>
          </a:xfrm>
          <a:custGeom>
            <a:avLst/>
            <a:gdLst>
              <a:gd name="connsiteX0" fmla="*/ 0 w 8962098"/>
              <a:gd name="connsiteY0" fmla="*/ 0 h 760959"/>
              <a:gd name="connsiteX1" fmla="*/ 420529 w 8962098"/>
              <a:gd name="connsiteY1" fmla="*/ 0 h 760959"/>
              <a:gd name="connsiteX2" fmla="*/ 1199542 w 8962098"/>
              <a:gd name="connsiteY2" fmla="*/ 0 h 760959"/>
              <a:gd name="connsiteX3" fmla="*/ 1620072 w 8962098"/>
              <a:gd name="connsiteY3" fmla="*/ 0 h 760959"/>
              <a:gd name="connsiteX4" fmla="*/ 2040601 w 8962098"/>
              <a:gd name="connsiteY4" fmla="*/ 0 h 760959"/>
              <a:gd name="connsiteX5" fmla="*/ 2550751 w 8962098"/>
              <a:gd name="connsiteY5" fmla="*/ 0 h 760959"/>
              <a:gd name="connsiteX6" fmla="*/ 3150522 w 8962098"/>
              <a:gd name="connsiteY6" fmla="*/ 0 h 760959"/>
              <a:gd name="connsiteX7" fmla="*/ 3571051 w 8962098"/>
              <a:gd name="connsiteY7" fmla="*/ 0 h 760959"/>
              <a:gd name="connsiteX8" fmla="*/ 4170823 w 8962098"/>
              <a:gd name="connsiteY8" fmla="*/ 0 h 760959"/>
              <a:gd name="connsiteX9" fmla="*/ 4770594 w 8962098"/>
              <a:gd name="connsiteY9" fmla="*/ 0 h 760959"/>
              <a:gd name="connsiteX10" fmla="*/ 5549607 w 8962098"/>
              <a:gd name="connsiteY10" fmla="*/ 0 h 760959"/>
              <a:gd name="connsiteX11" fmla="*/ 5970136 w 8962098"/>
              <a:gd name="connsiteY11" fmla="*/ 0 h 760959"/>
              <a:gd name="connsiteX12" fmla="*/ 6659528 w 8962098"/>
              <a:gd name="connsiteY12" fmla="*/ 0 h 760959"/>
              <a:gd name="connsiteX13" fmla="*/ 7169678 w 8962098"/>
              <a:gd name="connsiteY13" fmla="*/ 0 h 760959"/>
              <a:gd name="connsiteX14" fmla="*/ 7590208 w 8962098"/>
              <a:gd name="connsiteY14" fmla="*/ 0 h 760959"/>
              <a:gd name="connsiteX15" fmla="*/ 8962098 w 8962098"/>
              <a:gd name="connsiteY15" fmla="*/ 0 h 760959"/>
              <a:gd name="connsiteX16" fmla="*/ 8962098 w 8962098"/>
              <a:gd name="connsiteY16" fmla="*/ 372870 h 760959"/>
              <a:gd name="connsiteX17" fmla="*/ 8962098 w 8962098"/>
              <a:gd name="connsiteY17" fmla="*/ 760959 h 760959"/>
              <a:gd name="connsiteX18" fmla="*/ 8541569 w 8962098"/>
              <a:gd name="connsiteY18" fmla="*/ 760959 h 760959"/>
              <a:gd name="connsiteX19" fmla="*/ 7672935 w 8962098"/>
              <a:gd name="connsiteY19" fmla="*/ 760959 h 760959"/>
              <a:gd name="connsiteX20" fmla="*/ 7252405 w 8962098"/>
              <a:gd name="connsiteY20" fmla="*/ 760959 h 760959"/>
              <a:gd name="connsiteX21" fmla="*/ 6473392 w 8962098"/>
              <a:gd name="connsiteY21" fmla="*/ 760959 h 760959"/>
              <a:gd name="connsiteX22" fmla="*/ 5784000 w 8962098"/>
              <a:gd name="connsiteY22" fmla="*/ 760959 h 760959"/>
              <a:gd name="connsiteX23" fmla="*/ 5094608 w 8962098"/>
              <a:gd name="connsiteY23" fmla="*/ 760959 h 760959"/>
              <a:gd name="connsiteX24" fmla="*/ 4494837 w 8962098"/>
              <a:gd name="connsiteY24" fmla="*/ 760959 h 760959"/>
              <a:gd name="connsiteX25" fmla="*/ 3715824 w 8962098"/>
              <a:gd name="connsiteY25" fmla="*/ 760959 h 760959"/>
              <a:gd name="connsiteX26" fmla="*/ 3116053 w 8962098"/>
              <a:gd name="connsiteY26" fmla="*/ 760959 h 760959"/>
              <a:gd name="connsiteX27" fmla="*/ 2337039 w 8962098"/>
              <a:gd name="connsiteY27" fmla="*/ 760959 h 760959"/>
              <a:gd name="connsiteX28" fmla="*/ 1826889 w 8962098"/>
              <a:gd name="connsiteY28" fmla="*/ 760959 h 760959"/>
              <a:gd name="connsiteX29" fmla="*/ 1316739 w 8962098"/>
              <a:gd name="connsiteY29" fmla="*/ 760959 h 760959"/>
              <a:gd name="connsiteX30" fmla="*/ 0 w 8962098"/>
              <a:gd name="connsiteY30" fmla="*/ 760959 h 760959"/>
              <a:gd name="connsiteX31" fmla="*/ 0 w 8962098"/>
              <a:gd name="connsiteY31" fmla="*/ 388089 h 760959"/>
              <a:gd name="connsiteX32" fmla="*/ 0 w 8962098"/>
              <a:gd name="connsiteY32" fmla="*/ 0 h 760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62098" h="760959" fill="none" extrusionOk="0">
                <a:moveTo>
                  <a:pt x="0" y="0"/>
                </a:moveTo>
                <a:cubicBezTo>
                  <a:pt x="106741" y="-5227"/>
                  <a:pt x="258086" y="10078"/>
                  <a:pt x="420529" y="0"/>
                </a:cubicBezTo>
                <a:cubicBezTo>
                  <a:pt x="582972" y="-10078"/>
                  <a:pt x="967967" y="-21079"/>
                  <a:pt x="1199542" y="0"/>
                </a:cubicBezTo>
                <a:cubicBezTo>
                  <a:pt x="1431117" y="21079"/>
                  <a:pt x="1447174" y="13280"/>
                  <a:pt x="1620072" y="0"/>
                </a:cubicBezTo>
                <a:cubicBezTo>
                  <a:pt x="1792970" y="-13280"/>
                  <a:pt x="1912007" y="-9074"/>
                  <a:pt x="2040601" y="0"/>
                </a:cubicBezTo>
                <a:cubicBezTo>
                  <a:pt x="2169195" y="9074"/>
                  <a:pt x="2355610" y="5328"/>
                  <a:pt x="2550751" y="0"/>
                </a:cubicBezTo>
                <a:cubicBezTo>
                  <a:pt x="2745892" y="-5328"/>
                  <a:pt x="3023206" y="11627"/>
                  <a:pt x="3150522" y="0"/>
                </a:cubicBezTo>
                <a:cubicBezTo>
                  <a:pt x="3277838" y="-11627"/>
                  <a:pt x="3395071" y="18199"/>
                  <a:pt x="3571051" y="0"/>
                </a:cubicBezTo>
                <a:cubicBezTo>
                  <a:pt x="3747031" y="-18199"/>
                  <a:pt x="3938407" y="1645"/>
                  <a:pt x="4170823" y="0"/>
                </a:cubicBezTo>
                <a:cubicBezTo>
                  <a:pt x="4403239" y="-1645"/>
                  <a:pt x="4510024" y="-11615"/>
                  <a:pt x="4770594" y="0"/>
                </a:cubicBezTo>
                <a:cubicBezTo>
                  <a:pt x="5031164" y="11615"/>
                  <a:pt x="5213144" y="33240"/>
                  <a:pt x="5549607" y="0"/>
                </a:cubicBezTo>
                <a:cubicBezTo>
                  <a:pt x="5886070" y="-33240"/>
                  <a:pt x="5800410" y="18316"/>
                  <a:pt x="5970136" y="0"/>
                </a:cubicBezTo>
                <a:cubicBezTo>
                  <a:pt x="6139862" y="-18316"/>
                  <a:pt x="6473823" y="-10920"/>
                  <a:pt x="6659528" y="0"/>
                </a:cubicBezTo>
                <a:cubicBezTo>
                  <a:pt x="6845233" y="10920"/>
                  <a:pt x="7065940" y="9149"/>
                  <a:pt x="7169678" y="0"/>
                </a:cubicBezTo>
                <a:cubicBezTo>
                  <a:pt x="7273416" y="-9149"/>
                  <a:pt x="7434842" y="-822"/>
                  <a:pt x="7590208" y="0"/>
                </a:cubicBezTo>
                <a:cubicBezTo>
                  <a:pt x="7745574" y="822"/>
                  <a:pt x="8285488" y="40359"/>
                  <a:pt x="8962098" y="0"/>
                </a:cubicBezTo>
                <a:cubicBezTo>
                  <a:pt x="8950722" y="132802"/>
                  <a:pt x="8957664" y="294851"/>
                  <a:pt x="8962098" y="372870"/>
                </a:cubicBezTo>
                <a:cubicBezTo>
                  <a:pt x="8966533" y="450889"/>
                  <a:pt x="8968551" y="670600"/>
                  <a:pt x="8962098" y="760959"/>
                </a:cubicBezTo>
                <a:cubicBezTo>
                  <a:pt x="8773150" y="746626"/>
                  <a:pt x="8713881" y="740645"/>
                  <a:pt x="8541569" y="760959"/>
                </a:cubicBezTo>
                <a:cubicBezTo>
                  <a:pt x="8369257" y="781273"/>
                  <a:pt x="7946817" y="790367"/>
                  <a:pt x="7672935" y="760959"/>
                </a:cubicBezTo>
                <a:cubicBezTo>
                  <a:pt x="7399053" y="731551"/>
                  <a:pt x="7433511" y="750487"/>
                  <a:pt x="7252405" y="760959"/>
                </a:cubicBezTo>
                <a:cubicBezTo>
                  <a:pt x="7071299" y="771432"/>
                  <a:pt x="6730593" y="773173"/>
                  <a:pt x="6473392" y="760959"/>
                </a:cubicBezTo>
                <a:cubicBezTo>
                  <a:pt x="6216191" y="748745"/>
                  <a:pt x="5928123" y="727275"/>
                  <a:pt x="5784000" y="760959"/>
                </a:cubicBezTo>
                <a:cubicBezTo>
                  <a:pt x="5639877" y="794643"/>
                  <a:pt x="5290102" y="755925"/>
                  <a:pt x="5094608" y="760959"/>
                </a:cubicBezTo>
                <a:cubicBezTo>
                  <a:pt x="4899114" y="765993"/>
                  <a:pt x="4646058" y="752341"/>
                  <a:pt x="4494837" y="760959"/>
                </a:cubicBezTo>
                <a:cubicBezTo>
                  <a:pt x="4343616" y="769577"/>
                  <a:pt x="4071982" y="776626"/>
                  <a:pt x="3715824" y="760959"/>
                </a:cubicBezTo>
                <a:cubicBezTo>
                  <a:pt x="3359666" y="745292"/>
                  <a:pt x="3269812" y="789824"/>
                  <a:pt x="3116053" y="760959"/>
                </a:cubicBezTo>
                <a:cubicBezTo>
                  <a:pt x="2962294" y="732094"/>
                  <a:pt x="2501003" y="745338"/>
                  <a:pt x="2337039" y="760959"/>
                </a:cubicBezTo>
                <a:cubicBezTo>
                  <a:pt x="2173075" y="776580"/>
                  <a:pt x="2078012" y="784964"/>
                  <a:pt x="1826889" y="760959"/>
                </a:cubicBezTo>
                <a:cubicBezTo>
                  <a:pt x="1575766" y="736955"/>
                  <a:pt x="1566259" y="771472"/>
                  <a:pt x="1316739" y="760959"/>
                </a:cubicBezTo>
                <a:cubicBezTo>
                  <a:pt x="1067219" y="750447"/>
                  <a:pt x="586745" y="789791"/>
                  <a:pt x="0" y="760959"/>
                </a:cubicBezTo>
                <a:cubicBezTo>
                  <a:pt x="8907" y="638039"/>
                  <a:pt x="15627" y="488225"/>
                  <a:pt x="0" y="388089"/>
                </a:cubicBezTo>
                <a:cubicBezTo>
                  <a:pt x="-15627" y="287953"/>
                  <a:pt x="-14361" y="96327"/>
                  <a:pt x="0" y="0"/>
                </a:cubicBezTo>
                <a:close/>
              </a:path>
              <a:path w="8962098" h="760959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74406" y="122397"/>
                  <a:pt x="8964725" y="285996"/>
                  <a:pt x="8962098" y="395699"/>
                </a:cubicBezTo>
                <a:cubicBezTo>
                  <a:pt x="8959471" y="505402"/>
                  <a:pt x="8951027" y="591755"/>
                  <a:pt x="8962098" y="760959"/>
                </a:cubicBezTo>
                <a:cubicBezTo>
                  <a:pt x="8742154" y="736305"/>
                  <a:pt x="8448095" y="739363"/>
                  <a:pt x="8272706" y="760959"/>
                </a:cubicBezTo>
                <a:cubicBezTo>
                  <a:pt x="8097317" y="782555"/>
                  <a:pt x="7820885" y="765420"/>
                  <a:pt x="7583314" y="760959"/>
                </a:cubicBezTo>
                <a:cubicBezTo>
                  <a:pt x="7345743" y="756498"/>
                  <a:pt x="7187503" y="746062"/>
                  <a:pt x="6893922" y="760959"/>
                </a:cubicBezTo>
                <a:cubicBezTo>
                  <a:pt x="6600341" y="775856"/>
                  <a:pt x="6348884" y="720804"/>
                  <a:pt x="6025287" y="760959"/>
                </a:cubicBezTo>
                <a:cubicBezTo>
                  <a:pt x="5701690" y="801114"/>
                  <a:pt x="5641903" y="794788"/>
                  <a:pt x="5335895" y="760959"/>
                </a:cubicBezTo>
                <a:cubicBezTo>
                  <a:pt x="5029887" y="727130"/>
                  <a:pt x="4881389" y="772424"/>
                  <a:pt x="4556882" y="760959"/>
                </a:cubicBezTo>
                <a:cubicBezTo>
                  <a:pt x="4232375" y="749494"/>
                  <a:pt x="4151239" y="756618"/>
                  <a:pt x="3777869" y="760959"/>
                </a:cubicBezTo>
                <a:cubicBezTo>
                  <a:pt x="3404499" y="765300"/>
                  <a:pt x="3407727" y="737893"/>
                  <a:pt x="3178098" y="760959"/>
                </a:cubicBezTo>
                <a:cubicBezTo>
                  <a:pt x="2948469" y="784025"/>
                  <a:pt x="2828812" y="746030"/>
                  <a:pt x="2667948" y="760959"/>
                </a:cubicBezTo>
                <a:cubicBezTo>
                  <a:pt x="2507084" y="775889"/>
                  <a:pt x="2194447" y="725485"/>
                  <a:pt x="1799314" y="760959"/>
                </a:cubicBezTo>
                <a:cubicBezTo>
                  <a:pt x="1404181" y="796433"/>
                  <a:pt x="1251049" y="748940"/>
                  <a:pt x="1109921" y="760959"/>
                </a:cubicBezTo>
                <a:cubicBezTo>
                  <a:pt x="968793" y="772978"/>
                  <a:pt x="382880" y="749563"/>
                  <a:pt x="0" y="760959"/>
                </a:cubicBezTo>
                <a:cubicBezTo>
                  <a:pt x="-14892" y="591969"/>
                  <a:pt x="-10957" y="476310"/>
                  <a:pt x="0" y="372870"/>
                </a:cubicBezTo>
                <a:cubicBezTo>
                  <a:pt x="10957" y="269430"/>
                  <a:pt x="15515" y="111386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pPr defTabSz="360000"/>
            <a:r>
              <a:rPr lang="en-US" altLang="ko-KR" sz="1000" b="1"/>
              <a:t>system_executor::post</a:t>
            </a:r>
            <a:r>
              <a:rPr lang="en-US" altLang="ko-KR" sz="1000"/>
              <a:t>(</a:t>
            </a:r>
            <a:r>
              <a:rPr lang="en-US" altLang="ko-KR" sz="1000" b="1"/>
              <a:t>[=]()</a:t>
            </a:r>
          </a:p>
          <a:p>
            <a:pPr defTabSz="360000"/>
            <a:r>
              <a:rPr lang="en-US" altLang="ko-KR" sz="1000"/>
              <a:t>{</a:t>
            </a:r>
          </a:p>
          <a:p>
            <a:pPr defTabSz="360000"/>
            <a:r>
              <a:rPr lang="en-US" altLang="ko-KR" sz="1000"/>
              <a:t>	printf("lambda execution.");</a:t>
            </a:r>
          </a:p>
          <a:p>
            <a:pPr defTabSz="360000"/>
            <a:r>
              <a:rPr lang="en-US" altLang="ko-KR" sz="1000"/>
              <a:t>});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4C4674-3AC9-4BA0-8984-558C7C9752DC}"/>
              </a:ext>
            </a:extLst>
          </p:cNvPr>
          <p:cNvSpPr txBox="1"/>
          <p:nvPr/>
        </p:nvSpPr>
        <p:spPr>
          <a:xfrm>
            <a:off x="538480" y="15240"/>
            <a:ext cx="15399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EXECUTOR SYSTEM</a:t>
            </a:r>
            <a:endParaRPr lang="ko-KR" altLang="en-US" sz="12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9436B33-49FA-4690-8181-10CCC354627F}"/>
              </a:ext>
            </a:extLst>
          </p:cNvPr>
          <p:cNvSpPr/>
          <p:nvPr/>
        </p:nvSpPr>
        <p:spPr>
          <a:xfrm>
            <a:off x="203242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9135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855892" y="-12879"/>
            <a:ext cx="3647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executor.post.lambda&amp;function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48085"/>
            <a:ext cx="8930958" cy="649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6700" indent="-2667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>
                <a:latin typeface="HY견명조" panose="02030600000101010101" pitchFamily="18" charset="-127"/>
                <a:ea typeface="HY견명조" panose="02030600000101010101" pitchFamily="18" charset="-127"/>
              </a:rPr>
              <a:t>다양한 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post(…) </a:t>
            </a:r>
            <a:r>
              <a:rPr lang="ko-KR" altLang="en-US" sz="1400">
                <a:latin typeface="HY견명조" panose="02030600000101010101" pitchFamily="18" charset="-127"/>
                <a:ea typeface="HY견명조" panose="02030600000101010101" pitchFamily="18" charset="-127"/>
              </a:rPr>
              <a:t>함수의 인자</a:t>
            </a:r>
            <a:b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post&lt;T&gt;()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lambda,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정적 함수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멤버 함수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, std::bind&lt;T&gt;(),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Iexecutable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객체 등 다양한 객체를 인자로 받을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E18FB9-9089-4DEC-B4E4-2F41FA93DD7B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FEC343D-F295-4631-BA0F-C48B77528477}"/>
              </a:ext>
            </a:extLst>
          </p:cNvPr>
          <p:cNvSpPr/>
          <p:nvPr/>
        </p:nvSpPr>
        <p:spPr>
          <a:xfrm>
            <a:off x="1816339" y="2317002"/>
            <a:ext cx="8962098" cy="1992066"/>
          </a:xfrm>
          <a:custGeom>
            <a:avLst/>
            <a:gdLst>
              <a:gd name="connsiteX0" fmla="*/ 0 w 8962098"/>
              <a:gd name="connsiteY0" fmla="*/ 0 h 1992066"/>
              <a:gd name="connsiteX1" fmla="*/ 510150 w 8962098"/>
              <a:gd name="connsiteY1" fmla="*/ 0 h 1992066"/>
              <a:gd name="connsiteX2" fmla="*/ 930679 w 8962098"/>
              <a:gd name="connsiteY2" fmla="*/ 0 h 1992066"/>
              <a:gd name="connsiteX3" fmla="*/ 1440830 w 8962098"/>
              <a:gd name="connsiteY3" fmla="*/ 0 h 1992066"/>
              <a:gd name="connsiteX4" fmla="*/ 2040601 w 8962098"/>
              <a:gd name="connsiteY4" fmla="*/ 0 h 1992066"/>
              <a:gd name="connsiteX5" fmla="*/ 2461130 w 8962098"/>
              <a:gd name="connsiteY5" fmla="*/ 0 h 1992066"/>
              <a:gd name="connsiteX6" fmla="*/ 3060901 w 8962098"/>
              <a:gd name="connsiteY6" fmla="*/ 0 h 1992066"/>
              <a:gd name="connsiteX7" fmla="*/ 3660672 w 8962098"/>
              <a:gd name="connsiteY7" fmla="*/ 0 h 1992066"/>
              <a:gd name="connsiteX8" fmla="*/ 4439685 w 8962098"/>
              <a:gd name="connsiteY8" fmla="*/ 0 h 1992066"/>
              <a:gd name="connsiteX9" fmla="*/ 4860215 w 8962098"/>
              <a:gd name="connsiteY9" fmla="*/ 0 h 1992066"/>
              <a:gd name="connsiteX10" fmla="*/ 5549607 w 8962098"/>
              <a:gd name="connsiteY10" fmla="*/ 0 h 1992066"/>
              <a:gd name="connsiteX11" fmla="*/ 6059757 w 8962098"/>
              <a:gd name="connsiteY11" fmla="*/ 0 h 1992066"/>
              <a:gd name="connsiteX12" fmla="*/ 6480286 w 8962098"/>
              <a:gd name="connsiteY12" fmla="*/ 0 h 1992066"/>
              <a:gd name="connsiteX13" fmla="*/ 7348920 w 8962098"/>
              <a:gd name="connsiteY13" fmla="*/ 0 h 1992066"/>
              <a:gd name="connsiteX14" fmla="*/ 7948692 w 8962098"/>
              <a:gd name="connsiteY14" fmla="*/ 0 h 1992066"/>
              <a:gd name="connsiteX15" fmla="*/ 8962098 w 8962098"/>
              <a:gd name="connsiteY15" fmla="*/ 0 h 1992066"/>
              <a:gd name="connsiteX16" fmla="*/ 8962098 w 8962098"/>
              <a:gd name="connsiteY16" fmla="*/ 664022 h 1992066"/>
              <a:gd name="connsiteX17" fmla="*/ 8962098 w 8962098"/>
              <a:gd name="connsiteY17" fmla="*/ 1328044 h 1992066"/>
              <a:gd name="connsiteX18" fmla="*/ 8962098 w 8962098"/>
              <a:gd name="connsiteY18" fmla="*/ 1992066 h 1992066"/>
              <a:gd name="connsiteX19" fmla="*/ 8451948 w 8962098"/>
              <a:gd name="connsiteY19" fmla="*/ 1992066 h 1992066"/>
              <a:gd name="connsiteX20" fmla="*/ 7762556 w 8962098"/>
              <a:gd name="connsiteY20" fmla="*/ 1992066 h 1992066"/>
              <a:gd name="connsiteX21" fmla="*/ 7073163 w 8962098"/>
              <a:gd name="connsiteY21" fmla="*/ 1992066 h 1992066"/>
              <a:gd name="connsiteX22" fmla="*/ 6473392 w 8962098"/>
              <a:gd name="connsiteY22" fmla="*/ 1992066 h 1992066"/>
              <a:gd name="connsiteX23" fmla="*/ 5694379 w 8962098"/>
              <a:gd name="connsiteY23" fmla="*/ 1992066 h 1992066"/>
              <a:gd name="connsiteX24" fmla="*/ 5094608 w 8962098"/>
              <a:gd name="connsiteY24" fmla="*/ 1992066 h 1992066"/>
              <a:gd name="connsiteX25" fmla="*/ 4315595 w 8962098"/>
              <a:gd name="connsiteY25" fmla="*/ 1992066 h 1992066"/>
              <a:gd name="connsiteX26" fmla="*/ 3805445 w 8962098"/>
              <a:gd name="connsiteY26" fmla="*/ 1992066 h 1992066"/>
              <a:gd name="connsiteX27" fmla="*/ 3295294 w 8962098"/>
              <a:gd name="connsiteY27" fmla="*/ 1992066 h 1992066"/>
              <a:gd name="connsiteX28" fmla="*/ 2516281 w 8962098"/>
              <a:gd name="connsiteY28" fmla="*/ 1992066 h 1992066"/>
              <a:gd name="connsiteX29" fmla="*/ 1916510 w 8962098"/>
              <a:gd name="connsiteY29" fmla="*/ 1992066 h 1992066"/>
              <a:gd name="connsiteX30" fmla="*/ 1227118 w 8962098"/>
              <a:gd name="connsiteY30" fmla="*/ 1992066 h 1992066"/>
              <a:gd name="connsiteX31" fmla="*/ 627347 w 8962098"/>
              <a:gd name="connsiteY31" fmla="*/ 1992066 h 1992066"/>
              <a:gd name="connsiteX32" fmla="*/ 0 w 8962098"/>
              <a:gd name="connsiteY32" fmla="*/ 1992066 h 1992066"/>
              <a:gd name="connsiteX33" fmla="*/ 0 w 8962098"/>
              <a:gd name="connsiteY33" fmla="*/ 1288203 h 1992066"/>
              <a:gd name="connsiteX34" fmla="*/ 0 w 8962098"/>
              <a:gd name="connsiteY34" fmla="*/ 683943 h 1992066"/>
              <a:gd name="connsiteX35" fmla="*/ 0 w 8962098"/>
              <a:gd name="connsiteY35" fmla="*/ 0 h 1992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62098" h="1992066" fill="none" extrusionOk="0">
                <a:moveTo>
                  <a:pt x="0" y="0"/>
                </a:moveTo>
                <a:cubicBezTo>
                  <a:pt x="180912" y="-9047"/>
                  <a:pt x="382992" y="-5112"/>
                  <a:pt x="510150" y="0"/>
                </a:cubicBezTo>
                <a:cubicBezTo>
                  <a:pt x="637308" y="5112"/>
                  <a:pt x="802085" y="-9074"/>
                  <a:pt x="930679" y="0"/>
                </a:cubicBezTo>
                <a:cubicBezTo>
                  <a:pt x="1059273" y="9074"/>
                  <a:pt x="1240044" y="4253"/>
                  <a:pt x="1440830" y="0"/>
                </a:cubicBezTo>
                <a:cubicBezTo>
                  <a:pt x="1641616" y="-4253"/>
                  <a:pt x="1913285" y="11627"/>
                  <a:pt x="2040601" y="0"/>
                </a:cubicBezTo>
                <a:cubicBezTo>
                  <a:pt x="2167917" y="-11627"/>
                  <a:pt x="2285150" y="18199"/>
                  <a:pt x="2461130" y="0"/>
                </a:cubicBezTo>
                <a:cubicBezTo>
                  <a:pt x="2637110" y="-18199"/>
                  <a:pt x="2828636" y="4492"/>
                  <a:pt x="3060901" y="0"/>
                </a:cubicBezTo>
                <a:cubicBezTo>
                  <a:pt x="3293166" y="-4492"/>
                  <a:pt x="3400102" y="-11615"/>
                  <a:pt x="3660672" y="0"/>
                </a:cubicBezTo>
                <a:cubicBezTo>
                  <a:pt x="3921242" y="11615"/>
                  <a:pt x="4103222" y="33240"/>
                  <a:pt x="4439685" y="0"/>
                </a:cubicBezTo>
                <a:cubicBezTo>
                  <a:pt x="4776148" y="-33240"/>
                  <a:pt x="4682591" y="17857"/>
                  <a:pt x="4860215" y="0"/>
                </a:cubicBezTo>
                <a:cubicBezTo>
                  <a:pt x="5037839" y="-17857"/>
                  <a:pt x="5363902" y="-10920"/>
                  <a:pt x="5549607" y="0"/>
                </a:cubicBezTo>
                <a:cubicBezTo>
                  <a:pt x="5735312" y="10920"/>
                  <a:pt x="5956019" y="9149"/>
                  <a:pt x="6059757" y="0"/>
                </a:cubicBezTo>
                <a:cubicBezTo>
                  <a:pt x="6163495" y="-9149"/>
                  <a:pt x="6329987" y="5934"/>
                  <a:pt x="6480286" y="0"/>
                </a:cubicBezTo>
                <a:cubicBezTo>
                  <a:pt x="6630585" y="-5934"/>
                  <a:pt x="7107847" y="-26784"/>
                  <a:pt x="7348920" y="0"/>
                </a:cubicBezTo>
                <a:cubicBezTo>
                  <a:pt x="7589993" y="26784"/>
                  <a:pt x="7767262" y="-14219"/>
                  <a:pt x="7948692" y="0"/>
                </a:cubicBezTo>
                <a:cubicBezTo>
                  <a:pt x="8130122" y="14219"/>
                  <a:pt x="8523513" y="2118"/>
                  <a:pt x="8962098" y="0"/>
                </a:cubicBezTo>
                <a:cubicBezTo>
                  <a:pt x="8971269" y="258688"/>
                  <a:pt x="8934737" y="495523"/>
                  <a:pt x="8962098" y="664022"/>
                </a:cubicBezTo>
                <a:cubicBezTo>
                  <a:pt x="8989459" y="832521"/>
                  <a:pt x="8933478" y="1137387"/>
                  <a:pt x="8962098" y="1328044"/>
                </a:cubicBezTo>
                <a:cubicBezTo>
                  <a:pt x="8990718" y="1518701"/>
                  <a:pt x="8974363" y="1749488"/>
                  <a:pt x="8962098" y="1992066"/>
                </a:cubicBezTo>
                <a:cubicBezTo>
                  <a:pt x="8768339" y="1993204"/>
                  <a:pt x="8635883" y="1994841"/>
                  <a:pt x="8451948" y="1992066"/>
                </a:cubicBezTo>
                <a:cubicBezTo>
                  <a:pt x="8268013" y="1989292"/>
                  <a:pt x="7906679" y="1958382"/>
                  <a:pt x="7762556" y="1992066"/>
                </a:cubicBezTo>
                <a:cubicBezTo>
                  <a:pt x="7618433" y="2025750"/>
                  <a:pt x="7274105" y="1991171"/>
                  <a:pt x="7073163" y="1992066"/>
                </a:cubicBezTo>
                <a:cubicBezTo>
                  <a:pt x="6872221" y="1992961"/>
                  <a:pt x="6624613" y="1983448"/>
                  <a:pt x="6473392" y="1992066"/>
                </a:cubicBezTo>
                <a:cubicBezTo>
                  <a:pt x="6322171" y="2000684"/>
                  <a:pt x="6050537" y="2007733"/>
                  <a:pt x="5694379" y="1992066"/>
                </a:cubicBezTo>
                <a:cubicBezTo>
                  <a:pt x="5338221" y="1976399"/>
                  <a:pt x="5248367" y="2020931"/>
                  <a:pt x="5094608" y="1992066"/>
                </a:cubicBezTo>
                <a:cubicBezTo>
                  <a:pt x="4940849" y="1963201"/>
                  <a:pt x="4475351" y="1972777"/>
                  <a:pt x="4315595" y="1992066"/>
                </a:cubicBezTo>
                <a:cubicBezTo>
                  <a:pt x="4155839" y="2011355"/>
                  <a:pt x="4056568" y="2016071"/>
                  <a:pt x="3805445" y="1992066"/>
                </a:cubicBezTo>
                <a:cubicBezTo>
                  <a:pt x="3554322" y="1968062"/>
                  <a:pt x="3547939" y="2003552"/>
                  <a:pt x="3295294" y="1992066"/>
                </a:cubicBezTo>
                <a:cubicBezTo>
                  <a:pt x="3042649" y="1980580"/>
                  <a:pt x="2707632" y="1959610"/>
                  <a:pt x="2516281" y="1992066"/>
                </a:cubicBezTo>
                <a:cubicBezTo>
                  <a:pt x="2324930" y="2024522"/>
                  <a:pt x="2073134" y="1985180"/>
                  <a:pt x="1916510" y="1992066"/>
                </a:cubicBezTo>
                <a:cubicBezTo>
                  <a:pt x="1759886" y="1998952"/>
                  <a:pt x="1421649" y="1970772"/>
                  <a:pt x="1227118" y="1992066"/>
                </a:cubicBezTo>
                <a:cubicBezTo>
                  <a:pt x="1032587" y="2013360"/>
                  <a:pt x="901337" y="1989793"/>
                  <a:pt x="627347" y="1992066"/>
                </a:cubicBezTo>
                <a:cubicBezTo>
                  <a:pt x="353357" y="1994339"/>
                  <a:pt x="301530" y="2005677"/>
                  <a:pt x="0" y="1992066"/>
                </a:cubicBezTo>
                <a:cubicBezTo>
                  <a:pt x="27869" y="1720660"/>
                  <a:pt x="-34250" y="1603812"/>
                  <a:pt x="0" y="1288203"/>
                </a:cubicBezTo>
                <a:cubicBezTo>
                  <a:pt x="34250" y="972594"/>
                  <a:pt x="28427" y="863540"/>
                  <a:pt x="0" y="683943"/>
                </a:cubicBezTo>
                <a:cubicBezTo>
                  <a:pt x="-28427" y="504346"/>
                  <a:pt x="4984" y="215324"/>
                  <a:pt x="0" y="0"/>
                </a:cubicBezTo>
                <a:close/>
              </a:path>
              <a:path w="8962098" h="1992066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81477" y="313931"/>
                  <a:pt x="8968961" y="441203"/>
                  <a:pt x="8962098" y="703863"/>
                </a:cubicBezTo>
                <a:cubicBezTo>
                  <a:pt x="8955235" y="966523"/>
                  <a:pt x="8988148" y="1075062"/>
                  <a:pt x="8962098" y="1387806"/>
                </a:cubicBezTo>
                <a:cubicBezTo>
                  <a:pt x="8936048" y="1700550"/>
                  <a:pt x="8978962" y="1834091"/>
                  <a:pt x="8962098" y="1992066"/>
                </a:cubicBezTo>
                <a:cubicBezTo>
                  <a:pt x="8796241" y="2003650"/>
                  <a:pt x="8685247" y="1994175"/>
                  <a:pt x="8541569" y="1992066"/>
                </a:cubicBezTo>
                <a:cubicBezTo>
                  <a:pt x="8397891" y="1989957"/>
                  <a:pt x="8145758" y="1977169"/>
                  <a:pt x="7852177" y="1992066"/>
                </a:cubicBezTo>
                <a:cubicBezTo>
                  <a:pt x="7558596" y="2006963"/>
                  <a:pt x="7304328" y="1949805"/>
                  <a:pt x="6983543" y="1992066"/>
                </a:cubicBezTo>
                <a:cubicBezTo>
                  <a:pt x="6662758" y="2034327"/>
                  <a:pt x="6600854" y="1957887"/>
                  <a:pt x="6294150" y="1992066"/>
                </a:cubicBezTo>
                <a:cubicBezTo>
                  <a:pt x="5987446" y="2026245"/>
                  <a:pt x="5839644" y="2003531"/>
                  <a:pt x="5515137" y="1992066"/>
                </a:cubicBezTo>
                <a:cubicBezTo>
                  <a:pt x="5190630" y="1980601"/>
                  <a:pt x="5109494" y="1987725"/>
                  <a:pt x="4736124" y="1992066"/>
                </a:cubicBezTo>
                <a:cubicBezTo>
                  <a:pt x="4362754" y="1996407"/>
                  <a:pt x="4365982" y="1969000"/>
                  <a:pt x="4136353" y="1992066"/>
                </a:cubicBezTo>
                <a:cubicBezTo>
                  <a:pt x="3906724" y="2015132"/>
                  <a:pt x="3787067" y="1977137"/>
                  <a:pt x="3626203" y="1992066"/>
                </a:cubicBezTo>
                <a:cubicBezTo>
                  <a:pt x="3465339" y="2006996"/>
                  <a:pt x="3152702" y="1956592"/>
                  <a:pt x="2757569" y="1992066"/>
                </a:cubicBezTo>
                <a:cubicBezTo>
                  <a:pt x="2362436" y="2027540"/>
                  <a:pt x="2209304" y="1980047"/>
                  <a:pt x="2068176" y="1992066"/>
                </a:cubicBezTo>
                <a:cubicBezTo>
                  <a:pt x="1927048" y="2004085"/>
                  <a:pt x="1448099" y="1978879"/>
                  <a:pt x="1199542" y="1992066"/>
                </a:cubicBezTo>
                <a:cubicBezTo>
                  <a:pt x="950985" y="2005253"/>
                  <a:pt x="527239" y="1941691"/>
                  <a:pt x="0" y="1992066"/>
                </a:cubicBezTo>
                <a:cubicBezTo>
                  <a:pt x="10028" y="1841393"/>
                  <a:pt x="23820" y="1676298"/>
                  <a:pt x="0" y="1367885"/>
                </a:cubicBezTo>
                <a:cubicBezTo>
                  <a:pt x="-23820" y="1059472"/>
                  <a:pt x="-22458" y="974942"/>
                  <a:pt x="0" y="763625"/>
                </a:cubicBezTo>
                <a:cubicBezTo>
                  <a:pt x="22458" y="552308"/>
                  <a:pt x="-28301" y="178228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// </a:t>
            </a:r>
            <a:r>
              <a:rPr lang="ko-KR" altLang="en-US" sz="1000">
                <a:solidFill>
                  <a:srgbClr val="00B050"/>
                </a:solidFill>
              </a:rPr>
              <a:t>이렇게 정의된 일반 함수가 있다면</a:t>
            </a:r>
            <a:r>
              <a:rPr lang="en-US" altLang="ko-KR" sz="1000">
                <a:solidFill>
                  <a:srgbClr val="00B050"/>
                </a:solidFill>
              </a:rPr>
              <a:t>…</a:t>
            </a:r>
          </a:p>
          <a:p>
            <a:pPr defTabSz="360000"/>
            <a:r>
              <a:rPr lang="en-US" altLang="ko-KR" sz="1000"/>
              <a:t>void </a:t>
            </a:r>
            <a:r>
              <a:rPr lang="en-US" altLang="ko-KR" sz="1000" b="1"/>
              <a:t>test_function_1</a:t>
            </a:r>
            <a:r>
              <a:rPr lang="en-US" altLang="ko-KR" sz="1000"/>
              <a:t>();</a:t>
            </a:r>
          </a:p>
          <a:p>
            <a:pPr defTabSz="360000"/>
            <a:r>
              <a:rPr lang="en-US" altLang="ko-KR" sz="1000"/>
              <a:t>void test_function_2(int _x, int _y);</a:t>
            </a:r>
          </a:p>
          <a:p>
            <a:endParaRPr lang="en-US" altLang="ko-KR" sz="1000">
              <a:solidFill>
                <a:srgbClr val="00B050"/>
              </a:solidFill>
            </a:endParaRPr>
          </a:p>
          <a:p>
            <a:r>
              <a:rPr lang="en-US" altLang="ko-KR" sz="1000">
                <a:solidFill>
                  <a:srgbClr val="00B050"/>
                </a:solidFill>
              </a:rPr>
              <a:t>// - </a:t>
            </a:r>
            <a:r>
              <a:rPr lang="ko-KR" altLang="en-US" sz="1000">
                <a:solidFill>
                  <a:srgbClr val="00B050"/>
                </a:solidFill>
              </a:rPr>
              <a:t>파라미터가 없는 </a:t>
            </a:r>
            <a:r>
              <a:rPr lang="en-US" altLang="ko-KR" sz="1000">
                <a:solidFill>
                  <a:srgbClr val="00B050"/>
                </a:solidFill>
              </a:rPr>
              <a:t>test_function_1</a:t>
            </a:r>
            <a:r>
              <a:rPr lang="ko-KR" altLang="en-US" sz="1000">
                <a:solidFill>
                  <a:srgbClr val="00B050"/>
                </a:solidFill>
              </a:rPr>
              <a:t>의 경우 그냥 함수를 바로 전달하면 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system_executor::post( </a:t>
            </a:r>
            <a:r>
              <a:rPr lang="en-US" altLang="ko-KR" sz="1000" b="1"/>
              <a:t>test_function_1 </a:t>
            </a:r>
            <a:r>
              <a:rPr lang="en-US" altLang="ko-KR" sz="1000"/>
              <a:t>);</a:t>
            </a:r>
          </a:p>
          <a:p>
            <a:endParaRPr lang="ko-KR" altLang="en-US" sz="1000"/>
          </a:p>
          <a:p>
            <a:r>
              <a:rPr lang="en-US" altLang="ko-KR" sz="1000">
                <a:solidFill>
                  <a:srgbClr val="00B050"/>
                </a:solidFill>
              </a:rPr>
              <a:t>// - </a:t>
            </a:r>
            <a:r>
              <a:rPr lang="ko-KR" altLang="en-US" sz="1000">
                <a:solidFill>
                  <a:srgbClr val="00B050"/>
                </a:solidFill>
              </a:rPr>
              <a:t>파라미터가 있는 </a:t>
            </a:r>
            <a:r>
              <a:rPr lang="en-US" altLang="ko-KR" sz="1000">
                <a:solidFill>
                  <a:srgbClr val="00B050"/>
                </a:solidFill>
              </a:rPr>
              <a:t>test_function_2</a:t>
            </a:r>
            <a:r>
              <a:rPr lang="ko-KR" altLang="en-US" sz="1000">
                <a:solidFill>
                  <a:srgbClr val="00B050"/>
                </a:solidFill>
              </a:rPr>
              <a:t>의 경우 </a:t>
            </a:r>
            <a:r>
              <a:rPr lang="en-US" altLang="ko-KR" sz="1000">
                <a:solidFill>
                  <a:srgbClr val="00B050"/>
                </a:solidFill>
              </a:rPr>
              <a:t>std::bind</a:t>
            </a:r>
            <a:r>
              <a:rPr lang="ko-KR" altLang="en-US" sz="1000">
                <a:solidFill>
                  <a:srgbClr val="00B050"/>
                </a:solidFill>
              </a:rPr>
              <a:t>를 사용한다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system_executor::post(std::bind( &amp;test_function_2, 10, 20) );</a:t>
            </a:r>
          </a:p>
          <a:p>
            <a:endParaRPr lang="en-US" altLang="ko-KR" sz="1000"/>
          </a:p>
          <a:p>
            <a:r>
              <a:rPr lang="en-US" altLang="ko-KR" sz="1000">
                <a:solidFill>
                  <a:srgbClr val="00B050"/>
                </a:solidFill>
              </a:rPr>
              <a:t>// - </a:t>
            </a:r>
            <a:r>
              <a:rPr lang="ko-KR" altLang="en-US" sz="1000">
                <a:solidFill>
                  <a:srgbClr val="00B050"/>
                </a:solidFill>
              </a:rPr>
              <a:t>물론 </a:t>
            </a:r>
            <a:r>
              <a:rPr lang="en-US" altLang="ko-KR" sz="1000">
                <a:solidFill>
                  <a:srgbClr val="00B050"/>
                </a:solidFill>
              </a:rPr>
              <a:t>test_function_2</a:t>
            </a:r>
            <a:r>
              <a:rPr lang="ko-KR" altLang="en-US" sz="1000">
                <a:solidFill>
                  <a:srgbClr val="00B050"/>
                </a:solidFill>
              </a:rPr>
              <a:t>를 </a:t>
            </a:r>
            <a:r>
              <a:rPr lang="en-US" altLang="ko-KR" sz="1000">
                <a:solidFill>
                  <a:srgbClr val="00B050"/>
                </a:solidFill>
              </a:rPr>
              <a:t>lambda</a:t>
            </a:r>
            <a:r>
              <a:rPr lang="ko-KR" altLang="en-US" sz="1000">
                <a:solidFill>
                  <a:srgbClr val="00B050"/>
                </a:solidFill>
              </a:rPr>
              <a:t>로 실행할 수 있다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system_executor::post( [=](){ std::bind( &amp;test_function_2, 10, 20); } );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45CD999-4E47-4BBE-A372-9363055658B4}"/>
              </a:ext>
            </a:extLst>
          </p:cNvPr>
          <p:cNvSpPr/>
          <p:nvPr/>
        </p:nvSpPr>
        <p:spPr>
          <a:xfrm>
            <a:off x="1745315" y="1384149"/>
            <a:ext cx="9708359" cy="8863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일반 함수를 비동기적으로 실행하기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일반 정적 함수를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post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의 파라미터로 전달될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아무런 파라미터가 없는 함수의 경우 함수 포인터만 전달해도 되며 인자가 있는 함수일 경우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std::bind(…)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함수를 사용한다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80276A7-26F6-459F-A2C6-05D98C423F6A}"/>
              </a:ext>
            </a:extLst>
          </p:cNvPr>
          <p:cNvSpPr/>
          <p:nvPr/>
        </p:nvSpPr>
        <p:spPr>
          <a:xfrm>
            <a:off x="1816339" y="5356854"/>
            <a:ext cx="8962098" cy="914848"/>
          </a:xfrm>
          <a:custGeom>
            <a:avLst/>
            <a:gdLst>
              <a:gd name="connsiteX0" fmla="*/ 0 w 8962098"/>
              <a:gd name="connsiteY0" fmla="*/ 0 h 914848"/>
              <a:gd name="connsiteX1" fmla="*/ 420529 w 8962098"/>
              <a:gd name="connsiteY1" fmla="*/ 0 h 914848"/>
              <a:gd name="connsiteX2" fmla="*/ 1199542 w 8962098"/>
              <a:gd name="connsiteY2" fmla="*/ 0 h 914848"/>
              <a:gd name="connsiteX3" fmla="*/ 1620072 w 8962098"/>
              <a:gd name="connsiteY3" fmla="*/ 0 h 914848"/>
              <a:gd name="connsiteX4" fmla="*/ 2040601 w 8962098"/>
              <a:gd name="connsiteY4" fmla="*/ 0 h 914848"/>
              <a:gd name="connsiteX5" fmla="*/ 2550751 w 8962098"/>
              <a:gd name="connsiteY5" fmla="*/ 0 h 914848"/>
              <a:gd name="connsiteX6" fmla="*/ 3150522 w 8962098"/>
              <a:gd name="connsiteY6" fmla="*/ 0 h 914848"/>
              <a:gd name="connsiteX7" fmla="*/ 3571051 w 8962098"/>
              <a:gd name="connsiteY7" fmla="*/ 0 h 914848"/>
              <a:gd name="connsiteX8" fmla="*/ 4170823 w 8962098"/>
              <a:gd name="connsiteY8" fmla="*/ 0 h 914848"/>
              <a:gd name="connsiteX9" fmla="*/ 4770594 w 8962098"/>
              <a:gd name="connsiteY9" fmla="*/ 0 h 914848"/>
              <a:gd name="connsiteX10" fmla="*/ 5549607 w 8962098"/>
              <a:gd name="connsiteY10" fmla="*/ 0 h 914848"/>
              <a:gd name="connsiteX11" fmla="*/ 5970136 w 8962098"/>
              <a:gd name="connsiteY11" fmla="*/ 0 h 914848"/>
              <a:gd name="connsiteX12" fmla="*/ 6659528 w 8962098"/>
              <a:gd name="connsiteY12" fmla="*/ 0 h 914848"/>
              <a:gd name="connsiteX13" fmla="*/ 7169678 w 8962098"/>
              <a:gd name="connsiteY13" fmla="*/ 0 h 914848"/>
              <a:gd name="connsiteX14" fmla="*/ 7590208 w 8962098"/>
              <a:gd name="connsiteY14" fmla="*/ 0 h 914848"/>
              <a:gd name="connsiteX15" fmla="*/ 8962098 w 8962098"/>
              <a:gd name="connsiteY15" fmla="*/ 0 h 914848"/>
              <a:gd name="connsiteX16" fmla="*/ 8962098 w 8962098"/>
              <a:gd name="connsiteY16" fmla="*/ 448276 h 914848"/>
              <a:gd name="connsiteX17" fmla="*/ 8962098 w 8962098"/>
              <a:gd name="connsiteY17" fmla="*/ 914848 h 914848"/>
              <a:gd name="connsiteX18" fmla="*/ 8541569 w 8962098"/>
              <a:gd name="connsiteY18" fmla="*/ 914848 h 914848"/>
              <a:gd name="connsiteX19" fmla="*/ 7672935 w 8962098"/>
              <a:gd name="connsiteY19" fmla="*/ 914848 h 914848"/>
              <a:gd name="connsiteX20" fmla="*/ 7252405 w 8962098"/>
              <a:gd name="connsiteY20" fmla="*/ 914848 h 914848"/>
              <a:gd name="connsiteX21" fmla="*/ 6473392 w 8962098"/>
              <a:gd name="connsiteY21" fmla="*/ 914848 h 914848"/>
              <a:gd name="connsiteX22" fmla="*/ 5784000 w 8962098"/>
              <a:gd name="connsiteY22" fmla="*/ 914848 h 914848"/>
              <a:gd name="connsiteX23" fmla="*/ 5094608 w 8962098"/>
              <a:gd name="connsiteY23" fmla="*/ 914848 h 914848"/>
              <a:gd name="connsiteX24" fmla="*/ 4494837 w 8962098"/>
              <a:gd name="connsiteY24" fmla="*/ 914848 h 914848"/>
              <a:gd name="connsiteX25" fmla="*/ 3715824 w 8962098"/>
              <a:gd name="connsiteY25" fmla="*/ 914848 h 914848"/>
              <a:gd name="connsiteX26" fmla="*/ 3116053 w 8962098"/>
              <a:gd name="connsiteY26" fmla="*/ 914848 h 914848"/>
              <a:gd name="connsiteX27" fmla="*/ 2337039 w 8962098"/>
              <a:gd name="connsiteY27" fmla="*/ 914848 h 914848"/>
              <a:gd name="connsiteX28" fmla="*/ 1826889 w 8962098"/>
              <a:gd name="connsiteY28" fmla="*/ 914848 h 914848"/>
              <a:gd name="connsiteX29" fmla="*/ 1316739 w 8962098"/>
              <a:gd name="connsiteY29" fmla="*/ 914848 h 914848"/>
              <a:gd name="connsiteX30" fmla="*/ 0 w 8962098"/>
              <a:gd name="connsiteY30" fmla="*/ 914848 h 914848"/>
              <a:gd name="connsiteX31" fmla="*/ 0 w 8962098"/>
              <a:gd name="connsiteY31" fmla="*/ 466572 h 914848"/>
              <a:gd name="connsiteX32" fmla="*/ 0 w 8962098"/>
              <a:gd name="connsiteY32" fmla="*/ 0 h 914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62098" h="914848" fill="none" extrusionOk="0">
                <a:moveTo>
                  <a:pt x="0" y="0"/>
                </a:moveTo>
                <a:cubicBezTo>
                  <a:pt x="106741" y="-5227"/>
                  <a:pt x="258086" y="10078"/>
                  <a:pt x="420529" y="0"/>
                </a:cubicBezTo>
                <a:cubicBezTo>
                  <a:pt x="582972" y="-10078"/>
                  <a:pt x="967967" y="-21079"/>
                  <a:pt x="1199542" y="0"/>
                </a:cubicBezTo>
                <a:cubicBezTo>
                  <a:pt x="1431117" y="21079"/>
                  <a:pt x="1447174" y="13280"/>
                  <a:pt x="1620072" y="0"/>
                </a:cubicBezTo>
                <a:cubicBezTo>
                  <a:pt x="1792970" y="-13280"/>
                  <a:pt x="1912007" y="-9074"/>
                  <a:pt x="2040601" y="0"/>
                </a:cubicBezTo>
                <a:cubicBezTo>
                  <a:pt x="2169195" y="9074"/>
                  <a:pt x="2355610" y="5328"/>
                  <a:pt x="2550751" y="0"/>
                </a:cubicBezTo>
                <a:cubicBezTo>
                  <a:pt x="2745892" y="-5328"/>
                  <a:pt x="3023206" y="11627"/>
                  <a:pt x="3150522" y="0"/>
                </a:cubicBezTo>
                <a:cubicBezTo>
                  <a:pt x="3277838" y="-11627"/>
                  <a:pt x="3395071" y="18199"/>
                  <a:pt x="3571051" y="0"/>
                </a:cubicBezTo>
                <a:cubicBezTo>
                  <a:pt x="3747031" y="-18199"/>
                  <a:pt x="3938407" y="1645"/>
                  <a:pt x="4170823" y="0"/>
                </a:cubicBezTo>
                <a:cubicBezTo>
                  <a:pt x="4403239" y="-1645"/>
                  <a:pt x="4510024" y="-11615"/>
                  <a:pt x="4770594" y="0"/>
                </a:cubicBezTo>
                <a:cubicBezTo>
                  <a:pt x="5031164" y="11615"/>
                  <a:pt x="5213144" y="33240"/>
                  <a:pt x="5549607" y="0"/>
                </a:cubicBezTo>
                <a:cubicBezTo>
                  <a:pt x="5886070" y="-33240"/>
                  <a:pt x="5800410" y="18316"/>
                  <a:pt x="5970136" y="0"/>
                </a:cubicBezTo>
                <a:cubicBezTo>
                  <a:pt x="6139862" y="-18316"/>
                  <a:pt x="6473823" y="-10920"/>
                  <a:pt x="6659528" y="0"/>
                </a:cubicBezTo>
                <a:cubicBezTo>
                  <a:pt x="6845233" y="10920"/>
                  <a:pt x="7065940" y="9149"/>
                  <a:pt x="7169678" y="0"/>
                </a:cubicBezTo>
                <a:cubicBezTo>
                  <a:pt x="7273416" y="-9149"/>
                  <a:pt x="7434842" y="-822"/>
                  <a:pt x="7590208" y="0"/>
                </a:cubicBezTo>
                <a:cubicBezTo>
                  <a:pt x="7745574" y="822"/>
                  <a:pt x="8285488" y="40359"/>
                  <a:pt x="8962098" y="0"/>
                </a:cubicBezTo>
                <a:cubicBezTo>
                  <a:pt x="8956909" y="109552"/>
                  <a:pt x="8945128" y="332873"/>
                  <a:pt x="8962098" y="448276"/>
                </a:cubicBezTo>
                <a:cubicBezTo>
                  <a:pt x="8979068" y="563679"/>
                  <a:pt x="8969283" y="744220"/>
                  <a:pt x="8962098" y="914848"/>
                </a:cubicBezTo>
                <a:cubicBezTo>
                  <a:pt x="8773150" y="900515"/>
                  <a:pt x="8713881" y="894534"/>
                  <a:pt x="8541569" y="914848"/>
                </a:cubicBezTo>
                <a:cubicBezTo>
                  <a:pt x="8369257" y="935162"/>
                  <a:pt x="7946817" y="944256"/>
                  <a:pt x="7672935" y="914848"/>
                </a:cubicBezTo>
                <a:cubicBezTo>
                  <a:pt x="7399053" y="885440"/>
                  <a:pt x="7433511" y="904376"/>
                  <a:pt x="7252405" y="914848"/>
                </a:cubicBezTo>
                <a:cubicBezTo>
                  <a:pt x="7071299" y="925321"/>
                  <a:pt x="6730593" y="927062"/>
                  <a:pt x="6473392" y="914848"/>
                </a:cubicBezTo>
                <a:cubicBezTo>
                  <a:pt x="6216191" y="902634"/>
                  <a:pt x="5928123" y="881164"/>
                  <a:pt x="5784000" y="914848"/>
                </a:cubicBezTo>
                <a:cubicBezTo>
                  <a:pt x="5639877" y="948532"/>
                  <a:pt x="5290102" y="909814"/>
                  <a:pt x="5094608" y="914848"/>
                </a:cubicBezTo>
                <a:cubicBezTo>
                  <a:pt x="4899114" y="919882"/>
                  <a:pt x="4646058" y="906230"/>
                  <a:pt x="4494837" y="914848"/>
                </a:cubicBezTo>
                <a:cubicBezTo>
                  <a:pt x="4343616" y="923466"/>
                  <a:pt x="4071982" y="930515"/>
                  <a:pt x="3715824" y="914848"/>
                </a:cubicBezTo>
                <a:cubicBezTo>
                  <a:pt x="3359666" y="899181"/>
                  <a:pt x="3269812" y="943713"/>
                  <a:pt x="3116053" y="914848"/>
                </a:cubicBezTo>
                <a:cubicBezTo>
                  <a:pt x="2962294" y="885983"/>
                  <a:pt x="2501003" y="899227"/>
                  <a:pt x="2337039" y="914848"/>
                </a:cubicBezTo>
                <a:cubicBezTo>
                  <a:pt x="2173075" y="930469"/>
                  <a:pt x="2078012" y="938853"/>
                  <a:pt x="1826889" y="914848"/>
                </a:cubicBezTo>
                <a:cubicBezTo>
                  <a:pt x="1575766" y="890844"/>
                  <a:pt x="1566259" y="925361"/>
                  <a:pt x="1316739" y="914848"/>
                </a:cubicBezTo>
                <a:cubicBezTo>
                  <a:pt x="1067219" y="904336"/>
                  <a:pt x="586745" y="943680"/>
                  <a:pt x="0" y="914848"/>
                </a:cubicBezTo>
                <a:cubicBezTo>
                  <a:pt x="5175" y="800676"/>
                  <a:pt x="-20151" y="562901"/>
                  <a:pt x="0" y="466572"/>
                </a:cubicBezTo>
                <a:cubicBezTo>
                  <a:pt x="20151" y="370243"/>
                  <a:pt x="11470" y="122345"/>
                  <a:pt x="0" y="0"/>
                </a:cubicBezTo>
                <a:close/>
              </a:path>
              <a:path w="8962098" h="914848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77273" y="228072"/>
                  <a:pt x="8966174" y="238647"/>
                  <a:pt x="8962098" y="475721"/>
                </a:cubicBezTo>
                <a:cubicBezTo>
                  <a:pt x="8958022" y="712795"/>
                  <a:pt x="8967130" y="721905"/>
                  <a:pt x="8962098" y="914848"/>
                </a:cubicBezTo>
                <a:cubicBezTo>
                  <a:pt x="8742154" y="890194"/>
                  <a:pt x="8448095" y="893252"/>
                  <a:pt x="8272706" y="914848"/>
                </a:cubicBezTo>
                <a:cubicBezTo>
                  <a:pt x="8097317" y="936444"/>
                  <a:pt x="7820885" y="919309"/>
                  <a:pt x="7583314" y="914848"/>
                </a:cubicBezTo>
                <a:cubicBezTo>
                  <a:pt x="7345743" y="910387"/>
                  <a:pt x="7187503" y="899951"/>
                  <a:pt x="6893922" y="914848"/>
                </a:cubicBezTo>
                <a:cubicBezTo>
                  <a:pt x="6600341" y="929745"/>
                  <a:pt x="6348884" y="874693"/>
                  <a:pt x="6025287" y="914848"/>
                </a:cubicBezTo>
                <a:cubicBezTo>
                  <a:pt x="5701690" y="955003"/>
                  <a:pt x="5641903" y="948677"/>
                  <a:pt x="5335895" y="914848"/>
                </a:cubicBezTo>
                <a:cubicBezTo>
                  <a:pt x="5029887" y="881019"/>
                  <a:pt x="4881389" y="926313"/>
                  <a:pt x="4556882" y="914848"/>
                </a:cubicBezTo>
                <a:cubicBezTo>
                  <a:pt x="4232375" y="903383"/>
                  <a:pt x="4151239" y="910507"/>
                  <a:pt x="3777869" y="914848"/>
                </a:cubicBezTo>
                <a:cubicBezTo>
                  <a:pt x="3404499" y="919189"/>
                  <a:pt x="3407727" y="891782"/>
                  <a:pt x="3178098" y="914848"/>
                </a:cubicBezTo>
                <a:cubicBezTo>
                  <a:pt x="2948469" y="937914"/>
                  <a:pt x="2828812" y="899919"/>
                  <a:pt x="2667948" y="914848"/>
                </a:cubicBezTo>
                <a:cubicBezTo>
                  <a:pt x="2507084" y="929778"/>
                  <a:pt x="2194447" y="879374"/>
                  <a:pt x="1799314" y="914848"/>
                </a:cubicBezTo>
                <a:cubicBezTo>
                  <a:pt x="1404181" y="950322"/>
                  <a:pt x="1251049" y="902829"/>
                  <a:pt x="1109921" y="914848"/>
                </a:cubicBezTo>
                <a:cubicBezTo>
                  <a:pt x="968793" y="926867"/>
                  <a:pt x="382880" y="903452"/>
                  <a:pt x="0" y="914848"/>
                </a:cubicBezTo>
                <a:cubicBezTo>
                  <a:pt x="19907" y="809025"/>
                  <a:pt x="22154" y="636140"/>
                  <a:pt x="0" y="448276"/>
                </a:cubicBezTo>
                <a:cubicBezTo>
                  <a:pt x="-22154" y="260412"/>
                  <a:pt x="5315" y="122159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r>
              <a:rPr lang="en-US" altLang="ko-KR" sz="1000">
                <a:solidFill>
                  <a:srgbClr val="00B050"/>
                </a:solidFill>
              </a:rPr>
              <a:t>// - </a:t>
            </a:r>
            <a:r>
              <a:rPr lang="ko-KR" altLang="en-US" sz="1000">
                <a:solidFill>
                  <a:srgbClr val="00B050"/>
                </a:solidFill>
              </a:rPr>
              <a:t>객체 생성</a:t>
            </a:r>
            <a:endParaRPr lang="en-US" altLang="ko-KR" sz="1000"/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</a:t>
            </a:r>
            <a:r>
              <a:rPr lang="en-US" altLang="ko-KR" sz="1000" b="1"/>
              <a:t>pobject</a:t>
            </a:r>
            <a:r>
              <a:rPr lang="en-US" altLang="ko-KR" sz="1000"/>
              <a:t> = make_object&lt;goo&gt;();</a:t>
            </a:r>
          </a:p>
          <a:p>
            <a:endParaRPr lang="ko-KR" altLang="en-US" sz="1000"/>
          </a:p>
          <a:p>
            <a:r>
              <a:rPr lang="en-US" altLang="ko-KR" sz="1000">
                <a:solidFill>
                  <a:srgbClr val="00B050"/>
                </a:solidFill>
              </a:rPr>
              <a:t>// - </a:t>
            </a:r>
            <a:r>
              <a:rPr lang="ko-KR" altLang="en-US" sz="1000">
                <a:solidFill>
                  <a:srgbClr val="00B050"/>
                </a:solidFill>
              </a:rPr>
              <a:t>멤버 함수의 경우 두번째 파라미터를 객체 포인터를 넣는다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system_executor::post( std::bind( &amp;goo::print_string, </a:t>
            </a:r>
            <a:r>
              <a:rPr lang="en-US" altLang="ko-KR" sz="1000" b="1"/>
              <a:t>pobject</a:t>
            </a:r>
            <a:r>
              <a:rPr lang="en-US" altLang="ko-KR" sz="1000"/>
              <a:t>, "std::bind!!") );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B5D4CC6-6C24-477C-AEAB-808DE45A3249}"/>
              </a:ext>
            </a:extLst>
          </p:cNvPr>
          <p:cNvSpPr/>
          <p:nvPr/>
        </p:nvSpPr>
        <p:spPr>
          <a:xfrm>
            <a:off x="1745315" y="4426558"/>
            <a:ext cx="9708359" cy="8863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 startAt="2"/>
            </a:pP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멤버 함수를 비동기적으로 실행하기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멤버 함수는 파라미터 있는 함수와 동일하므로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std::bind()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사용해서 실행할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멤버 함수의 경우 두번째 파라미터에 객체를 전달하면 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F2D776-E7D4-4715-9A6E-4A2F6598AEB1}"/>
              </a:ext>
            </a:extLst>
          </p:cNvPr>
          <p:cNvSpPr txBox="1"/>
          <p:nvPr/>
        </p:nvSpPr>
        <p:spPr>
          <a:xfrm>
            <a:off x="538480" y="15240"/>
            <a:ext cx="15399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EXECUTOR SYSTEM</a:t>
            </a:r>
            <a:endParaRPr lang="ko-KR" altLang="en-US" sz="12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910EFC4-A181-46B1-B48C-BC3D3D097159}"/>
              </a:ext>
            </a:extLst>
          </p:cNvPr>
          <p:cNvSpPr/>
          <p:nvPr/>
        </p:nvSpPr>
        <p:spPr>
          <a:xfrm>
            <a:off x="203242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7512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855892" y="-12879"/>
            <a:ext cx="2965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executor.post.Iexecutable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E18FB9-9089-4DEC-B4E4-2F41FA93DD7B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FEC343D-F295-4631-BA0F-C48B77528477}"/>
              </a:ext>
            </a:extLst>
          </p:cNvPr>
          <p:cNvSpPr/>
          <p:nvPr/>
        </p:nvSpPr>
        <p:spPr>
          <a:xfrm>
            <a:off x="1816339" y="4191202"/>
            <a:ext cx="8962098" cy="1376513"/>
          </a:xfrm>
          <a:custGeom>
            <a:avLst/>
            <a:gdLst>
              <a:gd name="connsiteX0" fmla="*/ 0 w 8962098"/>
              <a:gd name="connsiteY0" fmla="*/ 0 h 1376513"/>
              <a:gd name="connsiteX1" fmla="*/ 420529 w 8962098"/>
              <a:gd name="connsiteY1" fmla="*/ 0 h 1376513"/>
              <a:gd name="connsiteX2" fmla="*/ 1199542 w 8962098"/>
              <a:gd name="connsiteY2" fmla="*/ 0 h 1376513"/>
              <a:gd name="connsiteX3" fmla="*/ 1620072 w 8962098"/>
              <a:gd name="connsiteY3" fmla="*/ 0 h 1376513"/>
              <a:gd name="connsiteX4" fmla="*/ 2040601 w 8962098"/>
              <a:gd name="connsiteY4" fmla="*/ 0 h 1376513"/>
              <a:gd name="connsiteX5" fmla="*/ 2550751 w 8962098"/>
              <a:gd name="connsiteY5" fmla="*/ 0 h 1376513"/>
              <a:gd name="connsiteX6" fmla="*/ 3150522 w 8962098"/>
              <a:gd name="connsiteY6" fmla="*/ 0 h 1376513"/>
              <a:gd name="connsiteX7" fmla="*/ 3571051 w 8962098"/>
              <a:gd name="connsiteY7" fmla="*/ 0 h 1376513"/>
              <a:gd name="connsiteX8" fmla="*/ 4170823 w 8962098"/>
              <a:gd name="connsiteY8" fmla="*/ 0 h 1376513"/>
              <a:gd name="connsiteX9" fmla="*/ 4770594 w 8962098"/>
              <a:gd name="connsiteY9" fmla="*/ 0 h 1376513"/>
              <a:gd name="connsiteX10" fmla="*/ 5549607 w 8962098"/>
              <a:gd name="connsiteY10" fmla="*/ 0 h 1376513"/>
              <a:gd name="connsiteX11" fmla="*/ 5970136 w 8962098"/>
              <a:gd name="connsiteY11" fmla="*/ 0 h 1376513"/>
              <a:gd name="connsiteX12" fmla="*/ 6659528 w 8962098"/>
              <a:gd name="connsiteY12" fmla="*/ 0 h 1376513"/>
              <a:gd name="connsiteX13" fmla="*/ 7169678 w 8962098"/>
              <a:gd name="connsiteY13" fmla="*/ 0 h 1376513"/>
              <a:gd name="connsiteX14" fmla="*/ 7590208 w 8962098"/>
              <a:gd name="connsiteY14" fmla="*/ 0 h 1376513"/>
              <a:gd name="connsiteX15" fmla="*/ 8962098 w 8962098"/>
              <a:gd name="connsiteY15" fmla="*/ 0 h 1376513"/>
              <a:gd name="connsiteX16" fmla="*/ 8962098 w 8962098"/>
              <a:gd name="connsiteY16" fmla="*/ 674491 h 1376513"/>
              <a:gd name="connsiteX17" fmla="*/ 8962098 w 8962098"/>
              <a:gd name="connsiteY17" fmla="*/ 1376513 h 1376513"/>
              <a:gd name="connsiteX18" fmla="*/ 8541569 w 8962098"/>
              <a:gd name="connsiteY18" fmla="*/ 1376513 h 1376513"/>
              <a:gd name="connsiteX19" fmla="*/ 7672935 w 8962098"/>
              <a:gd name="connsiteY19" fmla="*/ 1376513 h 1376513"/>
              <a:gd name="connsiteX20" fmla="*/ 7252405 w 8962098"/>
              <a:gd name="connsiteY20" fmla="*/ 1376513 h 1376513"/>
              <a:gd name="connsiteX21" fmla="*/ 6473392 w 8962098"/>
              <a:gd name="connsiteY21" fmla="*/ 1376513 h 1376513"/>
              <a:gd name="connsiteX22" fmla="*/ 5784000 w 8962098"/>
              <a:gd name="connsiteY22" fmla="*/ 1376513 h 1376513"/>
              <a:gd name="connsiteX23" fmla="*/ 5094608 w 8962098"/>
              <a:gd name="connsiteY23" fmla="*/ 1376513 h 1376513"/>
              <a:gd name="connsiteX24" fmla="*/ 4494837 w 8962098"/>
              <a:gd name="connsiteY24" fmla="*/ 1376513 h 1376513"/>
              <a:gd name="connsiteX25" fmla="*/ 3715824 w 8962098"/>
              <a:gd name="connsiteY25" fmla="*/ 1376513 h 1376513"/>
              <a:gd name="connsiteX26" fmla="*/ 3116053 w 8962098"/>
              <a:gd name="connsiteY26" fmla="*/ 1376513 h 1376513"/>
              <a:gd name="connsiteX27" fmla="*/ 2337039 w 8962098"/>
              <a:gd name="connsiteY27" fmla="*/ 1376513 h 1376513"/>
              <a:gd name="connsiteX28" fmla="*/ 1826889 w 8962098"/>
              <a:gd name="connsiteY28" fmla="*/ 1376513 h 1376513"/>
              <a:gd name="connsiteX29" fmla="*/ 1316739 w 8962098"/>
              <a:gd name="connsiteY29" fmla="*/ 1376513 h 1376513"/>
              <a:gd name="connsiteX30" fmla="*/ 0 w 8962098"/>
              <a:gd name="connsiteY30" fmla="*/ 1376513 h 1376513"/>
              <a:gd name="connsiteX31" fmla="*/ 0 w 8962098"/>
              <a:gd name="connsiteY31" fmla="*/ 702022 h 1376513"/>
              <a:gd name="connsiteX32" fmla="*/ 0 w 8962098"/>
              <a:gd name="connsiteY32" fmla="*/ 0 h 1376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62098" h="1376513" fill="none" extrusionOk="0">
                <a:moveTo>
                  <a:pt x="0" y="0"/>
                </a:moveTo>
                <a:cubicBezTo>
                  <a:pt x="106741" y="-5227"/>
                  <a:pt x="258086" y="10078"/>
                  <a:pt x="420529" y="0"/>
                </a:cubicBezTo>
                <a:cubicBezTo>
                  <a:pt x="582972" y="-10078"/>
                  <a:pt x="967967" y="-21079"/>
                  <a:pt x="1199542" y="0"/>
                </a:cubicBezTo>
                <a:cubicBezTo>
                  <a:pt x="1431117" y="21079"/>
                  <a:pt x="1447174" y="13280"/>
                  <a:pt x="1620072" y="0"/>
                </a:cubicBezTo>
                <a:cubicBezTo>
                  <a:pt x="1792970" y="-13280"/>
                  <a:pt x="1912007" y="-9074"/>
                  <a:pt x="2040601" y="0"/>
                </a:cubicBezTo>
                <a:cubicBezTo>
                  <a:pt x="2169195" y="9074"/>
                  <a:pt x="2355610" y="5328"/>
                  <a:pt x="2550751" y="0"/>
                </a:cubicBezTo>
                <a:cubicBezTo>
                  <a:pt x="2745892" y="-5328"/>
                  <a:pt x="3023206" y="11627"/>
                  <a:pt x="3150522" y="0"/>
                </a:cubicBezTo>
                <a:cubicBezTo>
                  <a:pt x="3277838" y="-11627"/>
                  <a:pt x="3395071" y="18199"/>
                  <a:pt x="3571051" y="0"/>
                </a:cubicBezTo>
                <a:cubicBezTo>
                  <a:pt x="3747031" y="-18199"/>
                  <a:pt x="3938407" y="1645"/>
                  <a:pt x="4170823" y="0"/>
                </a:cubicBezTo>
                <a:cubicBezTo>
                  <a:pt x="4403239" y="-1645"/>
                  <a:pt x="4510024" y="-11615"/>
                  <a:pt x="4770594" y="0"/>
                </a:cubicBezTo>
                <a:cubicBezTo>
                  <a:pt x="5031164" y="11615"/>
                  <a:pt x="5213144" y="33240"/>
                  <a:pt x="5549607" y="0"/>
                </a:cubicBezTo>
                <a:cubicBezTo>
                  <a:pt x="5886070" y="-33240"/>
                  <a:pt x="5800410" y="18316"/>
                  <a:pt x="5970136" y="0"/>
                </a:cubicBezTo>
                <a:cubicBezTo>
                  <a:pt x="6139862" y="-18316"/>
                  <a:pt x="6473823" y="-10920"/>
                  <a:pt x="6659528" y="0"/>
                </a:cubicBezTo>
                <a:cubicBezTo>
                  <a:pt x="6845233" y="10920"/>
                  <a:pt x="7065940" y="9149"/>
                  <a:pt x="7169678" y="0"/>
                </a:cubicBezTo>
                <a:cubicBezTo>
                  <a:pt x="7273416" y="-9149"/>
                  <a:pt x="7434842" y="-822"/>
                  <a:pt x="7590208" y="0"/>
                </a:cubicBezTo>
                <a:cubicBezTo>
                  <a:pt x="7745574" y="822"/>
                  <a:pt x="8285488" y="40359"/>
                  <a:pt x="8962098" y="0"/>
                </a:cubicBezTo>
                <a:cubicBezTo>
                  <a:pt x="8970343" y="220271"/>
                  <a:pt x="8977101" y="457820"/>
                  <a:pt x="8962098" y="674491"/>
                </a:cubicBezTo>
                <a:cubicBezTo>
                  <a:pt x="8947095" y="891162"/>
                  <a:pt x="8980432" y="1119357"/>
                  <a:pt x="8962098" y="1376513"/>
                </a:cubicBezTo>
                <a:cubicBezTo>
                  <a:pt x="8773150" y="1362180"/>
                  <a:pt x="8713881" y="1356199"/>
                  <a:pt x="8541569" y="1376513"/>
                </a:cubicBezTo>
                <a:cubicBezTo>
                  <a:pt x="8369257" y="1396827"/>
                  <a:pt x="7946817" y="1405921"/>
                  <a:pt x="7672935" y="1376513"/>
                </a:cubicBezTo>
                <a:cubicBezTo>
                  <a:pt x="7399053" y="1347105"/>
                  <a:pt x="7433511" y="1366041"/>
                  <a:pt x="7252405" y="1376513"/>
                </a:cubicBezTo>
                <a:cubicBezTo>
                  <a:pt x="7071299" y="1386986"/>
                  <a:pt x="6730593" y="1388727"/>
                  <a:pt x="6473392" y="1376513"/>
                </a:cubicBezTo>
                <a:cubicBezTo>
                  <a:pt x="6216191" y="1364299"/>
                  <a:pt x="5928123" y="1342829"/>
                  <a:pt x="5784000" y="1376513"/>
                </a:cubicBezTo>
                <a:cubicBezTo>
                  <a:pt x="5639877" y="1410197"/>
                  <a:pt x="5290102" y="1371479"/>
                  <a:pt x="5094608" y="1376513"/>
                </a:cubicBezTo>
                <a:cubicBezTo>
                  <a:pt x="4899114" y="1381547"/>
                  <a:pt x="4646058" y="1367895"/>
                  <a:pt x="4494837" y="1376513"/>
                </a:cubicBezTo>
                <a:cubicBezTo>
                  <a:pt x="4343616" y="1385131"/>
                  <a:pt x="4071982" y="1392180"/>
                  <a:pt x="3715824" y="1376513"/>
                </a:cubicBezTo>
                <a:cubicBezTo>
                  <a:pt x="3359666" y="1360846"/>
                  <a:pt x="3269812" y="1405378"/>
                  <a:pt x="3116053" y="1376513"/>
                </a:cubicBezTo>
                <a:cubicBezTo>
                  <a:pt x="2962294" y="1347648"/>
                  <a:pt x="2501003" y="1360892"/>
                  <a:pt x="2337039" y="1376513"/>
                </a:cubicBezTo>
                <a:cubicBezTo>
                  <a:pt x="2173075" y="1392134"/>
                  <a:pt x="2078012" y="1400518"/>
                  <a:pt x="1826889" y="1376513"/>
                </a:cubicBezTo>
                <a:cubicBezTo>
                  <a:pt x="1575766" y="1352509"/>
                  <a:pt x="1566259" y="1387026"/>
                  <a:pt x="1316739" y="1376513"/>
                </a:cubicBezTo>
                <a:cubicBezTo>
                  <a:pt x="1067219" y="1366001"/>
                  <a:pt x="586745" y="1405345"/>
                  <a:pt x="0" y="1376513"/>
                </a:cubicBezTo>
                <a:cubicBezTo>
                  <a:pt x="9008" y="1119888"/>
                  <a:pt x="-80" y="933782"/>
                  <a:pt x="0" y="702022"/>
                </a:cubicBezTo>
                <a:cubicBezTo>
                  <a:pt x="80" y="470262"/>
                  <a:pt x="-30040" y="296869"/>
                  <a:pt x="0" y="0"/>
                </a:cubicBezTo>
                <a:close/>
              </a:path>
              <a:path w="8962098" h="1376513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85534" y="178243"/>
                  <a:pt x="8992739" y="386956"/>
                  <a:pt x="8962098" y="715787"/>
                </a:cubicBezTo>
                <a:cubicBezTo>
                  <a:pt x="8931457" y="1044618"/>
                  <a:pt x="8960788" y="1061095"/>
                  <a:pt x="8962098" y="1376513"/>
                </a:cubicBezTo>
                <a:cubicBezTo>
                  <a:pt x="8742154" y="1351859"/>
                  <a:pt x="8448095" y="1354917"/>
                  <a:pt x="8272706" y="1376513"/>
                </a:cubicBezTo>
                <a:cubicBezTo>
                  <a:pt x="8097317" y="1398109"/>
                  <a:pt x="7820885" y="1380974"/>
                  <a:pt x="7583314" y="1376513"/>
                </a:cubicBezTo>
                <a:cubicBezTo>
                  <a:pt x="7345743" y="1372052"/>
                  <a:pt x="7187503" y="1361616"/>
                  <a:pt x="6893922" y="1376513"/>
                </a:cubicBezTo>
                <a:cubicBezTo>
                  <a:pt x="6600341" y="1391410"/>
                  <a:pt x="6348884" y="1336358"/>
                  <a:pt x="6025287" y="1376513"/>
                </a:cubicBezTo>
                <a:cubicBezTo>
                  <a:pt x="5701690" y="1416668"/>
                  <a:pt x="5641903" y="1410342"/>
                  <a:pt x="5335895" y="1376513"/>
                </a:cubicBezTo>
                <a:cubicBezTo>
                  <a:pt x="5029887" y="1342684"/>
                  <a:pt x="4881389" y="1387978"/>
                  <a:pt x="4556882" y="1376513"/>
                </a:cubicBezTo>
                <a:cubicBezTo>
                  <a:pt x="4232375" y="1365048"/>
                  <a:pt x="4151239" y="1372172"/>
                  <a:pt x="3777869" y="1376513"/>
                </a:cubicBezTo>
                <a:cubicBezTo>
                  <a:pt x="3404499" y="1380854"/>
                  <a:pt x="3407727" y="1353447"/>
                  <a:pt x="3178098" y="1376513"/>
                </a:cubicBezTo>
                <a:cubicBezTo>
                  <a:pt x="2948469" y="1399579"/>
                  <a:pt x="2828812" y="1361584"/>
                  <a:pt x="2667948" y="1376513"/>
                </a:cubicBezTo>
                <a:cubicBezTo>
                  <a:pt x="2507084" y="1391443"/>
                  <a:pt x="2194447" y="1341039"/>
                  <a:pt x="1799314" y="1376513"/>
                </a:cubicBezTo>
                <a:cubicBezTo>
                  <a:pt x="1404181" y="1411987"/>
                  <a:pt x="1251049" y="1364494"/>
                  <a:pt x="1109921" y="1376513"/>
                </a:cubicBezTo>
                <a:cubicBezTo>
                  <a:pt x="968793" y="1388532"/>
                  <a:pt x="382880" y="1365117"/>
                  <a:pt x="0" y="1376513"/>
                </a:cubicBezTo>
                <a:cubicBezTo>
                  <a:pt x="-24411" y="1126453"/>
                  <a:pt x="27826" y="987205"/>
                  <a:pt x="0" y="674491"/>
                </a:cubicBezTo>
                <a:cubicBezTo>
                  <a:pt x="-27826" y="361777"/>
                  <a:pt x="12805" y="172299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r>
              <a:rPr lang="en-US" altLang="ko-KR" sz="1000">
                <a:solidFill>
                  <a:srgbClr val="00B050"/>
                </a:solidFill>
              </a:rPr>
              <a:t>// - executable</a:t>
            </a:r>
            <a:r>
              <a:rPr lang="ko-KR" altLang="en-US" sz="1000">
                <a:solidFill>
                  <a:srgbClr val="00B050"/>
                </a:solidFill>
              </a:rPr>
              <a:t>을 생성한다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pexecutor_1 = make_object&lt;foo&gt;("test first");</a:t>
            </a:r>
          </a:p>
          <a:p>
            <a:endParaRPr lang="ko-KR" altLang="en-US" sz="1000"/>
          </a:p>
          <a:p>
            <a:r>
              <a:rPr lang="en-US" altLang="ko-KR" sz="1000">
                <a:solidFill>
                  <a:srgbClr val="00B050"/>
                </a:solidFill>
              </a:rPr>
              <a:t>// - executor</a:t>
            </a:r>
            <a:r>
              <a:rPr lang="ko-KR" altLang="en-US" sz="1000">
                <a:solidFill>
                  <a:srgbClr val="00B050"/>
                </a:solidFill>
              </a:rPr>
              <a:t>를 건다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 b="1"/>
              <a:t>system_executor::post</a:t>
            </a:r>
            <a:r>
              <a:rPr lang="en-US" altLang="ko-KR" sz="1000"/>
              <a:t>(pexecutor_1);</a:t>
            </a:r>
          </a:p>
          <a:p>
            <a:endParaRPr lang="ko-KR" altLang="en-US" sz="1000"/>
          </a:p>
          <a:p>
            <a:r>
              <a:rPr lang="en-US" altLang="ko-KR" sz="1000">
                <a:solidFill>
                  <a:srgbClr val="00B050"/>
                </a:solidFill>
              </a:rPr>
              <a:t>// - executable</a:t>
            </a:r>
            <a:r>
              <a:rPr lang="ko-KR" altLang="en-US" sz="1000">
                <a:solidFill>
                  <a:srgbClr val="00B050"/>
                </a:solidFill>
              </a:rPr>
              <a:t>을 생성해서 바로 실행걸기</a:t>
            </a:r>
          </a:p>
          <a:p>
            <a:r>
              <a:rPr lang="en-US" altLang="ko-KR" sz="1000"/>
              <a:t>system_executor::post(make_object&lt;foo&gt;("test second"));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45CD999-4E47-4BBE-A372-9363055658B4}"/>
              </a:ext>
            </a:extLst>
          </p:cNvPr>
          <p:cNvSpPr/>
          <p:nvPr/>
        </p:nvSpPr>
        <p:spPr>
          <a:xfrm>
            <a:off x="1745315" y="718320"/>
            <a:ext cx="9708359" cy="8863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 defTabSz="360000">
              <a:lnSpc>
                <a:spcPct val="150000"/>
              </a:lnSpc>
              <a:buFont typeface="+mj-lt"/>
              <a:buAutoNum type="arabicParenR" startAt="3"/>
            </a:pP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Iexecutable </a:t>
            </a: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객체를 비동기적으로 실행하기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Iexecutable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인터피에스 클래스를 상속받은 클래스를 생성해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post&lt;T&gt;()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함수로 걸어 비동기적으로 실행할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Iexecutable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의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process_execute()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함수를 실행해 준다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552CBB5-974B-4D04-801C-01536B1F531C}"/>
              </a:ext>
            </a:extLst>
          </p:cNvPr>
          <p:cNvSpPr/>
          <p:nvPr/>
        </p:nvSpPr>
        <p:spPr>
          <a:xfrm>
            <a:off x="1822873" y="1629227"/>
            <a:ext cx="8962098" cy="2453730"/>
          </a:xfrm>
          <a:custGeom>
            <a:avLst/>
            <a:gdLst>
              <a:gd name="connsiteX0" fmla="*/ 0 w 8962098"/>
              <a:gd name="connsiteY0" fmla="*/ 0 h 2453730"/>
              <a:gd name="connsiteX1" fmla="*/ 868634 w 8962098"/>
              <a:gd name="connsiteY1" fmla="*/ 0 h 2453730"/>
              <a:gd name="connsiteX2" fmla="*/ 1468405 w 8962098"/>
              <a:gd name="connsiteY2" fmla="*/ 0 h 2453730"/>
              <a:gd name="connsiteX3" fmla="*/ 1888935 w 8962098"/>
              <a:gd name="connsiteY3" fmla="*/ 0 h 2453730"/>
              <a:gd name="connsiteX4" fmla="*/ 2488706 w 8962098"/>
              <a:gd name="connsiteY4" fmla="*/ 0 h 2453730"/>
              <a:gd name="connsiteX5" fmla="*/ 3088477 w 8962098"/>
              <a:gd name="connsiteY5" fmla="*/ 0 h 2453730"/>
              <a:gd name="connsiteX6" fmla="*/ 3867490 w 8962098"/>
              <a:gd name="connsiteY6" fmla="*/ 0 h 2453730"/>
              <a:gd name="connsiteX7" fmla="*/ 4288019 w 8962098"/>
              <a:gd name="connsiteY7" fmla="*/ 0 h 2453730"/>
              <a:gd name="connsiteX8" fmla="*/ 4977411 w 8962098"/>
              <a:gd name="connsiteY8" fmla="*/ 0 h 2453730"/>
              <a:gd name="connsiteX9" fmla="*/ 5487562 w 8962098"/>
              <a:gd name="connsiteY9" fmla="*/ 0 h 2453730"/>
              <a:gd name="connsiteX10" fmla="*/ 5908091 w 8962098"/>
              <a:gd name="connsiteY10" fmla="*/ 0 h 2453730"/>
              <a:gd name="connsiteX11" fmla="*/ 6776725 w 8962098"/>
              <a:gd name="connsiteY11" fmla="*/ 0 h 2453730"/>
              <a:gd name="connsiteX12" fmla="*/ 7376496 w 8962098"/>
              <a:gd name="connsiteY12" fmla="*/ 0 h 2453730"/>
              <a:gd name="connsiteX13" fmla="*/ 8155509 w 8962098"/>
              <a:gd name="connsiteY13" fmla="*/ 0 h 2453730"/>
              <a:gd name="connsiteX14" fmla="*/ 8962098 w 8962098"/>
              <a:gd name="connsiteY14" fmla="*/ 0 h 2453730"/>
              <a:gd name="connsiteX15" fmla="*/ 8962098 w 8962098"/>
              <a:gd name="connsiteY15" fmla="*/ 564358 h 2453730"/>
              <a:gd name="connsiteX16" fmla="*/ 8962098 w 8962098"/>
              <a:gd name="connsiteY16" fmla="*/ 1153253 h 2453730"/>
              <a:gd name="connsiteX17" fmla="*/ 8962098 w 8962098"/>
              <a:gd name="connsiteY17" fmla="*/ 1717611 h 2453730"/>
              <a:gd name="connsiteX18" fmla="*/ 8962098 w 8962098"/>
              <a:gd name="connsiteY18" fmla="*/ 2453730 h 2453730"/>
              <a:gd name="connsiteX19" fmla="*/ 8362327 w 8962098"/>
              <a:gd name="connsiteY19" fmla="*/ 2453730 h 2453730"/>
              <a:gd name="connsiteX20" fmla="*/ 7762556 w 8962098"/>
              <a:gd name="connsiteY20" fmla="*/ 2453730 h 2453730"/>
              <a:gd name="connsiteX21" fmla="*/ 6983543 w 8962098"/>
              <a:gd name="connsiteY21" fmla="*/ 2453730 h 2453730"/>
              <a:gd name="connsiteX22" fmla="*/ 6383771 w 8962098"/>
              <a:gd name="connsiteY22" fmla="*/ 2453730 h 2453730"/>
              <a:gd name="connsiteX23" fmla="*/ 5604758 w 8962098"/>
              <a:gd name="connsiteY23" fmla="*/ 2453730 h 2453730"/>
              <a:gd name="connsiteX24" fmla="*/ 5094608 w 8962098"/>
              <a:gd name="connsiteY24" fmla="*/ 2453730 h 2453730"/>
              <a:gd name="connsiteX25" fmla="*/ 4584458 w 8962098"/>
              <a:gd name="connsiteY25" fmla="*/ 2453730 h 2453730"/>
              <a:gd name="connsiteX26" fmla="*/ 3805445 w 8962098"/>
              <a:gd name="connsiteY26" fmla="*/ 2453730 h 2453730"/>
              <a:gd name="connsiteX27" fmla="*/ 3205674 w 8962098"/>
              <a:gd name="connsiteY27" fmla="*/ 2453730 h 2453730"/>
              <a:gd name="connsiteX28" fmla="*/ 2516281 w 8962098"/>
              <a:gd name="connsiteY28" fmla="*/ 2453730 h 2453730"/>
              <a:gd name="connsiteX29" fmla="*/ 1916510 w 8962098"/>
              <a:gd name="connsiteY29" fmla="*/ 2453730 h 2453730"/>
              <a:gd name="connsiteX30" fmla="*/ 1495981 w 8962098"/>
              <a:gd name="connsiteY30" fmla="*/ 2453730 h 2453730"/>
              <a:gd name="connsiteX31" fmla="*/ 627347 w 8962098"/>
              <a:gd name="connsiteY31" fmla="*/ 2453730 h 2453730"/>
              <a:gd name="connsiteX32" fmla="*/ 0 w 8962098"/>
              <a:gd name="connsiteY32" fmla="*/ 2453730 h 2453730"/>
              <a:gd name="connsiteX33" fmla="*/ 0 w 8962098"/>
              <a:gd name="connsiteY33" fmla="*/ 1791223 h 2453730"/>
              <a:gd name="connsiteX34" fmla="*/ 0 w 8962098"/>
              <a:gd name="connsiteY34" fmla="*/ 1128716 h 2453730"/>
              <a:gd name="connsiteX35" fmla="*/ 0 w 8962098"/>
              <a:gd name="connsiteY35" fmla="*/ 0 h 2453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62098" h="2453730" fill="none" extrusionOk="0">
                <a:moveTo>
                  <a:pt x="0" y="0"/>
                </a:moveTo>
                <a:cubicBezTo>
                  <a:pt x="298731" y="-4631"/>
                  <a:pt x="675027" y="14842"/>
                  <a:pt x="868634" y="0"/>
                </a:cubicBezTo>
                <a:cubicBezTo>
                  <a:pt x="1062241" y="-14842"/>
                  <a:pt x="1341089" y="11627"/>
                  <a:pt x="1468405" y="0"/>
                </a:cubicBezTo>
                <a:cubicBezTo>
                  <a:pt x="1595721" y="-11627"/>
                  <a:pt x="1710587" y="16825"/>
                  <a:pt x="1888935" y="0"/>
                </a:cubicBezTo>
                <a:cubicBezTo>
                  <a:pt x="2067283" y="-16825"/>
                  <a:pt x="2256441" y="4492"/>
                  <a:pt x="2488706" y="0"/>
                </a:cubicBezTo>
                <a:cubicBezTo>
                  <a:pt x="2720971" y="-4492"/>
                  <a:pt x="2827907" y="-11615"/>
                  <a:pt x="3088477" y="0"/>
                </a:cubicBezTo>
                <a:cubicBezTo>
                  <a:pt x="3349047" y="11615"/>
                  <a:pt x="3531027" y="33240"/>
                  <a:pt x="3867490" y="0"/>
                </a:cubicBezTo>
                <a:cubicBezTo>
                  <a:pt x="4203953" y="-33240"/>
                  <a:pt x="4118293" y="18316"/>
                  <a:pt x="4288019" y="0"/>
                </a:cubicBezTo>
                <a:cubicBezTo>
                  <a:pt x="4457745" y="-18316"/>
                  <a:pt x="4791706" y="-10920"/>
                  <a:pt x="4977411" y="0"/>
                </a:cubicBezTo>
                <a:cubicBezTo>
                  <a:pt x="5163116" y="10920"/>
                  <a:pt x="5378473" y="5305"/>
                  <a:pt x="5487562" y="0"/>
                </a:cubicBezTo>
                <a:cubicBezTo>
                  <a:pt x="5596651" y="-5305"/>
                  <a:pt x="5757792" y="5934"/>
                  <a:pt x="5908091" y="0"/>
                </a:cubicBezTo>
                <a:cubicBezTo>
                  <a:pt x="6058390" y="-5934"/>
                  <a:pt x="6535652" y="-26784"/>
                  <a:pt x="6776725" y="0"/>
                </a:cubicBezTo>
                <a:cubicBezTo>
                  <a:pt x="7017798" y="26784"/>
                  <a:pt x="7198419" y="-7531"/>
                  <a:pt x="7376496" y="0"/>
                </a:cubicBezTo>
                <a:cubicBezTo>
                  <a:pt x="7554573" y="7531"/>
                  <a:pt x="7832540" y="-5864"/>
                  <a:pt x="8155509" y="0"/>
                </a:cubicBezTo>
                <a:cubicBezTo>
                  <a:pt x="8478478" y="5864"/>
                  <a:pt x="8658734" y="-30889"/>
                  <a:pt x="8962098" y="0"/>
                </a:cubicBezTo>
                <a:cubicBezTo>
                  <a:pt x="8986843" y="211546"/>
                  <a:pt x="8934988" y="363856"/>
                  <a:pt x="8962098" y="564358"/>
                </a:cubicBezTo>
                <a:cubicBezTo>
                  <a:pt x="8989208" y="764860"/>
                  <a:pt x="8940554" y="971606"/>
                  <a:pt x="8962098" y="1153253"/>
                </a:cubicBezTo>
                <a:cubicBezTo>
                  <a:pt x="8983642" y="1334901"/>
                  <a:pt x="8969348" y="1602355"/>
                  <a:pt x="8962098" y="1717611"/>
                </a:cubicBezTo>
                <a:cubicBezTo>
                  <a:pt x="8954848" y="1832867"/>
                  <a:pt x="8972831" y="2212607"/>
                  <a:pt x="8962098" y="2453730"/>
                </a:cubicBezTo>
                <a:cubicBezTo>
                  <a:pt x="8687274" y="2466939"/>
                  <a:pt x="8494791" y="2452297"/>
                  <a:pt x="8362327" y="2453730"/>
                </a:cubicBezTo>
                <a:cubicBezTo>
                  <a:pt x="8229863" y="2455163"/>
                  <a:pt x="7913777" y="2445112"/>
                  <a:pt x="7762556" y="2453730"/>
                </a:cubicBezTo>
                <a:cubicBezTo>
                  <a:pt x="7611335" y="2462348"/>
                  <a:pt x="7339701" y="2469397"/>
                  <a:pt x="6983543" y="2453730"/>
                </a:cubicBezTo>
                <a:cubicBezTo>
                  <a:pt x="6627385" y="2438063"/>
                  <a:pt x="6543892" y="2424032"/>
                  <a:pt x="6383771" y="2453730"/>
                </a:cubicBezTo>
                <a:cubicBezTo>
                  <a:pt x="6223650" y="2483428"/>
                  <a:pt x="5764514" y="2434441"/>
                  <a:pt x="5604758" y="2453730"/>
                </a:cubicBezTo>
                <a:cubicBezTo>
                  <a:pt x="5445002" y="2473019"/>
                  <a:pt x="5345731" y="2477735"/>
                  <a:pt x="5094608" y="2453730"/>
                </a:cubicBezTo>
                <a:cubicBezTo>
                  <a:pt x="4843485" y="2429726"/>
                  <a:pt x="4833978" y="2464243"/>
                  <a:pt x="4584458" y="2453730"/>
                </a:cubicBezTo>
                <a:cubicBezTo>
                  <a:pt x="4334938" y="2443218"/>
                  <a:pt x="3996796" y="2421274"/>
                  <a:pt x="3805445" y="2453730"/>
                </a:cubicBezTo>
                <a:cubicBezTo>
                  <a:pt x="3614094" y="2486186"/>
                  <a:pt x="3362298" y="2446844"/>
                  <a:pt x="3205674" y="2453730"/>
                </a:cubicBezTo>
                <a:cubicBezTo>
                  <a:pt x="3049050" y="2460616"/>
                  <a:pt x="2714112" y="2436886"/>
                  <a:pt x="2516281" y="2453730"/>
                </a:cubicBezTo>
                <a:cubicBezTo>
                  <a:pt x="2318450" y="2470574"/>
                  <a:pt x="2190500" y="2451457"/>
                  <a:pt x="1916510" y="2453730"/>
                </a:cubicBezTo>
                <a:cubicBezTo>
                  <a:pt x="1642520" y="2456003"/>
                  <a:pt x="1631050" y="2444207"/>
                  <a:pt x="1495981" y="2453730"/>
                </a:cubicBezTo>
                <a:cubicBezTo>
                  <a:pt x="1360912" y="2463253"/>
                  <a:pt x="904943" y="2446406"/>
                  <a:pt x="627347" y="2453730"/>
                </a:cubicBezTo>
                <a:cubicBezTo>
                  <a:pt x="349751" y="2461054"/>
                  <a:pt x="215136" y="2452501"/>
                  <a:pt x="0" y="2453730"/>
                </a:cubicBezTo>
                <a:cubicBezTo>
                  <a:pt x="31024" y="2294650"/>
                  <a:pt x="-22397" y="2096391"/>
                  <a:pt x="0" y="1791223"/>
                </a:cubicBezTo>
                <a:cubicBezTo>
                  <a:pt x="22397" y="1486055"/>
                  <a:pt x="33001" y="1283435"/>
                  <a:pt x="0" y="1128716"/>
                </a:cubicBezTo>
                <a:cubicBezTo>
                  <a:pt x="-33001" y="973997"/>
                  <a:pt x="-40960" y="274999"/>
                  <a:pt x="0" y="0"/>
                </a:cubicBezTo>
                <a:close/>
              </a:path>
              <a:path w="8962098" h="2453730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84707" y="210520"/>
                  <a:pt x="8941371" y="494754"/>
                  <a:pt x="8962098" y="662507"/>
                </a:cubicBezTo>
                <a:cubicBezTo>
                  <a:pt x="8982825" y="830260"/>
                  <a:pt x="8948366" y="1149774"/>
                  <a:pt x="8962098" y="1300477"/>
                </a:cubicBezTo>
                <a:cubicBezTo>
                  <a:pt x="8975831" y="1451180"/>
                  <a:pt x="8942892" y="1668539"/>
                  <a:pt x="8962098" y="1913909"/>
                </a:cubicBezTo>
                <a:cubicBezTo>
                  <a:pt x="8981304" y="2159279"/>
                  <a:pt x="8950861" y="2331282"/>
                  <a:pt x="8962098" y="2453730"/>
                </a:cubicBezTo>
                <a:cubicBezTo>
                  <a:pt x="8798611" y="2462366"/>
                  <a:pt x="8595103" y="2449974"/>
                  <a:pt x="8451948" y="2453730"/>
                </a:cubicBezTo>
                <a:cubicBezTo>
                  <a:pt x="8308793" y="2457487"/>
                  <a:pt x="7904099" y="2411469"/>
                  <a:pt x="7583314" y="2453730"/>
                </a:cubicBezTo>
                <a:cubicBezTo>
                  <a:pt x="7262529" y="2495991"/>
                  <a:pt x="7199930" y="2487559"/>
                  <a:pt x="6893922" y="2453730"/>
                </a:cubicBezTo>
                <a:cubicBezTo>
                  <a:pt x="6587914" y="2419901"/>
                  <a:pt x="6441786" y="2470084"/>
                  <a:pt x="6114908" y="2453730"/>
                </a:cubicBezTo>
                <a:cubicBezTo>
                  <a:pt x="5788030" y="2437376"/>
                  <a:pt x="5709265" y="2449389"/>
                  <a:pt x="5335895" y="2453730"/>
                </a:cubicBezTo>
                <a:cubicBezTo>
                  <a:pt x="4962525" y="2458071"/>
                  <a:pt x="4965753" y="2430664"/>
                  <a:pt x="4736124" y="2453730"/>
                </a:cubicBezTo>
                <a:cubicBezTo>
                  <a:pt x="4506495" y="2476796"/>
                  <a:pt x="4386838" y="2438801"/>
                  <a:pt x="4225974" y="2453730"/>
                </a:cubicBezTo>
                <a:cubicBezTo>
                  <a:pt x="4065110" y="2468660"/>
                  <a:pt x="3752473" y="2418256"/>
                  <a:pt x="3357340" y="2453730"/>
                </a:cubicBezTo>
                <a:cubicBezTo>
                  <a:pt x="2962207" y="2489204"/>
                  <a:pt x="3011953" y="2439277"/>
                  <a:pt x="2667948" y="2453730"/>
                </a:cubicBezTo>
                <a:cubicBezTo>
                  <a:pt x="2323943" y="2468183"/>
                  <a:pt x="2047871" y="2440543"/>
                  <a:pt x="1799314" y="2453730"/>
                </a:cubicBezTo>
                <a:cubicBezTo>
                  <a:pt x="1550757" y="2466917"/>
                  <a:pt x="1180727" y="2445005"/>
                  <a:pt x="1020300" y="2453730"/>
                </a:cubicBezTo>
                <a:cubicBezTo>
                  <a:pt x="859873" y="2462455"/>
                  <a:pt x="498026" y="2503776"/>
                  <a:pt x="0" y="2453730"/>
                </a:cubicBezTo>
                <a:cubicBezTo>
                  <a:pt x="-582" y="2186076"/>
                  <a:pt x="18203" y="2110547"/>
                  <a:pt x="0" y="1840298"/>
                </a:cubicBezTo>
                <a:cubicBezTo>
                  <a:pt x="-18203" y="1570049"/>
                  <a:pt x="-479" y="1520640"/>
                  <a:pt x="0" y="1300477"/>
                </a:cubicBezTo>
                <a:cubicBezTo>
                  <a:pt x="479" y="1080314"/>
                  <a:pt x="17763" y="873432"/>
                  <a:pt x="0" y="736119"/>
                </a:cubicBezTo>
                <a:cubicBezTo>
                  <a:pt x="-17763" y="598806"/>
                  <a:pt x="33405" y="27586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class</a:t>
            </a:r>
            <a:r>
              <a:rPr lang="en-US" altLang="ko-KR" sz="1000"/>
              <a:t> foo : </a:t>
            </a:r>
            <a:r>
              <a:rPr lang="en-US" altLang="ko-KR" sz="1000">
                <a:solidFill>
                  <a:srgbClr val="0000FF"/>
                </a:solidFill>
              </a:rPr>
              <a:t>virtual public</a:t>
            </a:r>
            <a:r>
              <a:rPr lang="en-US" altLang="ko-KR" sz="1000"/>
              <a:t> </a:t>
            </a:r>
            <a:r>
              <a:rPr lang="en-US" altLang="ko-KR" sz="1000" b="1"/>
              <a:t>Iexecutable</a:t>
            </a:r>
          </a:p>
          <a:p>
            <a:pPr defTabSz="360000"/>
            <a:r>
              <a:rPr lang="en-US" altLang="ko-KR" sz="1000"/>
              <a:t>{</a:t>
            </a:r>
          </a:p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public:</a:t>
            </a:r>
          </a:p>
          <a:p>
            <a:pPr defTabSz="360000"/>
            <a:r>
              <a:rPr lang="en-US" altLang="ko-KR" sz="1000"/>
              <a:t>	foo(</a:t>
            </a:r>
            <a:r>
              <a:rPr lang="en-US" altLang="ko-KR" sz="1000">
                <a:solidFill>
                  <a:srgbClr val="0000FF"/>
                </a:solidFill>
              </a:rPr>
              <a:t>const</a:t>
            </a:r>
            <a:r>
              <a:rPr lang="en-US" altLang="ko-KR" sz="1000"/>
              <a:t> std::string&amp; _str_exp) : m_str_exp(_str_exp) {}</a:t>
            </a:r>
          </a:p>
          <a:p>
            <a:pPr defTabSz="360000"/>
            <a:endParaRPr lang="ko-KR" altLang="en-US" sz="1000"/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	// 1) </a:t>
            </a:r>
            <a:r>
              <a:rPr lang="ko-KR" altLang="en-US" sz="1000">
                <a:solidFill>
                  <a:srgbClr val="00B050"/>
                </a:solidFill>
              </a:rPr>
              <a:t>실행될 함수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	virtual intptr_t</a:t>
            </a:r>
            <a:r>
              <a:rPr lang="en-US" altLang="ko-KR" sz="1000"/>
              <a:t> </a:t>
            </a:r>
            <a:r>
              <a:rPr lang="en-US" altLang="ko-KR" sz="1000" b="1"/>
              <a:t>process_execute</a:t>
            </a:r>
            <a:r>
              <a:rPr lang="en-US" altLang="ko-KR" sz="1000"/>
              <a:t>(</a:t>
            </a:r>
            <a:r>
              <a:rPr lang="en-US" altLang="ko-KR" sz="1000">
                <a:solidFill>
                  <a:srgbClr val="0000FF"/>
                </a:solidFill>
              </a:rPr>
              <a:t>intptr_t</a:t>
            </a:r>
            <a:r>
              <a:rPr lang="en-US" altLang="ko-KR" sz="1000"/>
              <a:t> /*_return*/, </a:t>
            </a:r>
            <a:r>
              <a:rPr lang="en-US" altLang="ko-KR" sz="1000">
                <a:solidFill>
                  <a:srgbClr val="0000FF"/>
                </a:solidFill>
              </a:rPr>
              <a:t>size_t</a:t>
            </a:r>
            <a:r>
              <a:rPr lang="en-US" altLang="ko-KR" sz="1000"/>
              <a:t> /*_param*/) </a:t>
            </a:r>
            <a:r>
              <a:rPr lang="en-US" altLang="ko-KR" sz="1000">
                <a:solidFill>
                  <a:srgbClr val="0000FF"/>
                </a:solidFill>
              </a:rPr>
              <a:t>override</a:t>
            </a:r>
          </a:p>
          <a:p>
            <a:pPr defTabSz="360000"/>
            <a:r>
              <a:rPr lang="en-US" altLang="ko-KR" sz="1000"/>
              <a:t>	{</a:t>
            </a:r>
          </a:p>
          <a:p>
            <a:pPr defTabSz="360000"/>
            <a:r>
              <a:rPr lang="en-US" altLang="ko-KR" sz="1000"/>
              <a:t>		std::cout &lt;&lt; "[" &lt;&lt; m_str_exp &lt;&lt; "]" &lt;&lt; '\n’;</a:t>
            </a:r>
          </a:p>
          <a:p>
            <a:pPr defTabSz="360000"/>
            <a:r>
              <a:rPr lang="en-US" altLang="ko-KR" sz="1000"/>
              <a:t>		</a:t>
            </a:r>
            <a:r>
              <a:rPr lang="en-US" altLang="ko-KR" sz="1000">
                <a:solidFill>
                  <a:srgbClr val="0000FF"/>
                </a:solidFill>
              </a:rPr>
              <a:t>return </a:t>
            </a:r>
            <a:r>
              <a:rPr lang="en-US" altLang="ko-KR" sz="1000"/>
              <a:t>0;</a:t>
            </a:r>
          </a:p>
          <a:p>
            <a:pPr defTabSz="360000"/>
            <a:r>
              <a:rPr lang="en-US" altLang="ko-KR" sz="1000"/>
              <a:t>	}</a:t>
            </a:r>
          </a:p>
          <a:p>
            <a:pPr defTabSz="360000"/>
            <a:endParaRPr lang="ko-KR" altLang="en-US" sz="1000"/>
          </a:p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public:</a:t>
            </a:r>
          </a:p>
          <a:p>
            <a:pPr defTabSz="360000"/>
            <a:r>
              <a:rPr lang="en-US" altLang="ko-KR" sz="1000"/>
              <a:t>	std::string	m_str_exp;</a:t>
            </a:r>
          </a:p>
          <a:p>
            <a:pPr defTabSz="360000"/>
            <a:r>
              <a:rPr lang="en-US" altLang="ko-KR" sz="1000"/>
              <a:t>};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72A15D6-877C-4AE9-9C87-D053A20C1AC0}"/>
              </a:ext>
            </a:extLst>
          </p:cNvPr>
          <p:cNvSpPr/>
          <p:nvPr/>
        </p:nvSpPr>
        <p:spPr>
          <a:xfrm>
            <a:off x="5085951" y="1629227"/>
            <a:ext cx="412756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 Iexecutable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을 상속받아 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‘foo’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클래스를 정의한다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  <a:endParaRPr lang="ko-KR" altLang="en-US" sz="1200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BDB0360B-BB0D-4D59-B308-5D40D34A9602}"/>
              </a:ext>
            </a:extLst>
          </p:cNvPr>
          <p:cNvCxnSpPr>
            <a:cxnSpLocks/>
            <a:stCxn id="30" idx="2"/>
          </p:cNvCxnSpPr>
          <p:nvPr/>
        </p:nvCxnSpPr>
        <p:spPr>
          <a:xfrm flipH="1" flipV="1">
            <a:off x="4277711" y="1767729"/>
            <a:ext cx="818750" cy="162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691597D-FC91-45B0-AC3C-C5C1E19E9765}"/>
              </a:ext>
            </a:extLst>
          </p:cNvPr>
          <p:cNvSpPr/>
          <p:nvPr/>
        </p:nvSpPr>
        <p:spPr>
          <a:xfrm>
            <a:off x="6989519" y="2160181"/>
            <a:ext cx="363763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 처리할 내용을 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processt_execute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에 정의한다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  <a:endParaRPr lang="ko-KR" altLang="en-US" sz="120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8F10CB1F-B47B-44FF-AEF0-3AA1F3BCD883}"/>
              </a:ext>
            </a:extLst>
          </p:cNvPr>
          <p:cNvCxnSpPr>
            <a:cxnSpLocks/>
            <a:stCxn id="31" idx="2"/>
          </p:cNvCxnSpPr>
          <p:nvPr/>
        </p:nvCxnSpPr>
        <p:spPr>
          <a:xfrm flipH="1">
            <a:off x="6653049" y="2309768"/>
            <a:ext cx="346668" cy="225147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C89BC60-64DD-4180-8FD2-BC51D8504A03}"/>
              </a:ext>
            </a:extLst>
          </p:cNvPr>
          <p:cNvSpPr/>
          <p:nvPr/>
        </p:nvSpPr>
        <p:spPr>
          <a:xfrm>
            <a:off x="5769791" y="4293122"/>
            <a:ext cx="363763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‘foo’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클래스의 객체를 생성한다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  <a:endParaRPr lang="ko-KR" altLang="en-US" sz="1200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23F3DD0D-65D3-49B0-837F-44BCDF1F0A47}"/>
              </a:ext>
            </a:extLst>
          </p:cNvPr>
          <p:cNvCxnSpPr>
            <a:cxnSpLocks/>
            <a:stCxn id="32" idx="2"/>
          </p:cNvCxnSpPr>
          <p:nvPr/>
        </p:nvCxnSpPr>
        <p:spPr>
          <a:xfrm flipH="1">
            <a:off x="5064933" y="4436006"/>
            <a:ext cx="752370" cy="56769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EDC1AE5-3398-4686-9C99-8E3DBBBFB102}"/>
              </a:ext>
            </a:extLst>
          </p:cNvPr>
          <p:cNvSpPr/>
          <p:nvPr/>
        </p:nvSpPr>
        <p:spPr>
          <a:xfrm>
            <a:off x="5400874" y="4755824"/>
            <a:ext cx="363763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 post()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함수로 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executor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에 실행을 건다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  <a:endParaRPr lang="ko-KR" altLang="en-US" sz="1200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FD24BEB5-5337-4D8F-A5B4-F1B6999B5CB8}"/>
              </a:ext>
            </a:extLst>
          </p:cNvPr>
          <p:cNvCxnSpPr>
            <a:cxnSpLocks/>
            <a:stCxn id="33" idx="2"/>
          </p:cNvCxnSpPr>
          <p:nvPr/>
        </p:nvCxnSpPr>
        <p:spPr>
          <a:xfrm flipH="1">
            <a:off x="4298732" y="4915343"/>
            <a:ext cx="1102864" cy="45540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타원 29">
            <a:extLst>
              <a:ext uri="{FF2B5EF4-FFF2-40B4-BE49-F238E27FC236}">
                <a16:creationId xmlns:a16="http://schemas.microsoft.com/office/drawing/2014/main" id="{06DD50C8-985C-43F6-BFDD-9CC466864CEE}"/>
              </a:ext>
            </a:extLst>
          </p:cNvPr>
          <p:cNvSpPr/>
          <p:nvPr/>
        </p:nvSpPr>
        <p:spPr>
          <a:xfrm>
            <a:off x="5096461" y="1677891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1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C3AEBA7A-A173-41B3-B7AC-D865860A70FA}"/>
              </a:ext>
            </a:extLst>
          </p:cNvPr>
          <p:cNvSpPr/>
          <p:nvPr/>
        </p:nvSpPr>
        <p:spPr>
          <a:xfrm>
            <a:off x="6999717" y="2219768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2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DC5E0B56-40B7-4F27-9DB6-B0B0F34E9E54}"/>
              </a:ext>
            </a:extLst>
          </p:cNvPr>
          <p:cNvSpPr/>
          <p:nvPr/>
        </p:nvSpPr>
        <p:spPr>
          <a:xfrm>
            <a:off x="5817303" y="4346006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3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16454D55-63B2-4109-B7BC-DCB32A18920D}"/>
              </a:ext>
            </a:extLst>
          </p:cNvPr>
          <p:cNvSpPr/>
          <p:nvPr/>
        </p:nvSpPr>
        <p:spPr>
          <a:xfrm>
            <a:off x="5401596" y="4825343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4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3FC20CE-6FE9-4DAA-972A-80949975179B}"/>
              </a:ext>
            </a:extLst>
          </p:cNvPr>
          <p:cNvSpPr/>
          <p:nvPr/>
        </p:nvSpPr>
        <p:spPr>
          <a:xfrm>
            <a:off x="1954471" y="5716724"/>
            <a:ext cx="766249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 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비동기적으로 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‘foo’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클래스의 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process_execute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를 호출한다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  <a:endParaRPr lang="ko-KR" altLang="en-US" sz="1200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282BDCC0-2696-4CCE-B23B-BC78D7FB062A}"/>
              </a:ext>
            </a:extLst>
          </p:cNvPr>
          <p:cNvSpPr/>
          <p:nvPr/>
        </p:nvSpPr>
        <p:spPr>
          <a:xfrm>
            <a:off x="1965703" y="5754713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5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34A1CEF-36A7-4662-9372-4B7DA031B885}"/>
              </a:ext>
            </a:extLst>
          </p:cNvPr>
          <p:cNvSpPr/>
          <p:nvPr/>
        </p:nvSpPr>
        <p:spPr>
          <a:xfrm>
            <a:off x="1954471" y="6068820"/>
            <a:ext cx="766249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 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처리된 후 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pexecutor_1 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객체는 참조계수에 의해 자동 할당해제된다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  <a:endParaRPr lang="ko-KR" altLang="en-US" sz="1200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369F0C6C-52F6-4ECF-9653-2CA03D4C4128}"/>
              </a:ext>
            </a:extLst>
          </p:cNvPr>
          <p:cNvSpPr/>
          <p:nvPr/>
        </p:nvSpPr>
        <p:spPr>
          <a:xfrm>
            <a:off x="1965703" y="6106809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6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08F2184-6456-4714-B5AF-A23AB37D88B4}"/>
              </a:ext>
            </a:extLst>
          </p:cNvPr>
          <p:cNvSpPr txBox="1"/>
          <p:nvPr/>
        </p:nvSpPr>
        <p:spPr>
          <a:xfrm>
            <a:off x="538480" y="15240"/>
            <a:ext cx="15399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EXECUTOR SYSTEM</a:t>
            </a:r>
            <a:endParaRPr lang="ko-KR" altLang="en-US" sz="1200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E8F9FA0-FE42-417E-8666-D0B46542BE22}"/>
              </a:ext>
            </a:extLst>
          </p:cNvPr>
          <p:cNvSpPr/>
          <p:nvPr/>
        </p:nvSpPr>
        <p:spPr>
          <a:xfrm>
            <a:off x="203242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927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5D1A0A4-3BBF-473D-B6F6-765C2E02345A}"/>
              </a:ext>
            </a:extLst>
          </p:cNvPr>
          <p:cNvSpPr txBox="1"/>
          <p:nvPr/>
        </p:nvSpPr>
        <p:spPr>
          <a:xfrm>
            <a:off x="1855892" y="-11382"/>
            <a:ext cx="1717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executor.post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B93640-ABDC-4F42-9C1A-02ED41CAF266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C21742-287B-428A-AE91-BC303395C53F}"/>
              </a:ext>
            </a:extLst>
          </p:cNvPr>
          <p:cNvSpPr txBox="1"/>
          <p:nvPr/>
        </p:nvSpPr>
        <p:spPr>
          <a:xfrm>
            <a:off x="1416050" y="648085"/>
            <a:ext cx="8930958" cy="926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6700" indent="-2667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>
                <a:latin typeface="HY견명조" panose="02030600000101010101" pitchFamily="18" charset="-127"/>
                <a:ea typeface="HY견명조" panose="02030600000101010101" pitchFamily="18" charset="-127"/>
              </a:rPr>
              <a:t>지연 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post(…)</a:t>
            </a:r>
            <a:b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post()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함수는 즉시 실행 뿐만 아니라 정해진 시간에 실행을 걸수도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post()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함수에서 첫번째 인자로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tick::time_point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설정해주면 해당 시간이 되었을 때 실행한다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9B15321-B578-4F2A-B455-EF4DA6868041}"/>
              </a:ext>
            </a:extLst>
          </p:cNvPr>
          <p:cNvSpPr/>
          <p:nvPr/>
        </p:nvSpPr>
        <p:spPr>
          <a:xfrm>
            <a:off x="1788226" y="3461448"/>
            <a:ext cx="8962098" cy="2299842"/>
          </a:xfrm>
          <a:custGeom>
            <a:avLst/>
            <a:gdLst>
              <a:gd name="connsiteX0" fmla="*/ 0 w 8962098"/>
              <a:gd name="connsiteY0" fmla="*/ 0 h 2299842"/>
              <a:gd name="connsiteX1" fmla="*/ 868634 w 8962098"/>
              <a:gd name="connsiteY1" fmla="*/ 0 h 2299842"/>
              <a:gd name="connsiteX2" fmla="*/ 1468405 w 8962098"/>
              <a:gd name="connsiteY2" fmla="*/ 0 h 2299842"/>
              <a:gd name="connsiteX3" fmla="*/ 1888935 w 8962098"/>
              <a:gd name="connsiteY3" fmla="*/ 0 h 2299842"/>
              <a:gd name="connsiteX4" fmla="*/ 2488706 w 8962098"/>
              <a:gd name="connsiteY4" fmla="*/ 0 h 2299842"/>
              <a:gd name="connsiteX5" fmla="*/ 3088477 w 8962098"/>
              <a:gd name="connsiteY5" fmla="*/ 0 h 2299842"/>
              <a:gd name="connsiteX6" fmla="*/ 3867490 w 8962098"/>
              <a:gd name="connsiteY6" fmla="*/ 0 h 2299842"/>
              <a:gd name="connsiteX7" fmla="*/ 4288019 w 8962098"/>
              <a:gd name="connsiteY7" fmla="*/ 0 h 2299842"/>
              <a:gd name="connsiteX8" fmla="*/ 4977411 w 8962098"/>
              <a:gd name="connsiteY8" fmla="*/ 0 h 2299842"/>
              <a:gd name="connsiteX9" fmla="*/ 5487562 w 8962098"/>
              <a:gd name="connsiteY9" fmla="*/ 0 h 2299842"/>
              <a:gd name="connsiteX10" fmla="*/ 5908091 w 8962098"/>
              <a:gd name="connsiteY10" fmla="*/ 0 h 2299842"/>
              <a:gd name="connsiteX11" fmla="*/ 6776725 w 8962098"/>
              <a:gd name="connsiteY11" fmla="*/ 0 h 2299842"/>
              <a:gd name="connsiteX12" fmla="*/ 7376496 w 8962098"/>
              <a:gd name="connsiteY12" fmla="*/ 0 h 2299842"/>
              <a:gd name="connsiteX13" fmla="*/ 8155509 w 8962098"/>
              <a:gd name="connsiteY13" fmla="*/ 0 h 2299842"/>
              <a:gd name="connsiteX14" fmla="*/ 8962098 w 8962098"/>
              <a:gd name="connsiteY14" fmla="*/ 0 h 2299842"/>
              <a:gd name="connsiteX15" fmla="*/ 8962098 w 8962098"/>
              <a:gd name="connsiteY15" fmla="*/ 528964 h 2299842"/>
              <a:gd name="connsiteX16" fmla="*/ 8962098 w 8962098"/>
              <a:gd name="connsiteY16" fmla="*/ 1080926 h 2299842"/>
              <a:gd name="connsiteX17" fmla="*/ 8962098 w 8962098"/>
              <a:gd name="connsiteY17" fmla="*/ 1609889 h 2299842"/>
              <a:gd name="connsiteX18" fmla="*/ 8962098 w 8962098"/>
              <a:gd name="connsiteY18" fmla="*/ 2299842 h 2299842"/>
              <a:gd name="connsiteX19" fmla="*/ 8362327 w 8962098"/>
              <a:gd name="connsiteY19" fmla="*/ 2299842 h 2299842"/>
              <a:gd name="connsiteX20" fmla="*/ 7762556 w 8962098"/>
              <a:gd name="connsiteY20" fmla="*/ 2299842 h 2299842"/>
              <a:gd name="connsiteX21" fmla="*/ 6983543 w 8962098"/>
              <a:gd name="connsiteY21" fmla="*/ 2299842 h 2299842"/>
              <a:gd name="connsiteX22" fmla="*/ 6383771 w 8962098"/>
              <a:gd name="connsiteY22" fmla="*/ 2299842 h 2299842"/>
              <a:gd name="connsiteX23" fmla="*/ 5604758 w 8962098"/>
              <a:gd name="connsiteY23" fmla="*/ 2299842 h 2299842"/>
              <a:gd name="connsiteX24" fmla="*/ 5094608 w 8962098"/>
              <a:gd name="connsiteY24" fmla="*/ 2299842 h 2299842"/>
              <a:gd name="connsiteX25" fmla="*/ 4584458 w 8962098"/>
              <a:gd name="connsiteY25" fmla="*/ 2299842 h 2299842"/>
              <a:gd name="connsiteX26" fmla="*/ 3805445 w 8962098"/>
              <a:gd name="connsiteY26" fmla="*/ 2299842 h 2299842"/>
              <a:gd name="connsiteX27" fmla="*/ 3205674 w 8962098"/>
              <a:gd name="connsiteY27" fmla="*/ 2299842 h 2299842"/>
              <a:gd name="connsiteX28" fmla="*/ 2516281 w 8962098"/>
              <a:gd name="connsiteY28" fmla="*/ 2299842 h 2299842"/>
              <a:gd name="connsiteX29" fmla="*/ 1916510 w 8962098"/>
              <a:gd name="connsiteY29" fmla="*/ 2299842 h 2299842"/>
              <a:gd name="connsiteX30" fmla="*/ 1495981 w 8962098"/>
              <a:gd name="connsiteY30" fmla="*/ 2299842 h 2299842"/>
              <a:gd name="connsiteX31" fmla="*/ 627347 w 8962098"/>
              <a:gd name="connsiteY31" fmla="*/ 2299842 h 2299842"/>
              <a:gd name="connsiteX32" fmla="*/ 0 w 8962098"/>
              <a:gd name="connsiteY32" fmla="*/ 2299842 h 2299842"/>
              <a:gd name="connsiteX33" fmla="*/ 0 w 8962098"/>
              <a:gd name="connsiteY33" fmla="*/ 1678885 h 2299842"/>
              <a:gd name="connsiteX34" fmla="*/ 0 w 8962098"/>
              <a:gd name="connsiteY34" fmla="*/ 1057927 h 2299842"/>
              <a:gd name="connsiteX35" fmla="*/ 0 w 8962098"/>
              <a:gd name="connsiteY35" fmla="*/ 0 h 2299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62098" h="2299842" fill="none" extrusionOk="0">
                <a:moveTo>
                  <a:pt x="0" y="0"/>
                </a:moveTo>
                <a:cubicBezTo>
                  <a:pt x="298731" y="-4631"/>
                  <a:pt x="675027" y="14842"/>
                  <a:pt x="868634" y="0"/>
                </a:cubicBezTo>
                <a:cubicBezTo>
                  <a:pt x="1062241" y="-14842"/>
                  <a:pt x="1341089" y="11627"/>
                  <a:pt x="1468405" y="0"/>
                </a:cubicBezTo>
                <a:cubicBezTo>
                  <a:pt x="1595721" y="-11627"/>
                  <a:pt x="1710587" y="16825"/>
                  <a:pt x="1888935" y="0"/>
                </a:cubicBezTo>
                <a:cubicBezTo>
                  <a:pt x="2067283" y="-16825"/>
                  <a:pt x="2256441" y="4492"/>
                  <a:pt x="2488706" y="0"/>
                </a:cubicBezTo>
                <a:cubicBezTo>
                  <a:pt x="2720971" y="-4492"/>
                  <a:pt x="2827907" y="-11615"/>
                  <a:pt x="3088477" y="0"/>
                </a:cubicBezTo>
                <a:cubicBezTo>
                  <a:pt x="3349047" y="11615"/>
                  <a:pt x="3531027" y="33240"/>
                  <a:pt x="3867490" y="0"/>
                </a:cubicBezTo>
                <a:cubicBezTo>
                  <a:pt x="4203953" y="-33240"/>
                  <a:pt x="4118293" y="18316"/>
                  <a:pt x="4288019" y="0"/>
                </a:cubicBezTo>
                <a:cubicBezTo>
                  <a:pt x="4457745" y="-18316"/>
                  <a:pt x="4791706" y="-10920"/>
                  <a:pt x="4977411" y="0"/>
                </a:cubicBezTo>
                <a:cubicBezTo>
                  <a:pt x="5163116" y="10920"/>
                  <a:pt x="5378473" y="5305"/>
                  <a:pt x="5487562" y="0"/>
                </a:cubicBezTo>
                <a:cubicBezTo>
                  <a:pt x="5596651" y="-5305"/>
                  <a:pt x="5757792" y="5934"/>
                  <a:pt x="5908091" y="0"/>
                </a:cubicBezTo>
                <a:cubicBezTo>
                  <a:pt x="6058390" y="-5934"/>
                  <a:pt x="6535652" y="-26784"/>
                  <a:pt x="6776725" y="0"/>
                </a:cubicBezTo>
                <a:cubicBezTo>
                  <a:pt x="7017798" y="26784"/>
                  <a:pt x="7198419" y="-7531"/>
                  <a:pt x="7376496" y="0"/>
                </a:cubicBezTo>
                <a:cubicBezTo>
                  <a:pt x="7554573" y="7531"/>
                  <a:pt x="7832540" y="-5864"/>
                  <a:pt x="8155509" y="0"/>
                </a:cubicBezTo>
                <a:cubicBezTo>
                  <a:pt x="8478478" y="5864"/>
                  <a:pt x="8658734" y="-30889"/>
                  <a:pt x="8962098" y="0"/>
                </a:cubicBezTo>
                <a:cubicBezTo>
                  <a:pt x="8942082" y="226690"/>
                  <a:pt x="8978992" y="277139"/>
                  <a:pt x="8962098" y="528964"/>
                </a:cubicBezTo>
                <a:cubicBezTo>
                  <a:pt x="8945204" y="780789"/>
                  <a:pt x="8965512" y="840607"/>
                  <a:pt x="8962098" y="1080926"/>
                </a:cubicBezTo>
                <a:cubicBezTo>
                  <a:pt x="8958684" y="1321245"/>
                  <a:pt x="8939799" y="1392191"/>
                  <a:pt x="8962098" y="1609889"/>
                </a:cubicBezTo>
                <a:cubicBezTo>
                  <a:pt x="8984397" y="1827587"/>
                  <a:pt x="8988332" y="2036006"/>
                  <a:pt x="8962098" y="2299842"/>
                </a:cubicBezTo>
                <a:cubicBezTo>
                  <a:pt x="8687274" y="2313051"/>
                  <a:pt x="8494791" y="2298409"/>
                  <a:pt x="8362327" y="2299842"/>
                </a:cubicBezTo>
                <a:cubicBezTo>
                  <a:pt x="8229863" y="2301275"/>
                  <a:pt x="7913777" y="2291224"/>
                  <a:pt x="7762556" y="2299842"/>
                </a:cubicBezTo>
                <a:cubicBezTo>
                  <a:pt x="7611335" y="2308460"/>
                  <a:pt x="7339701" y="2315509"/>
                  <a:pt x="6983543" y="2299842"/>
                </a:cubicBezTo>
                <a:cubicBezTo>
                  <a:pt x="6627385" y="2284175"/>
                  <a:pt x="6543892" y="2270144"/>
                  <a:pt x="6383771" y="2299842"/>
                </a:cubicBezTo>
                <a:cubicBezTo>
                  <a:pt x="6223650" y="2329540"/>
                  <a:pt x="5764514" y="2280553"/>
                  <a:pt x="5604758" y="2299842"/>
                </a:cubicBezTo>
                <a:cubicBezTo>
                  <a:pt x="5445002" y="2319131"/>
                  <a:pt x="5345731" y="2323847"/>
                  <a:pt x="5094608" y="2299842"/>
                </a:cubicBezTo>
                <a:cubicBezTo>
                  <a:pt x="4843485" y="2275838"/>
                  <a:pt x="4833978" y="2310355"/>
                  <a:pt x="4584458" y="2299842"/>
                </a:cubicBezTo>
                <a:cubicBezTo>
                  <a:pt x="4334938" y="2289330"/>
                  <a:pt x="3996796" y="2267386"/>
                  <a:pt x="3805445" y="2299842"/>
                </a:cubicBezTo>
                <a:cubicBezTo>
                  <a:pt x="3614094" y="2332298"/>
                  <a:pt x="3362298" y="2292956"/>
                  <a:pt x="3205674" y="2299842"/>
                </a:cubicBezTo>
                <a:cubicBezTo>
                  <a:pt x="3049050" y="2306728"/>
                  <a:pt x="2714112" y="2282998"/>
                  <a:pt x="2516281" y="2299842"/>
                </a:cubicBezTo>
                <a:cubicBezTo>
                  <a:pt x="2318450" y="2316686"/>
                  <a:pt x="2190500" y="2297569"/>
                  <a:pt x="1916510" y="2299842"/>
                </a:cubicBezTo>
                <a:cubicBezTo>
                  <a:pt x="1642520" y="2302115"/>
                  <a:pt x="1631050" y="2290319"/>
                  <a:pt x="1495981" y="2299842"/>
                </a:cubicBezTo>
                <a:cubicBezTo>
                  <a:pt x="1360912" y="2309365"/>
                  <a:pt x="904943" y="2292518"/>
                  <a:pt x="627347" y="2299842"/>
                </a:cubicBezTo>
                <a:cubicBezTo>
                  <a:pt x="349751" y="2307166"/>
                  <a:pt x="215136" y="2298613"/>
                  <a:pt x="0" y="2299842"/>
                </a:cubicBezTo>
                <a:cubicBezTo>
                  <a:pt x="1788" y="2170176"/>
                  <a:pt x="-12606" y="1939154"/>
                  <a:pt x="0" y="1678885"/>
                </a:cubicBezTo>
                <a:cubicBezTo>
                  <a:pt x="12606" y="1418616"/>
                  <a:pt x="18755" y="1348157"/>
                  <a:pt x="0" y="1057927"/>
                </a:cubicBezTo>
                <a:cubicBezTo>
                  <a:pt x="-18755" y="767697"/>
                  <a:pt x="17227" y="214481"/>
                  <a:pt x="0" y="0"/>
                </a:cubicBezTo>
                <a:close/>
              </a:path>
              <a:path w="8962098" h="2299842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75370" y="269340"/>
                  <a:pt x="8967949" y="367725"/>
                  <a:pt x="8962098" y="620957"/>
                </a:cubicBezTo>
                <a:cubicBezTo>
                  <a:pt x="8956247" y="874189"/>
                  <a:pt x="8991816" y="1049689"/>
                  <a:pt x="8962098" y="1218916"/>
                </a:cubicBezTo>
                <a:cubicBezTo>
                  <a:pt x="8932380" y="1388143"/>
                  <a:pt x="8955631" y="1544425"/>
                  <a:pt x="8962098" y="1793877"/>
                </a:cubicBezTo>
                <a:cubicBezTo>
                  <a:pt x="8968565" y="2043329"/>
                  <a:pt x="8945218" y="2145712"/>
                  <a:pt x="8962098" y="2299842"/>
                </a:cubicBezTo>
                <a:cubicBezTo>
                  <a:pt x="8798611" y="2308478"/>
                  <a:pt x="8595103" y="2296086"/>
                  <a:pt x="8451948" y="2299842"/>
                </a:cubicBezTo>
                <a:cubicBezTo>
                  <a:pt x="8308793" y="2303599"/>
                  <a:pt x="7904099" y="2257581"/>
                  <a:pt x="7583314" y="2299842"/>
                </a:cubicBezTo>
                <a:cubicBezTo>
                  <a:pt x="7262529" y="2342103"/>
                  <a:pt x="7199930" y="2333671"/>
                  <a:pt x="6893922" y="2299842"/>
                </a:cubicBezTo>
                <a:cubicBezTo>
                  <a:pt x="6587914" y="2266013"/>
                  <a:pt x="6441786" y="2316196"/>
                  <a:pt x="6114908" y="2299842"/>
                </a:cubicBezTo>
                <a:cubicBezTo>
                  <a:pt x="5788030" y="2283488"/>
                  <a:pt x="5709265" y="2295501"/>
                  <a:pt x="5335895" y="2299842"/>
                </a:cubicBezTo>
                <a:cubicBezTo>
                  <a:pt x="4962525" y="2304183"/>
                  <a:pt x="4965753" y="2276776"/>
                  <a:pt x="4736124" y="2299842"/>
                </a:cubicBezTo>
                <a:cubicBezTo>
                  <a:pt x="4506495" y="2322908"/>
                  <a:pt x="4386838" y="2284913"/>
                  <a:pt x="4225974" y="2299842"/>
                </a:cubicBezTo>
                <a:cubicBezTo>
                  <a:pt x="4065110" y="2314772"/>
                  <a:pt x="3752473" y="2264368"/>
                  <a:pt x="3357340" y="2299842"/>
                </a:cubicBezTo>
                <a:cubicBezTo>
                  <a:pt x="2962207" y="2335316"/>
                  <a:pt x="3011953" y="2285389"/>
                  <a:pt x="2667948" y="2299842"/>
                </a:cubicBezTo>
                <a:cubicBezTo>
                  <a:pt x="2323943" y="2314295"/>
                  <a:pt x="2047871" y="2286655"/>
                  <a:pt x="1799314" y="2299842"/>
                </a:cubicBezTo>
                <a:cubicBezTo>
                  <a:pt x="1550757" y="2313029"/>
                  <a:pt x="1180727" y="2291117"/>
                  <a:pt x="1020300" y="2299842"/>
                </a:cubicBezTo>
                <a:cubicBezTo>
                  <a:pt x="859873" y="2308567"/>
                  <a:pt x="498026" y="2349888"/>
                  <a:pt x="0" y="2299842"/>
                </a:cubicBezTo>
                <a:cubicBezTo>
                  <a:pt x="-1882" y="2036976"/>
                  <a:pt x="13023" y="1848441"/>
                  <a:pt x="0" y="1724882"/>
                </a:cubicBezTo>
                <a:cubicBezTo>
                  <a:pt x="-13023" y="1601323"/>
                  <a:pt x="4139" y="1453472"/>
                  <a:pt x="0" y="1218916"/>
                </a:cubicBezTo>
                <a:cubicBezTo>
                  <a:pt x="-4139" y="984360"/>
                  <a:pt x="-11581" y="858999"/>
                  <a:pt x="0" y="689953"/>
                </a:cubicBezTo>
                <a:cubicBezTo>
                  <a:pt x="11581" y="520907"/>
                  <a:pt x="-17215" y="259944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r>
              <a:rPr lang="en-US" altLang="ko-KR" sz="1000">
                <a:solidFill>
                  <a:srgbClr val="00B050"/>
                </a:solidFill>
              </a:rPr>
              <a:t>// 1) </a:t>
            </a:r>
            <a:r>
              <a:rPr lang="ko-KR" altLang="en-US" sz="1000">
                <a:solidFill>
                  <a:srgbClr val="00B050"/>
                </a:solidFill>
              </a:rPr>
              <a:t>실행 객체들을 생성하여 추가한다</a:t>
            </a:r>
            <a:r>
              <a:rPr lang="en-US" altLang="ko-KR" sz="1000">
                <a:solidFill>
                  <a:srgbClr val="00B050"/>
                </a:solidFill>
              </a:rPr>
              <a:t>. 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>
                <a:solidFill>
                  <a:srgbClr val="00B050"/>
                </a:solidFill>
              </a:rPr>
              <a:t>//   ( </a:t>
            </a:r>
            <a:r>
              <a:rPr lang="ko-KR" altLang="en-US" sz="1000">
                <a:solidFill>
                  <a:srgbClr val="00B050"/>
                </a:solidFill>
              </a:rPr>
              <a:t>각각 </a:t>
            </a:r>
            <a:r>
              <a:rPr lang="en-US" altLang="ko-KR" sz="1000">
                <a:solidFill>
                  <a:srgbClr val="00B050"/>
                </a:solidFill>
              </a:rPr>
              <a:t>1</a:t>
            </a:r>
            <a:r>
              <a:rPr lang="ko-KR" altLang="en-US" sz="1000">
                <a:solidFill>
                  <a:srgbClr val="00B050"/>
                </a:solidFill>
              </a:rPr>
              <a:t>초후</a:t>
            </a:r>
            <a:r>
              <a:rPr lang="en-US" altLang="ko-KR" sz="1000">
                <a:solidFill>
                  <a:srgbClr val="00B050"/>
                </a:solidFill>
              </a:rPr>
              <a:t>, 2</a:t>
            </a:r>
            <a:r>
              <a:rPr lang="ko-KR" altLang="en-US" sz="1000">
                <a:solidFill>
                  <a:srgbClr val="00B050"/>
                </a:solidFill>
              </a:rPr>
              <a:t>초후</a:t>
            </a:r>
            <a:r>
              <a:rPr lang="en-US" altLang="ko-KR" sz="1000">
                <a:solidFill>
                  <a:srgbClr val="00B050"/>
                </a:solidFill>
              </a:rPr>
              <a:t>, 5</a:t>
            </a:r>
            <a:r>
              <a:rPr lang="ko-KR" altLang="en-US" sz="1000">
                <a:solidFill>
                  <a:srgbClr val="00B050"/>
                </a:solidFill>
              </a:rPr>
              <a:t>초 후에 </a:t>
            </a:r>
            <a:r>
              <a:rPr lang="en-US" altLang="ko-KR" sz="1000">
                <a:solidFill>
                  <a:srgbClr val="00B050"/>
                </a:solidFill>
              </a:rPr>
              <a:t>foo</a:t>
            </a:r>
            <a:r>
              <a:rPr lang="ko-KR" altLang="en-US" sz="1000">
                <a:solidFill>
                  <a:srgbClr val="00B050"/>
                </a:solidFill>
              </a:rPr>
              <a:t>객체의 </a:t>
            </a:r>
            <a:r>
              <a:rPr lang="en-US" altLang="ko-KR" sz="1000">
                <a:solidFill>
                  <a:srgbClr val="00B050"/>
                </a:solidFill>
              </a:rPr>
              <a:t>process_execute()</a:t>
            </a:r>
            <a:r>
              <a:rPr lang="ko-KR" altLang="en-US" sz="1000">
                <a:solidFill>
                  <a:srgbClr val="00B050"/>
                </a:solidFill>
              </a:rPr>
              <a:t>을 실행한다</a:t>
            </a:r>
            <a:r>
              <a:rPr lang="en-US" altLang="ko-KR" sz="1000">
                <a:solidFill>
                  <a:srgbClr val="00B050"/>
                </a:solidFill>
              </a:rPr>
              <a:t>.)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system_executor::post( </a:t>
            </a:r>
            <a:r>
              <a:rPr lang="en-US" altLang="ko-KR" sz="1000" b="1"/>
              <a:t>tick::now() + 1s</a:t>
            </a:r>
            <a:r>
              <a:rPr lang="en-US" altLang="ko-KR" sz="1000"/>
              <a:t>, make_object&lt;foo&gt;("after 1sec"));</a:t>
            </a:r>
          </a:p>
          <a:p>
            <a:r>
              <a:rPr lang="en-US" altLang="ko-KR" sz="1000"/>
              <a:t>system_executor::post( </a:t>
            </a:r>
            <a:r>
              <a:rPr lang="en-US" altLang="ko-KR" sz="1000" b="1"/>
              <a:t>tick::now() + 2s</a:t>
            </a:r>
            <a:r>
              <a:rPr lang="en-US" altLang="ko-KR" sz="1000"/>
              <a:t>, make_object&lt;foo&gt;("after 2sec"));</a:t>
            </a:r>
          </a:p>
          <a:p>
            <a:r>
              <a:rPr lang="en-US" altLang="ko-KR" sz="1000"/>
              <a:t>system_executor::post( </a:t>
            </a:r>
            <a:r>
              <a:rPr lang="en-US" altLang="ko-KR" sz="1000" b="1"/>
              <a:t>tick::now() + 5s</a:t>
            </a:r>
            <a:r>
              <a:rPr lang="en-US" altLang="ko-KR" sz="1000"/>
              <a:t>, make_object&lt;foo&gt;("after 5sec"));</a:t>
            </a:r>
          </a:p>
          <a:p>
            <a:endParaRPr lang="ko-KR" altLang="en-US" sz="1000"/>
          </a:p>
          <a:p>
            <a:r>
              <a:rPr lang="en-US" altLang="ko-KR" sz="1000">
                <a:solidFill>
                  <a:srgbClr val="00B050"/>
                </a:solidFill>
              </a:rPr>
              <a:t>// 2) lambda</a:t>
            </a:r>
            <a:r>
              <a:rPr lang="ko-KR" altLang="en-US" sz="1000">
                <a:solidFill>
                  <a:srgbClr val="00B050"/>
                </a:solidFill>
              </a:rPr>
              <a:t>함수를 사용할 수도 있다</a:t>
            </a:r>
            <a:r>
              <a:rPr lang="en-US" altLang="ko-KR" sz="1000">
                <a:solidFill>
                  <a:srgbClr val="00B050"/>
                </a:solidFill>
              </a:rPr>
              <a:t>.(1.5</a:t>
            </a:r>
            <a:r>
              <a:rPr lang="ko-KR" altLang="en-US" sz="1000">
                <a:solidFill>
                  <a:srgbClr val="00B050"/>
                </a:solidFill>
              </a:rPr>
              <a:t>초 후에 실행된다</a:t>
            </a:r>
            <a:r>
              <a:rPr lang="en-US" altLang="ko-KR" sz="1000">
                <a:solidFill>
                  <a:srgbClr val="00B050"/>
                </a:solidFill>
              </a:rPr>
              <a:t>. Lambda</a:t>
            </a:r>
            <a:r>
              <a:rPr lang="ko-KR" altLang="en-US" sz="1000">
                <a:solidFill>
                  <a:srgbClr val="00B050"/>
                </a:solidFill>
              </a:rPr>
              <a:t>는 </a:t>
            </a:r>
            <a:r>
              <a:rPr lang="en-US" altLang="ko-KR" sz="1000">
                <a:solidFill>
                  <a:srgbClr val="00B050"/>
                </a:solidFill>
              </a:rPr>
              <a:t>VS2010</a:t>
            </a:r>
            <a:r>
              <a:rPr lang="ko-KR" altLang="en-US" sz="1000">
                <a:solidFill>
                  <a:srgbClr val="00B050"/>
                </a:solidFill>
              </a:rPr>
              <a:t>부터 지원된다</a:t>
            </a:r>
            <a:r>
              <a:rPr lang="en-US" altLang="ko-KR" sz="1000">
                <a:solidFill>
                  <a:srgbClr val="00B050"/>
                </a:solidFill>
              </a:rPr>
              <a:t>.)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system_executor::post( </a:t>
            </a:r>
            <a:r>
              <a:rPr lang="en-US" altLang="ko-KR" sz="1000" b="1"/>
              <a:t>tick::now() + 1500ms</a:t>
            </a:r>
            <a:r>
              <a:rPr lang="en-US" altLang="ko-KR" sz="1000"/>
              <a:t>, [](){printf("lambda execution. [after 1500ms]\n");});</a:t>
            </a:r>
          </a:p>
          <a:p>
            <a:endParaRPr lang="ko-KR" altLang="en-US" sz="1000"/>
          </a:p>
          <a:p>
            <a:r>
              <a:rPr lang="en-US" altLang="ko-KR" sz="1000">
                <a:solidFill>
                  <a:srgbClr val="00B050"/>
                </a:solidFill>
              </a:rPr>
              <a:t>// 3) </a:t>
            </a:r>
            <a:r>
              <a:rPr lang="ko-KR" altLang="en-US" sz="1000">
                <a:solidFill>
                  <a:srgbClr val="00B050"/>
                </a:solidFill>
              </a:rPr>
              <a:t>일반 함수를 실행시킬 수도 있다</a:t>
            </a:r>
            <a:r>
              <a:rPr lang="en-US" altLang="ko-KR" sz="1000">
                <a:solidFill>
                  <a:srgbClr val="00B050"/>
                </a:solidFill>
              </a:rPr>
              <a:t>.(4</a:t>
            </a:r>
            <a:r>
              <a:rPr lang="ko-KR" altLang="en-US" sz="1000">
                <a:solidFill>
                  <a:srgbClr val="00B050"/>
                </a:solidFill>
              </a:rPr>
              <a:t>초 후에 실행된다</a:t>
            </a:r>
            <a:r>
              <a:rPr lang="en-US" altLang="ko-KR" sz="1000">
                <a:solidFill>
                  <a:srgbClr val="00B050"/>
                </a:solidFill>
              </a:rPr>
              <a:t>.)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system_executor::post( </a:t>
            </a:r>
            <a:r>
              <a:rPr lang="en-US" altLang="ko-KR" sz="1000" b="1"/>
              <a:t>tick::now() + 4s</a:t>
            </a:r>
            <a:r>
              <a:rPr lang="en-US" altLang="ko-KR" sz="1000"/>
              <a:t>, test_function_1);</a:t>
            </a:r>
          </a:p>
          <a:p>
            <a:endParaRPr lang="ko-KR" altLang="en-US" sz="1000"/>
          </a:p>
          <a:p>
            <a:r>
              <a:rPr lang="en-US" altLang="ko-KR" sz="1000">
                <a:solidFill>
                  <a:srgbClr val="00B050"/>
                </a:solidFill>
              </a:rPr>
              <a:t>// 4) member</a:t>
            </a:r>
            <a:r>
              <a:rPr lang="ko-KR" altLang="en-US" sz="1000">
                <a:solidFill>
                  <a:srgbClr val="00B050"/>
                </a:solidFill>
              </a:rPr>
              <a:t>함수를 실행 시킬 수도 있다</a:t>
            </a:r>
            <a:r>
              <a:rPr lang="en-US" altLang="ko-KR" sz="1000">
                <a:solidFill>
                  <a:srgbClr val="00B050"/>
                </a:solidFill>
              </a:rPr>
              <a:t>.(10</a:t>
            </a:r>
            <a:r>
              <a:rPr lang="ko-KR" altLang="en-US" sz="1000">
                <a:solidFill>
                  <a:srgbClr val="00B050"/>
                </a:solidFill>
              </a:rPr>
              <a:t>초 후 실행된다</a:t>
            </a:r>
            <a:r>
              <a:rPr lang="en-US" altLang="ko-KR" sz="1000">
                <a:solidFill>
                  <a:srgbClr val="00B050"/>
                </a:solidFill>
              </a:rPr>
              <a:t>.)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system_executor::post( </a:t>
            </a:r>
            <a:r>
              <a:rPr lang="en-US" altLang="ko-KR" sz="1000" b="1"/>
              <a:t>tick::now() + 10s</a:t>
            </a:r>
            <a:r>
              <a:rPr lang="en-US" altLang="ko-KR" sz="1000"/>
              <a:t>, std::bind(&amp;goo::print_1, make_object&lt;goo&gt;()));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1E318E6-B233-4F52-95E5-E1F7B88E57A8}"/>
              </a:ext>
            </a:extLst>
          </p:cNvPr>
          <p:cNvSpPr/>
          <p:nvPr/>
        </p:nvSpPr>
        <p:spPr>
          <a:xfrm>
            <a:off x="2426478" y="1974092"/>
            <a:ext cx="68852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>
                <a:latin typeface="HY견명조" panose="02030600000101010101" pitchFamily="18" charset="-127"/>
                <a:ea typeface="HY견명조" panose="02030600000101010101" pitchFamily="18" charset="-127"/>
              </a:rPr>
              <a:t>Iexecutor::post</a:t>
            </a:r>
            <a:r>
              <a:rPr lang="en-US" altLang="ko-KR">
                <a:latin typeface="HY신명조" panose="02030600000101010101" pitchFamily="18" charset="-127"/>
                <a:ea typeface="HY신명조" panose="02030600000101010101" pitchFamily="18" charset="-127"/>
              </a:rPr>
              <a:t>&lt;T&gt;(</a:t>
            </a:r>
            <a:r>
              <a:rPr lang="en-US" altLang="ko-KR">
                <a:latin typeface="HY견명조" panose="02030600000101010101" pitchFamily="18" charset="-127"/>
                <a:ea typeface="HY견명조" panose="02030600000101010101" pitchFamily="18" charset="-127"/>
              </a:rPr>
              <a:t>tick::time_point</a:t>
            </a:r>
            <a:r>
              <a:rPr lang="en-US" altLang="ko-KR">
                <a:latin typeface="HY신명조" panose="02030600000101010101" pitchFamily="18" charset="-127"/>
                <a:ea typeface="HY신명조" panose="02030600000101010101" pitchFamily="18" charset="-127"/>
              </a:rPr>
              <a:t> _tick_execute, </a:t>
            </a:r>
            <a:r>
              <a:rPr lang="en-US" altLang="ko-KR">
                <a:latin typeface="HY견명조" panose="02030600000101010101" pitchFamily="18" charset="-127"/>
                <a:ea typeface="HY견명조" panose="02030600000101010101" pitchFamily="18" charset="-127"/>
              </a:rPr>
              <a:t>…</a:t>
            </a:r>
            <a:r>
              <a:rPr lang="en-US" altLang="ko-KR">
                <a:latin typeface="HY신명조" panose="02030600000101010101" pitchFamily="18" charset="-127"/>
                <a:ea typeface="HY신명조" panose="02030600000101010101" pitchFamily="18" charset="-127"/>
              </a:rPr>
              <a:t>);</a:t>
            </a:r>
            <a:endParaRPr lang="ko-KR" altLang="en-US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58CC4B1-D6D9-4205-BE64-EB282718EB4A}"/>
              </a:ext>
            </a:extLst>
          </p:cNvPr>
          <p:cNvSpPr/>
          <p:nvPr/>
        </p:nvSpPr>
        <p:spPr>
          <a:xfrm>
            <a:off x="5440601" y="2553840"/>
            <a:ext cx="300971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첫번째 파라미터로 실행할 시간을 써준다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  <a:endParaRPr lang="ko-KR" altLang="en-US" sz="120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E51BB731-599E-4560-9F72-FAAE220119EC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6945457" y="2354319"/>
            <a:ext cx="0" cy="199521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C04A4C8F-03D0-4831-8569-BD0EBB85CC07}"/>
              </a:ext>
            </a:extLst>
          </p:cNvPr>
          <p:cNvCxnSpPr/>
          <p:nvPr/>
        </p:nvCxnSpPr>
        <p:spPr>
          <a:xfrm>
            <a:off x="4982051" y="2322404"/>
            <a:ext cx="3657447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18934CE-D2AD-47A6-B21F-9997497570F0}"/>
              </a:ext>
            </a:extLst>
          </p:cNvPr>
          <p:cNvSpPr/>
          <p:nvPr/>
        </p:nvSpPr>
        <p:spPr>
          <a:xfrm>
            <a:off x="1693634" y="3165690"/>
            <a:ext cx="197361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아래 처럼 사용할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6D5608-961E-4A73-BAF1-87A94C875B64}"/>
              </a:ext>
            </a:extLst>
          </p:cNvPr>
          <p:cNvSpPr txBox="1"/>
          <p:nvPr/>
        </p:nvSpPr>
        <p:spPr>
          <a:xfrm>
            <a:off x="538480" y="15240"/>
            <a:ext cx="15399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EXECUTOR SYSTEM</a:t>
            </a:r>
            <a:endParaRPr lang="ko-KR" altLang="en-US" sz="12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37A155F-136B-4688-956D-5455A3443E1E}"/>
              </a:ext>
            </a:extLst>
          </p:cNvPr>
          <p:cNvSpPr/>
          <p:nvPr/>
        </p:nvSpPr>
        <p:spPr>
          <a:xfrm>
            <a:off x="203242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408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868592" y="0"/>
            <a:ext cx="634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FAQ</a:t>
            </a:r>
            <a:endParaRPr lang="ko-KR" alt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C1650E-1B67-421A-BF6A-1BF89648C6CE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737A43-6783-4EB6-95ED-174B7C97A721}"/>
              </a:ext>
            </a:extLst>
          </p:cNvPr>
          <p:cNvSpPr txBox="1"/>
          <p:nvPr/>
        </p:nvSpPr>
        <p:spPr>
          <a:xfrm>
            <a:off x="538480" y="15240"/>
            <a:ext cx="15399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EXECUTOR SYSTEM</a:t>
            </a:r>
            <a:endParaRPr lang="ko-KR" altLang="en-US" sz="12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4196F3C-C177-4B73-AFFA-2BB807CC71C4}"/>
              </a:ext>
            </a:extLst>
          </p:cNvPr>
          <p:cNvSpPr/>
          <p:nvPr/>
        </p:nvSpPr>
        <p:spPr>
          <a:xfrm>
            <a:off x="203242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263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3026</TotalTime>
  <Words>1194</Words>
  <Application>Microsoft Office PowerPoint</Application>
  <PresentationFormat>와이드스크린</PresentationFormat>
  <Paragraphs>133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HY견명조</vt:lpstr>
      <vt:lpstr>HY신명조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상현 조</dc:creator>
  <cp:lastModifiedBy>조 상현</cp:lastModifiedBy>
  <cp:revision>318</cp:revision>
  <dcterms:created xsi:type="dcterms:W3CDTF">2019-08-08T18:29:33Z</dcterms:created>
  <dcterms:modified xsi:type="dcterms:W3CDTF">2020-01-20T12:18:58Z</dcterms:modified>
</cp:coreProperties>
</file>