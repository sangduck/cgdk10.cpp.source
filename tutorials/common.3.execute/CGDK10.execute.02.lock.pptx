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2" r:id="rId3"/>
    <p:sldId id="276" r:id="rId4"/>
    <p:sldId id="279" r:id="rId5"/>
    <p:sldId id="283" r:id="rId6"/>
    <p:sldId id="281" r:id="rId7"/>
    <p:sldId id="278" r:id="rId8"/>
    <p:sldId id="274" r:id="rId9"/>
    <p:sldId id="280" r:id="rId10"/>
    <p:sldId id="268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>
        <p:scale>
          <a:sx n="100" d="100"/>
          <a:sy n="100" d="100"/>
        </p:scale>
        <p:origin x="402" y="708"/>
      </p:cViewPr>
      <p:guideLst>
        <p:guide orient="horz" pos="391"/>
        <p:guide pos="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2A7E5-9D6C-4D49-9F84-6FD5581D5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DF23D0-ACA9-4109-859D-3ECB447A1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C36A17-8D0E-4BD4-9D11-B7A7E9E9A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D2E944-0ED1-4607-A36C-5BB69830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B9B9D4-8BBC-476D-8064-35CFCD6B7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82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419A54-E745-4CC6-BB95-027B31215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527CD9-8FD6-41DB-92D5-543810226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C1E69F-6A0C-4988-A80C-D9E079982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A0A22F-E157-407D-9059-6BA690D7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25A3EE-62DB-427A-BC57-1105595D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982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69695-5C44-4966-9A13-1C984D98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BB4F0D-22E9-4085-831F-FD98A827D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A917BF-93D8-4FAE-9057-B5DC34BF0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4F97A2-C5F5-4A31-8A8E-9DB0E5BF0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D523A-5E78-4084-9250-EA62E800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3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4C6390-10D0-4FD4-A9C5-512525EC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6AF698-79AC-473D-91BE-2AC4B6A9A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47004C-44EF-4C97-90AD-CEC005B13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2DA3BB-F86B-423B-ADF0-0C45FFA7F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BA172-663F-4746-A340-81A5A245E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8ECEE4-F0CB-4000-8737-D35FA8E9B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085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33FDE-6868-41BC-989B-C7995DAA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2CE7D6-2226-4B65-8C8E-7CC6A6A5A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092D66-1FD3-41EB-97C7-DE6FA7F9F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733F04-26EC-425A-A594-4302ABE0A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AB9B29-E3A0-4BA3-A785-C6DCCEF71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93CB7F-B41A-4C1B-ABF3-7333EA9C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4B76826-AE98-4493-AE44-3F7ACB5B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249C020-97C1-43ED-95BF-408B8BF82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90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FE3F6-CD7E-4531-9825-DA1294BB7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364A65-7602-4E2F-AB3A-1DB84F3C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370FC8-7EFF-42A1-A3DD-2E35F1F4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EA32FA-FEE4-4DBD-930C-A337BE21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63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4FEF22-CFFB-471E-8960-DC35A80D0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8E9B52-4735-4887-B334-2DAF94848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849622-257C-4566-88C3-8C0E40D10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711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14B03-A7BA-4811-B9E6-F4B68F507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AABAA1-C57E-4FE1-B2AD-CB2F1C6B5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1A1A2C-F9BA-416A-BBF9-D65DDE042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EEA2E-4425-4FB2-B940-D630ECB6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5F14BC-4609-49B0-B88F-71ED21D8B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B2F4A1-01AF-4213-B737-2A01F210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582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43167-4408-4C58-ADD5-FC60A11ED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78274A-E2D6-47D8-8667-1D77CFAB2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29D13A-7EED-4A00-A107-5A9D6EE83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2886C8-A6B0-4365-8DF4-783E16274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C8015C-9296-41FD-8594-A6F545A4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2F2D0-7A4D-4569-A726-EFB2F9A6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62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FE90C-3B64-42E6-831B-DF1AF8BE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F9955E-804B-4847-A548-B8FAB8A8F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016D88-EA8C-4E33-9AA0-265D828D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26A646-1DCD-47EA-9189-479181E5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40B22C-804C-4B5E-BC7E-9728A7D2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03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C339A3-C568-40CC-80EA-0D67438C8E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0BA901-4156-43E5-997D-B97D55256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5A3A72-6D07-48D1-A145-8C8FC73BF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5FE233-6062-4295-98E2-CDA8399D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A950D5-233D-4487-955B-863FE15E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24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59FC0F-2DDD-468F-8DBD-6A2807FE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676674-756A-42FE-BD0C-C3CECBFD8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6A869F-4294-4684-B447-EA0E57952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B7EA6-29B8-4261-8591-86CDF1CF1D8C}" type="datetimeFigureOut">
              <a:rPr lang="ko-KR" altLang="en-US" smtClean="0"/>
              <a:t>2020-01-17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C5D8D2-D0ED-4DCE-B1CA-EB46F385A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2C4440-5EEA-42C9-BA7E-B3A419EF5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37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E9415166-E98E-4295-974A-32CAB7D64F6D}"/>
              </a:ext>
            </a:extLst>
          </p:cNvPr>
          <p:cNvSpPr/>
          <p:nvPr/>
        </p:nvSpPr>
        <p:spPr>
          <a:xfrm>
            <a:off x="0" y="0"/>
            <a:ext cx="141605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416050" y="948164"/>
            <a:ext cx="17465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6213" indent="-176213">
              <a:buFont typeface="Wingdings" panose="05000000000000000000" pitchFamily="2" charset="2"/>
              <a:buChar char="§"/>
            </a:pPr>
            <a:r>
              <a:rPr lang="en-US" altLang="ko-KR" sz="1200"/>
              <a:t>C++.lock</a:t>
            </a:r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en-US" altLang="ko-KR" sz="1200"/>
              <a:t>lockable_object</a:t>
            </a:r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en-US" altLang="ko-KR" sz="1200"/>
              <a:t>scoped_lock</a:t>
            </a:r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en-US" altLang="ko-KR" sz="1200"/>
              <a:t>conditional_variable</a:t>
            </a:r>
            <a:endParaRPr lang="ko-KR" altLang="en-US" sz="1200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63D706D0-7F00-44B7-8338-DA6DCD0C282B}"/>
              </a:ext>
            </a:extLst>
          </p:cNvPr>
          <p:cNvSpPr txBox="1">
            <a:spLocks/>
          </p:cNvSpPr>
          <p:nvPr/>
        </p:nvSpPr>
        <p:spPr>
          <a:xfrm>
            <a:off x="378691" y="347663"/>
            <a:ext cx="5207000" cy="6683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</a:rPr>
              <a:t>CGC.II..</a:t>
            </a:r>
            <a:r>
              <a:rPr lang="en-US" altLang="ko-KR" sz="3200" b="1" dirty="0"/>
              <a:t>LOCK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97255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2036867" y="-12879"/>
            <a:ext cx="1691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lock.C++.lock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567188"/>
            <a:ext cx="7708900" cy="649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0" indent="-273050" defTabSz="3600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C++ lock</a:t>
            </a:r>
            <a:r>
              <a:rPr lang="ko-KR" altLang="en-US" sz="1400">
                <a:latin typeface="HY견명조" panose="02030600000101010101" pitchFamily="18" charset="-127"/>
                <a:ea typeface="HY견명조" panose="02030600000101010101" pitchFamily="18" charset="-127"/>
              </a:rPr>
              <a:t> 객체</a:t>
            </a:r>
            <a:b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C++11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이후 다양한 표준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lock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클래스를 지원해 준다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EB1E7D2-AA11-4318-AA6C-8A2C94ED80FD}"/>
              </a:ext>
            </a:extLst>
          </p:cNvPr>
          <p:cNvSpPr/>
          <p:nvPr/>
        </p:nvSpPr>
        <p:spPr>
          <a:xfrm>
            <a:off x="1739024" y="1372818"/>
            <a:ext cx="9790036" cy="17112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std::mutex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		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가장 기본적인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mutex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std::timed_mutex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	 	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타임아웃 처리가 가능한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std::mutex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std::recursive_mutex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	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같은 쓰레드 내에서 여러 번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lock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거는 것을 허용하는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mutex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std::recursive_timed_mutex	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타임아웃 기능이 있는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std::recursive_mutex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std::shared_mutex	  	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경쟁 없어 데이터에 접근할 수 있는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mutex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로 높은 읽기 빈도와 낮은 쓰기 빈도일 경우 효율적이다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			C++17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이후 지원한다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D18B28-A70F-42E7-811F-B5A9DDC3007A}"/>
              </a:ext>
            </a:extLst>
          </p:cNvPr>
          <p:cNvSpPr txBox="1"/>
          <p:nvPr/>
        </p:nvSpPr>
        <p:spPr>
          <a:xfrm>
            <a:off x="1416050" y="3137172"/>
            <a:ext cx="9937012" cy="649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0" indent="-273050" defTabSz="3600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C++ lock</a:t>
            </a:r>
            <a:r>
              <a:rPr lang="ko-KR" altLang="en-US" sz="1400">
                <a:latin typeface="HY견명조" panose="02030600000101010101" pitchFamily="18" charset="-127"/>
                <a:ea typeface="HY견명조" panose="02030600000101010101" pitchFamily="18" charset="-127"/>
              </a:rPr>
              <a:t> 객체의 사용</a:t>
            </a:r>
            <a:b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lock()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과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try_lock()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함수로 락을 걸며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unlock()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함수로 해제한다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6740255-257F-465B-9FE3-33F2978B3DB4}"/>
              </a:ext>
            </a:extLst>
          </p:cNvPr>
          <p:cNvSpPr/>
          <p:nvPr/>
        </p:nvSpPr>
        <p:spPr>
          <a:xfrm>
            <a:off x="1726080" y="3862376"/>
            <a:ext cx="8962098" cy="1376513"/>
          </a:xfrm>
          <a:custGeom>
            <a:avLst/>
            <a:gdLst>
              <a:gd name="connsiteX0" fmla="*/ 0 w 8962098"/>
              <a:gd name="connsiteY0" fmla="*/ 0 h 1376513"/>
              <a:gd name="connsiteX1" fmla="*/ 420529 w 8962098"/>
              <a:gd name="connsiteY1" fmla="*/ 0 h 1376513"/>
              <a:gd name="connsiteX2" fmla="*/ 1199542 w 8962098"/>
              <a:gd name="connsiteY2" fmla="*/ 0 h 1376513"/>
              <a:gd name="connsiteX3" fmla="*/ 1620072 w 8962098"/>
              <a:gd name="connsiteY3" fmla="*/ 0 h 1376513"/>
              <a:gd name="connsiteX4" fmla="*/ 2040601 w 8962098"/>
              <a:gd name="connsiteY4" fmla="*/ 0 h 1376513"/>
              <a:gd name="connsiteX5" fmla="*/ 2550751 w 8962098"/>
              <a:gd name="connsiteY5" fmla="*/ 0 h 1376513"/>
              <a:gd name="connsiteX6" fmla="*/ 3150522 w 8962098"/>
              <a:gd name="connsiteY6" fmla="*/ 0 h 1376513"/>
              <a:gd name="connsiteX7" fmla="*/ 3571051 w 8962098"/>
              <a:gd name="connsiteY7" fmla="*/ 0 h 1376513"/>
              <a:gd name="connsiteX8" fmla="*/ 4170823 w 8962098"/>
              <a:gd name="connsiteY8" fmla="*/ 0 h 1376513"/>
              <a:gd name="connsiteX9" fmla="*/ 4770594 w 8962098"/>
              <a:gd name="connsiteY9" fmla="*/ 0 h 1376513"/>
              <a:gd name="connsiteX10" fmla="*/ 5549607 w 8962098"/>
              <a:gd name="connsiteY10" fmla="*/ 0 h 1376513"/>
              <a:gd name="connsiteX11" fmla="*/ 5970136 w 8962098"/>
              <a:gd name="connsiteY11" fmla="*/ 0 h 1376513"/>
              <a:gd name="connsiteX12" fmla="*/ 6659528 w 8962098"/>
              <a:gd name="connsiteY12" fmla="*/ 0 h 1376513"/>
              <a:gd name="connsiteX13" fmla="*/ 7169678 w 8962098"/>
              <a:gd name="connsiteY13" fmla="*/ 0 h 1376513"/>
              <a:gd name="connsiteX14" fmla="*/ 7590208 w 8962098"/>
              <a:gd name="connsiteY14" fmla="*/ 0 h 1376513"/>
              <a:gd name="connsiteX15" fmla="*/ 8962098 w 8962098"/>
              <a:gd name="connsiteY15" fmla="*/ 0 h 1376513"/>
              <a:gd name="connsiteX16" fmla="*/ 8962098 w 8962098"/>
              <a:gd name="connsiteY16" fmla="*/ 674491 h 1376513"/>
              <a:gd name="connsiteX17" fmla="*/ 8962098 w 8962098"/>
              <a:gd name="connsiteY17" fmla="*/ 1376513 h 1376513"/>
              <a:gd name="connsiteX18" fmla="*/ 8541569 w 8962098"/>
              <a:gd name="connsiteY18" fmla="*/ 1376513 h 1376513"/>
              <a:gd name="connsiteX19" fmla="*/ 7672935 w 8962098"/>
              <a:gd name="connsiteY19" fmla="*/ 1376513 h 1376513"/>
              <a:gd name="connsiteX20" fmla="*/ 7252405 w 8962098"/>
              <a:gd name="connsiteY20" fmla="*/ 1376513 h 1376513"/>
              <a:gd name="connsiteX21" fmla="*/ 6473392 w 8962098"/>
              <a:gd name="connsiteY21" fmla="*/ 1376513 h 1376513"/>
              <a:gd name="connsiteX22" fmla="*/ 5784000 w 8962098"/>
              <a:gd name="connsiteY22" fmla="*/ 1376513 h 1376513"/>
              <a:gd name="connsiteX23" fmla="*/ 5094608 w 8962098"/>
              <a:gd name="connsiteY23" fmla="*/ 1376513 h 1376513"/>
              <a:gd name="connsiteX24" fmla="*/ 4494837 w 8962098"/>
              <a:gd name="connsiteY24" fmla="*/ 1376513 h 1376513"/>
              <a:gd name="connsiteX25" fmla="*/ 3715824 w 8962098"/>
              <a:gd name="connsiteY25" fmla="*/ 1376513 h 1376513"/>
              <a:gd name="connsiteX26" fmla="*/ 3116053 w 8962098"/>
              <a:gd name="connsiteY26" fmla="*/ 1376513 h 1376513"/>
              <a:gd name="connsiteX27" fmla="*/ 2337039 w 8962098"/>
              <a:gd name="connsiteY27" fmla="*/ 1376513 h 1376513"/>
              <a:gd name="connsiteX28" fmla="*/ 1826889 w 8962098"/>
              <a:gd name="connsiteY28" fmla="*/ 1376513 h 1376513"/>
              <a:gd name="connsiteX29" fmla="*/ 1316739 w 8962098"/>
              <a:gd name="connsiteY29" fmla="*/ 1376513 h 1376513"/>
              <a:gd name="connsiteX30" fmla="*/ 0 w 8962098"/>
              <a:gd name="connsiteY30" fmla="*/ 1376513 h 1376513"/>
              <a:gd name="connsiteX31" fmla="*/ 0 w 8962098"/>
              <a:gd name="connsiteY31" fmla="*/ 702022 h 1376513"/>
              <a:gd name="connsiteX32" fmla="*/ 0 w 8962098"/>
              <a:gd name="connsiteY32" fmla="*/ 0 h 1376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62098" h="1376513" fill="none" extrusionOk="0">
                <a:moveTo>
                  <a:pt x="0" y="0"/>
                </a:moveTo>
                <a:cubicBezTo>
                  <a:pt x="106741" y="-5227"/>
                  <a:pt x="258086" y="10078"/>
                  <a:pt x="420529" y="0"/>
                </a:cubicBezTo>
                <a:cubicBezTo>
                  <a:pt x="582972" y="-10078"/>
                  <a:pt x="967967" y="-21079"/>
                  <a:pt x="1199542" y="0"/>
                </a:cubicBezTo>
                <a:cubicBezTo>
                  <a:pt x="1431117" y="21079"/>
                  <a:pt x="1447174" y="13280"/>
                  <a:pt x="1620072" y="0"/>
                </a:cubicBezTo>
                <a:cubicBezTo>
                  <a:pt x="1792970" y="-13280"/>
                  <a:pt x="1912007" y="-9074"/>
                  <a:pt x="2040601" y="0"/>
                </a:cubicBezTo>
                <a:cubicBezTo>
                  <a:pt x="2169195" y="9074"/>
                  <a:pt x="2355610" y="5328"/>
                  <a:pt x="2550751" y="0"/>
                </a:cubicBezTo>
                <a:cubicBezTo>
                  <a:pt x="2745892" y="-5328"/>
                  <a:pt x="3023206" y="11627"/>
                  <a:pt x="3150522" y="0"/>
                </a:cubicBezTo>
                <a:cubicBezTo>
                  <a:pt x="3277838" y="-11627"/>
                  <a:pt x="3395071" y="18199"/>
                  <a:pt x="3571051" y="0"/>
                </a:cubicBezTo>
                <a:cubicBezTo>
                  <a:pt x="3747031" y="-18199"/>
                  <a:pt x="3938407" y="1645"/>
                  <a:pt x="4170823" y="0"/>
                </a:cubicBezTo>
                <a:cubicBezTo>
                  <a:pt x="4403239" y="-1645"/>
                  <a:pt x="4510024" y="-11615"/>
                  <a:pt x="4770594" y="0"/>
                </a:cubicBezTo>
                <a:cubicBezTo>
                  <a:pt x="5031164" y="11615"/>
                  <a:pt x="5213144" y="33240"/>
                  <a:pt x="5549607" y="0"/>
                </a:cubicBezTo>
                <a:cubicBezTo>
                  <a:pt x="5886070" y="-33240"/>
                  <a:pt x="5800410" y="18316"/>
                  <a:pt x="5970136" y="0"/>
                </a:cubicBezTo>
                <a:cubicBezTo>
                  <a:pt x="6139862" y="-18316"/>
                  <a:pt x="6473823" y="-10920"/>
                  <a:pt x="6659528" y="0"/>
                </a:cubicBezTo>
                <a:cubicBezTo>
                  <a:pt x="6845233" y="10920"/>
                  <a:pt x="7065940" y="9149"/>
                  <a:pt x="7169678" y="0"/>
                </a:cubicBezTo>
                <a:cubicBezTo>
                  <a:pt x="7273416" y="-9149"/>
                  <a:pt x="7434842" y="-822"/>
                  <a:pt x="7590208" y="0"/>
                </a:cubicBezTo>
                <a:cubicBezTo>
                  <a:pt x="7745574" y="822"/>
                  <a:pt x="8285488" y="40359"/>
                  <a:pt x="8962098" y="0"/>
                </a:cubicBezTo>
                <a:cubicBezTo>
                  <a:pt x="8970343" y="220271"/>
                  <a:pt x="8977101" y="457820"/>
                  <a:pt x="8962098" y="674491"/>
                </a:cubicBezTo>
                <a:cubicBezTo>
                  <a:pt x="8947095" y="891162"/>
                  <a:pt x="8980432" y="1119357"/>
                  <a:pt x="8962098" y="1376513"/>
                </a:cubicBezTo>
                <a:cubicBezTo>
                  <a:pt x="8773150" y="1362180"/>
                  <a:pt x="8713881" y="1356199"/>
                  <a:pt x="8541569" y="1376513"/>
                </a:cubicBezTo>
                <a:cubicBezTo>
                  <a:pt x="8369257" y="1396827"/>
                  <a:pt x="7946817" y="1405921"/>
                  <a:pt x="7672935" y="1376513"/>
                </a:cubicBezTo>
                <a:cubicBezTo>
                  <a:pt x="7399053" y="1347105"/>
                  <a:pt x="7433511" y="1366041"/>
                  <a:pt x="7252405" y="1376513"/>
                </a:cubicBezTo>
                <a:cubicBezTo>
                  <a:pt x="7071299" y="1386986"/>
                  <a:pt x="6730593" y="1388727"/>
                  <a:pt x="6473392" y="1376513"/>
                </a:cubicBezTo>
                <a:cubicBezTo>
                  <a:pt x="6216191" y="1364299"/>
                  <a:pt x="5928123" y="1342829"/>
                  <a:pt x="5784000" y="1376513"/>
                </a:cubicBezTo>
                <a:cubicBezTo>
                  <a:pt x="5639877" y="1410197"/>
                  <a:pt x="5290102" y="1371479"/>
                  <a:pt x="5094608" y="1376513"/>
                </a:cubicBezTo>
                <a:cubicBezTo>
                  <a:pt x="4899114" y="1381547"/>
                  <a:pt x="4646058" y="1367895"/>
                  <a:pt x="4494837" y="1376513"/>
                </a:cubicBezTo>
                <a:cubicBezTo>
                  <a:pt x="4343616" y="1385131"/>
                  <a:pt x="4071982" y="1392180"/>
                  <a:pt x="3715824" y="1376513"/>
                </a:cubicBezTo>
                <a:cubicBezTo>
                  <a:pt x="3359666" y="1360846"/>
                  <a:pt x="3269812" y="1405378"/>
                  <a:pt x="3116053" y="1376513"/>
                </a:cubicBezTo>
                <a:cubicBezTo>
                  <a:pt x="2962294" y="1347648"/>
                  <a:pt x="2501003" y="1360892"/>
                  <a:pt x="2337039" y="1376513"/>
                </a:cubicBezTo>
                <a:cubicBezTo>
                  <a:pt x="2173075" y="1392134"/>
                  <a:pt x="2078012" y="1400518"/>
                  <a:pt x="1826889" y="1376513"/>
                </a:cubicBezTo>
                <a:cubicBezTo>
                  <a:pt x="1575766" y="1352509"/>
                  <a:pt x="1566259" y="1387026"/>
                  <a:pt x="1316739" y="1376513"/>
                </a:cubicBezTo>
                <a:cubicBezTo>
                  <a:pt x="1067219" y="1366001"/>
                  <a:pt x="586745" y="1405345"/>
                  <a:pt x="0" y="1376513"/>
                </a:cubicBezTo>
                <a:cubicBezTo>
                  <a:pt x="9008" y="1119888"/>
                  <a:pt x="-80" y="933782"/>
                  <a:pt x="0" y="702022"/>
                </a:cubicBezTo>
                <a:cubicBezTo>
                  <a:pt x="80" y="470262"/>
                  <a:pt x="-30040" y="296869"/>
                  <a:pt x="0" y="0"/>
                </a:cubicBezTo>
                <a:close/>
              </a:path>
              <a:path w="8962098" h="1376513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85534" y="178243"/>
                  <a:pt x="8992739" y="386956"/>
                  <a:pt x="8962098" y="715787"/>
                </a:cubicBezTo>
                <a:cubicBezTo>
                  <a:pt x="8931457" y="1044618"/>
                  <a:pt x="8960788" y="1061095"/>
                  <a:pt x="8962098" y="1376513"/>
                </a:cubicBezTo>
                <a:cubicBezTo>
                  <a:pt x="8742154" y="1351859"/>
                  <a:pt x="8448095" y="1354917"/>
                  <a:pt x="8272706" y="1376513"/>
                </a:cubicBezTo>
                <a:cubicBezTo>
                  <a:pt x="8097317" y="1398109"/>
                  <a:pt x="7820885" y="1380974"/>
                  <a:pt x="7583314" y="1376513"/>
                </a:cubicBezTo>
                <a:cubicBezTo>
                  <a:pt x="7345743" y="1372052"/>
                  <a:pt x="7187503" y="1361616"/>
                  <a:pt x="6893922" y="1376513"/>
                </a:cubicBezTo>
                <a:cubicBezTo>
                  <a:pt x="6600341" y="1391410"/>
                  <a:pt x="6348884" y="1336358"/>
                  <a:pt x="6025287" y="1376513"/>
                </a:cubicBezTo>
                <a:cubicBezTo>
                  <a:pt x="5701690" y="1416668"/>
                  <a:pt x="5641903" y="1410342"/>
                  <a:pt x="5335895" y="1376513"/>
                </a:cubicBezTo>
                <a:cubicBezTo>
                  <a:pt x="5029887" y="1342684"/>
                  <a:pt x="4881389" y="1387978"/>
                  <a:pt x="4556882" y="1376513"/>
                </a:cubicBezTo>
                <a:cubicBezTo>
                  <a:pt x="4232375" y="1365048"/>
                  <a:pt x="4151239" y="1372172"/>
                  <a:pt x="3777869" y="1376513"/>
                </a:cubicBezTo>
                <a:cubicBezTo>
                  <a:pt x="3404499" y="1380854"/>
                  <a:pt x="3407727" y="1353447"/>
                  <a:pt x="3178098" y="1376513"/>
                </a:cubicBezTo>
                <a:cubicBezTo>
                  <a:pt x="2948469" y="1399579"/>
                  <a:pt x="2828812" y="1361584"/>
                  <a:pt x="2667948" y="1376513"/>
                </a:cubicBezTo>
                <a:cubicBezTo>
                  <a:pt x="2507084" y="1391443"/>
                  <a:pt x="2194447" y="1341039"/>
                  <a:pt x="1799314" y="1376513"/>
                </a:cubicBezTo>
                <a:cubicBezTo>
                  <a:pt x="1404181" y="1411987"/>
                  <a:pt x="1251049" y="1364494"/>
                  <a:pt x="1109921" y="1376513"/>
                </a:cubicBezTo>
                <a:cubicBezTo>
                  <a:pt x="968793" y="1388532"/>
                  <a:pt x="382880" y="1365117"/>
                  <a:pt x="0" y="1376513"/>
                </a:cubicBezTo>
                <a:cubicBezTo>
                  <a:pt x="-24411" y="1126453"/>
                  <a:pt x="27826" y="987205"/>
                  <a:pt x="0" y="674491"/>
                </a:cubicBezTo>
                <a:cubicBezTo>
                  <a:pt x="-27826" y="361777"/>
                  <a:pt x="12805" y="172299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std::mutex, std::recursive_lock</a:t>
            </a:r>
            <a:r>
              <a:rPr lang="ko-KR" altLang="en-US" sz="1000">
                <a:solidFill>
                  <a:srgbClr val="00B050"/>
                </a:solidFill>
              </a:rPr>
              <a:t>은 </a:t>
            </a:r>
            <a:r>
              <a:rPr lang="en-US" altLang="ko-KR" sz="1000">
                <a:solidFill>
                  <a:srgbClr val="00B050"/>
                </a:solidFill>
              </a:rPr>
              <a:t>lock(), try_lock(), unlock()</a:t>
            </a:r>
            <a:r>
              <a:rPr lang="ko-KR" altLang="en-US" sz="1000">
                <a:solidFill>
                  <a:srgbClr val="00B050"/>
                </a:solidFill>
              </a:rPr>
              <a:t>함수로 간단히 조작할 수 있다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en-US" altLang="ko-KR" sz="1000"/>
          </a:p>
          <a:p>
            <a:pPr defTabSz="360000"/>
            <a:r>
              <a:rPr lang="en-US" altLang="ko-KR" sz="1000" b="1"/>
              <a:t>std::recursive_mutex</a:t>
            </a:r>
            <a:r>
              <a:rPr lang="en-US" altLang="ko-KR" sz="1000"/>
              <a:t> x;</a:t>
            </a:r>
          </a:p>
          <a:p>
            <a:pPr defTabSz="360000"/>
            <a:endParaRPr lang="en-US" altLang="ko-KR" sz="1000"/>
          </a:p>
          <a:p>
            <a:r>
              <a:rPr lang="en-US" altLang="ko-KR" sz="1000">
                <a:solidFill>
                  <a:srgbClr val="00B050"/>
                </a:solidFill>
              </a:rPr>
              <a:t>// - lock</a:t>
            </a:r>
            <a:r>
              <a:rPr lang="ko-KR" altLang="en-US" sz="1000">
                <a:solidFill>
                  <a:srgbClr val="00B050"/>
                </a:solidFill>
              </a:rPr>
              <a:t>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x.</a:t>
            </a:r>
            <a:r>
              <a:rPr lang="en-US" altLang="ko-KR" sz="1000" b="1"/>
              <a:t>lock</a:t>
            </a:r>
            <a:r>
              <a:rPr lang="en-US" altLang="ko-KR" sz="1000"/>
              <a:t>();</a:t>
            </a:r>
          </a:p>
          <a:p>
            <a:r>
              <a:rPr lang="en-US" altLang="ko-KR" sz="1000"/>
              <a:t>…</a:t>
            </a:r>
          </a:p>
          <a:p>
            <a:r>
              <a:rPr lang="en-US" altLang="ko-KR" sz="1000">
                <a:solidFill>
                  <a:srgbClr val="00B050"/>
                </a:solidFill>
              </a:rPr>
              <a:t>// - unlock</a:t>
            </a:r>
            <a:r>
              <a:rPr lang="ko-KR" altLang="en-US" sz="1000">
                <a:solidFill>
                  <a:srgbClr val="00B050"/>
                </a:solidFill>
              </a:rPr>
              <a:t>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x.</a:t>
            </a:r>
            <a:r>
              <a:rPr lang="en-US" altLang="ko-KR" sz="1000" b="1"/>
              <a:t>unlock</a:t>
            </a:r>
            <a:r>
              <a:rPr lang="en-US" altLang="ko-KR" sz="1000"/>
              <a:t>();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5F97E8-11D6-4BB2-9772-9F304B512261}"/>
              </a:ext>
            </a:extLst>
          </p:cNvPr>
          <p:cNvSpPr txBox="1"/>
          <p:nvPr/>
        </p:nvSpPr>
        <p:spPr>
          <a:xfrm>
            <a:off x="538480" y="15240"/>
            <a:ext cx="15399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EXECUTOR SYSTEM</a:t>
            </a:r>
            <a:endParaRPr lang="ko-KR" altLang="en-US" sz="1200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D5BFCC0-F1D9-4819-B54A-F575D03B22FF}"/>
              </a:ext>
            </a:extLst>
          </p:cNvPr>
          <p:cNvSpPr/>
          <p:nvPr/>
        </p:nvSpPr>
        <p:spPr>
          <a:xfrm>
            <a:off x="203242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30B7E54-07D0-4EE0-9EDA-207DB9574652}"/>
              </a:ext>
            </a:extLst>
          </p:cNvPr>
          <p:cNvSpPr/>
          <p:nvPr/>
        </p:nvSpPr>
        <p:spPr>
          <a:xfrm>
            <a:off x="1739025" y="5314684"/>
            <a:ext cx="96140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아주 간단하지만 절대 간단하지가 않다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다중의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lock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 겹칠 경우 데드락의 위험성이 매우 크며 예외처리 함수의 리턴 등 사소한 실수로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unlock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하지 않을 경우 서버가 중지될 수도 있으니 말이다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그래서 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lock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처리는 서버 개발자의 가장 골치아픈 난제 중에 하나이다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864075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2036867" y="-12879"/>
            <a:ext cx="238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lock.lockable_object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558564"/>
            <a:ext cx="7708900" cy="649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0" indent="-2730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CGDK::lockable&lt;&gt;</a:t>
            </a:r>
            <a:r>
              <a:rPr lang="ko-KR" altLang="en-US" sz="1400">
                <a:latin typeface="HY견명조" panose="02030600000101010101" pitchFamily="18" charset="-127"/>
                <a:ea typeface="HY견명조" panose="02030600000101010101" pitchFamily="18" charset="-127"/>
              </a:rPr>
              <a:t> 객체</a:t>
            </a:r>
            <a:b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CGDK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에서 제공하는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lockable&lt;&gt;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클래스는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std::recursive_lock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과 동일하다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A6D31F-D864-41BF-902E-8743EAA2137A}"/>
              </a:ext>
            </a:extLst>
          </p:cNvPr>
          <p:cNvSpPr/>
          <p:nvPr/>
        </p:nvSpPr>
        <p:spPr>
          <a:xfrm>
            <a:off x="1699446" y="1279629"/>
            <a:ext cx="8962098" cy="1376513"/>
          </a:xfrm>
          <a:custGeom>
            <a:avLst/>
            <a:gdLst>
              <a:gd name="connsiteX0" fmla="*/ 0 w 8962098"/>
              <a:gd name="connsiteY0" fmla="*/ 0 h 1376513"/>
              <a:gd name="connsiteX1" fmla="*/ 420529 w 8962098"/>
              <a:gd name="connsiteY1" fmla="*/ 0 h 1376513"/>
              <a:gd name="connsiteX2" fmla="*/ 1199542 w 8962098"/>
              <a:gd name="connsiteY2" fmla="*/ 0 h 1376513"/>
              <a:gd name="connsiteX3" fmla="*/ 1620072 w 8962098"/>
              <a:gd name="connsiteY3" fmla="*/ 0 h 1376513"/>
              <a:gd name="connsiteX4" fmla="*/ 2040601 w 8962098"/>
              <a:gd name="connsiteY4" fmla="*/ 0 h 1376513"/>
              <a:gd name="connsiteX5" fmla="*/ 2550751 w 8962098"/>
              <a:gd name="connsiteY5" fmla="*/ 0 h 1376513"/>
              <a:gd name="connsiteX6" fmla="*/ 3150522 w 8962098"/>
              <a:gd name="connsiteY6" fmla="*/ 0 h 1376513"/>
              <a:gd name="connsiteX7" fmla="*/ 3571051 w 8962098"/>
              <a:gd name="connsiteY7" fmla="*/ 0 h 1376513"/>
              <a:gd name="connsiteX8" fmla="*/ 4170823 w 8962098"/>
              <a:gd name="connsiteY8" fmla="*/ 0 h 1376513"/>
              <a:gd name="connsiteX9" fmla="*/ 4770594 w 8962098"/>
              <a:gd name="connsiteY9" fmla="*/ 0 h 1376513"/>
              <a:gd name="connsiteX10" fmla="*/ 5549607 w 8962098"/>
              <a:gd name="connsiteY10" fmla="*/ 0 h 1376513"/>
              <a:gd name="connsiteX11" fmla="*/ 5970136 w 8962098"/>
              <a:gd name="connsiteY11" fmla="*/ 0 h 1376513"/>
              <a:gd name="connsiteX12" fmla="*/ 6659528 w 8962098"/>
              <a:gd name="connsiteY12" fmla="*/ 0 h 1376513"/>
              <a:gd name="connsiteX13" fmla="*/ 7169678 w 8962098"/>
              <a:gd name="connsiteY13" fmla="*/ 0 h 1376513"/>
              <a:gd name="connsiteX14" fmla="*/ 7590208 w 8962098"/>
              <a:gd name="connsiteY14" fmla="*/ 0 h 1376513"/>
              <a:gd name="connsiteX15" fmla="*/ 8962098 w 8962098"/>
              <a:gd name="connsiteY15" fmla="*/ 0 h 1376513"/>
              <a:gd name="connsiteX16" fmla="*/ 8962098 w 8962098"/>
              <a:gd name="connsiteY16" fmla="*/ 674491 h 1376513"/>
              <a:gd name="connsiteX17" fmla="*/ 8962098 w 8962098"/>
              <a:gd name="connsiteY17" fmla="*/ 1376513 h 1376513"/>
              <a:gd name="connsiteX18" fmla="*/ 8541569 w 8962098"/>
              <a:gd name="connsiteY18" fmla="*/ 1376513 h 1376513"/>
              <a:gd name="connsiteX19" fmla="*/ 7672935 w 8962098"/>
              <a:gd name="connsiteY19" fmla="*/ 1376513 h 1376513"/>
              <a:gd name="connsiteX20" fmla="*/ 7252405 w 8962098"/>
              <a:gd name="connsiteY20" fmla="*/ 1376513 h 1376513"/>
              <a:gd name="connsiteX21" fmla="*/ 6473392 w 8962098"/>
              <a:gd name="connsiteY21" fmla="*/ 1376513 h 1376513"/>
              <a:gd name="connsiteX22" fmla="*/ 5784000 w 8962098"/>
              <a:gd name="connsiteY22" fmla="*/ 1376513 h 1376513"/>
              <a:gd name="connsiteX23" fmla="*/ 5094608 w 8962098"/>
              <a:gd name="connsiteY23" fmla="*/ 1376513 h 1376513"/>
              <a:gd name="connsiteX24" fmla="*/ 4494837 w 8962098"/>
              <a:gd name="connsiteY24" fmla="*/ 1376513 h 1376513"/>
              <a:gd name="connsiteX25" fmla="*/ 3715824 w 8962098"/>
              <a:gd name="connsiteY25" fmla="*/ 1376513 h 1376513"/>
              <a:gd name="connsiteX26" fmla="*/ 3116053 w 8962098"/>
              <a:gd name="connsiteY26" fmla="*/ 1376513 h 1376513"/>
              <a:gd name="connsiteX27" fmla="*/ 2337039 w 8962098"/>
              <a:gd name="connsiteY27" fmla="*/ 1376513 h 1376513"/>
              <a:gd name="connsiteX28" fmla="*/ 1826889 w 8962098"/>
              <a:gd name="connsiteY28" fmla="*/ 1376513 h 1376513"/>
              <a:gd name="connsiteX29" fmla="*/ 1316739 w 8962098"/>
              <a:gd name="connsiteY29" fmla="*/ 1376513 h 1376513"/>
              <a:gd name="connsiteX30" fmla="*/ 0 w 8962098"/>
              <a:gd name="connsiteY30" fmla="*/ 1376513 h 1376513"/>
              <a:gd name="connsiteX31" fmla="*/ 0 w 8962098"/>
              <a:gd name="connsiteY31" fmla="*/ 702022 h 1376513"/>
              <a:gd name="connsiteX32" fmla="*/ 0 w 8962098"/>
              <a:gd name="connsiteY32" fmla="*/ 0 h 1376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62098" h="1376513" fill="none" extrusionOk="0">
                <a:moveTo>
                  <a:pt x="0" y="0"/>
                </a:moveTo>
                <a:cubicBezTo>
                  <a:pt x="106741" y="-5227"/>
                  <a:pt x="258086" y="10078"/>
                  <a:pt x="420529" y="0"/>
                </a:cubicBezTo>
                <a:cubicBezTo>
                  <a:pt x="582972" y="-10078"/>
                  <a:pt x="967967" y="-21079"/>
                  <a:pt x="1199542" y="0"/>
                </a:cubicBezTo>
                <a:cubicBezTo>
                  <a:pt x="1431117" y="21079"/>
                  <a:pt x="1447174" y="13280"/>
                  <a:pt x="1620072" y="0"/>
                </a:cubicBezTo>
                <a:cubicBezTo>
                  <a:pt x="1792970" y="-13280"/>
                  <a:pt x="1912007" y="-9074"/>
                  <a:pt x="2040601" y="0"/>
                </a:cubicBezTo>
                <a:cubicBezTo>
                  <a:pt x="2169195" y="9074"/>
                  <a:pt x="2355610" y="5328"/>
                  <a:pt x="2550751" y="0"/>
                </a:cubicBezTo>
                <a:cubicBezTo>
                  <a:pt x="2745892" y="-5328"/>
                  <a:pt x="3023206" y="11627"/>
                  <a:pt x="3150522" y="0"/>
                </a:cubicBezTo>
                <a:cubicBezTo>
                  <a:pt x="3277838" y="-11627"/>
                  <a:pt x="3395071" y="18199"/>
                  <a:pt x="3571051" y="0"/>
                </a:cubicBezTo>
                <a:cubicBezTo>
                  <a:pt x="3747031" y="-18199"/>
                  <a:pt x="3938407" y="1645"/>
                  <a:pt x="4170823" y="0"/>
                </a:cubicBezTo>
                <a:cubicBezTo>
                  <a:pt x="4403239" y="-1645"/>
                  <a:pt x="4510024" y="-11615"/>
                  <a:pt x="4770594" y="0"/>
                </a:cubicBezTo>
                <a:cubicBezTo>
                  <a:pt x="5031164" y="11615"/>
                  <a:pt x="5213144" y="33240"/>
                  <a:pt x="5549607" y="0"/>
                </a:cubicBezTo>
                <a:cubicBezTo>
                  <a:pt x="5886070" y="-33240"/>
                  <a:pt x="5800410" y="18316"/>
                  <a:pt x="5970136" y="0"/>
                </a:cubicBezTo>
                <a:cubicBezTo>
                  <a:pt x="6139862" y="-18316"/>
                  <a:pt x="6473823" y="-10920"/>
                  <a:pt x="6659528" y="0"/>
                </a:cubicBezTo>
                <a:cubicBezTo>
                  <a:pt x="6845233" y="10920"/>
                  <a:pt x="7065940" y="9149"/>
                  <a:pt x="7169678" y="0"/>
                </a:cubicBezTo>
                <a:cubicBezTo>
                  <a:pt x="7273416" y="-9149"/>
                  <a:pt x="7434842" y="-822"/>
                  <a:pt x="7590208" y="0"/>
                </a:cubicBezTo>
                <a:cubicBezTo>
                  <a:pt x="7745574" y="822"/>
                  <a:pt x="8285488" y="40359"/>
                  <a:pt x="8962098" y="0"/>
                </a:cubicBezTo>
                <a:cubicBezTo>
                  <a:pt x="8970343" y="220271"/>
                  <a:pt x="8977101" y="457820"/>
                  <a:pt x="8962098" y="674491"/>
                </a:cubicBezTo>
                <a:cubicBezTo>
                  <a:pt x="8947095" y="891162"/>
                  <a:pt x="8980432" y="1119357"/>
                  <a:pt x="8962098" y="1376513"/>
                </a:cubicBezTo>
                <a:cubicBezTo>
                  <a:pt x="8773150" y="1362180"/>
                  <a:pt x="8713881" y="1356199"/>
                  <a:pt x="8541569" y="1376513"/>
                </a:cubicBezTo>
                <a:cubicBezTo>
                  <a:pt x="8369257" y="1396827"/>
                  <a:pt x="7946817" y="1405921"/>
                  <a:pt x="7672935" y="1376513"/>
                </a:cubicBezTo>
                <a:cubicBezTo>
                  <a:pt x="7399053" y="1347105"/>
                  <a:pt x="7433511" y="1366041"/>
                  <a:pt x="7252405" y="1376513"/>
                </a:cubicBezTo>
                <a:cubicBezTo>
                  <a:pt x="7071299" y="1386986"/>
                  <a:pt x="6730593" y="1388727"/>
                  <a:pt x="6473392" y="1376513"/>
                </a:cubicBezTo>
                <a:cubicBezTo>
                  <a:pt x="6216191" y="1364299"/>
                  <a:pt x="5928123" y="1342829"/>
                  <a:pt x="5784000" y="1376513"/>
                </a:cubicBezTo>
                <a:cubicBezTo>
                  <a:pt x="5639877" y="1410197"/>
                  <a:pt x="5290102" y="1371479"/>
                  <a:pt x="5094608" y="1376513"/>
                </a:cubicBezTo>
                <a:cubicBezTo>
                  <a:pt x="4899114" y="1381547"/>
                  <a:pt x="4646058" y="1367895"/>
                  <a:pt x="4494837" y="1376513"/>
                </a:cubicBezTo>
                <a:cubicBezTo>
                  <a:pt x="4343616" y="1385131"/>
                  <a:pt x="4071982" y="1392180"/>
                  <a:pt x="3715824" y="1376513"/>
                </a:cubicBezTo>
                <a:cubicBezTo>
                  <a:pt x="3359666" y="1360846"/>
                  <a:pt x="3269812" y="1405378"/>
                  <a:pt x="3116053" y="1376513"/>
                </a:cubicBezTo>
                <a:cubicBezTo>
                  <a:pt x="2962294" y="1347648"/>
                  <a:pt x="2501003" y="1360892"/>
                  <a:pt x="2337039" y="1376513"/>
                </a:cubicBezTo>
                <a:cubicBezTo>
                  <a:pt x="2173075" y="1392134"/>
                  <a:pt x="2078012" y="1400518"/>
                  <a:pt x="1826889" y="1376513"/>
                </a:cubicBezTo>
                <a:cubicBezTo>
                  <a:pt x="1575766" y="1352509"/>
                  <a:pt x="1566259" y="1387026"/>
                  <a:pt x="1316739" y="1376513"/>
                </a:cubicBezTo>
                <a:cubicBezTo>
                  <a:pt x="1067219" y="1366001"/>
                  <a:pt x="586745" y="1405345"/>
                  <a:pt x="0" y="1376513"/>
                </a:cubicBezTo>
                <a:cubicBezTo>
                  <a:pt x="9008" y="1119888"/>
                  <a:pt x="-80" y="933782"/>
                  <a:pt x="0" y="702022"/>
                </a:cubicBezTo>
                <a:cubicBezTo>
                  <a:pt x="80" y="470262"/>
                  <a:pt x="-30040" y="296869"/>
                  <a:pt x="0" y="0"/>
                </a:cubicBezTo>
                <a:close/>
              </a:path>
              <a:path w="8962098" h="1376513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85534" y="178243"/>
                  <a:pt x="8992739" y="386956"/>
                  <a:pt x="8962098" y="715787"/>
                </a:cubicBezTo>
                <a:cubicBezTo>
                  <a:pt x="8931457" y="1044618"/>
                  <a:pt x="8960788" y="1061095"/>
                  <a:pt x="8962098" y="1376513"/>
                </a:cubicBezTo>
                <a:cubicBezTo>
                  <a:pt x="8742154" y="1351859"/>
                  <a:pt x="8448095" y="1354917"/>
                  <a:pt x="8272706" y="1376513"/>
                </a:cubicBezTo>
                <a:cubicBezTo>
                  <a:pt x="8097317" y="1398109"/>
                  <a:pt x="7820885" y="1380974"/>
                  <a:pt x="7583314" y="1376513"/>
                </a:cubicBezTo>
                <a:cubicBezTo>
                  <a:pt x="7345743" y="1372052"/>
                  <a:pt x="7187503" y="1361616"/>
                  <a:pt x="6893922" y="1376513"/>
                </a:cubicBezTo>
                <a:cubicBezTo>
                  <a:pt x="6600341" y="1391410"/>
                  <a:pt x="6348884" y="1336358"/>
                  <a:pt x="6025287" y="1376513"/>
                </a:cubicBezTo>
                <a:cubicBezTo>
                  <a:pt x="5701690" y="1416668"/>
                  <a:pt x="5641903" y="1410342"/>
                  <a:pt x="5335895" y="1376513"/>
                </a:cubicBezTo>
                <a:cubicBezTo>
                  <a:pt x="5029887" y="1342684"/>
                  <a:pt x="4881389" y="1387978"/>
                  <a:pt x="4556882" y="1376513"/>
                </a:cubicBezTo>
                <a:cubicBezTo>
                  <a:pt x="4232375" y="1365048"/>
                  <a:pt x="4151239" y="1372172"/>
                  <a:pt x="3777869" y="1376513"/>
                </a:cubicBezTo>
                <a:cubicBezTo>
                  <a:pt x="3404499" y="1380854"/>
                  <a:pt x="3407727" y="1353447"/>
                  <a:pt x="3178098" y="1376513"/>
                </a:cubicBezTo>
                <a:cubicBezTo>
                  <a:pt x="2948469" y="1399579"/>
                  <a:pt x="2828812" y="1361584"/>
                  <a:pt x="2667948" y="1376513"/>
                </a:cubicBezTo>
                <a:cubicBezTo>
                  <a:pt x="2507084" y="1391443"/>
                  <a:pt x="2194447" y="1341039"/>
                  <a:pt x="1799314" y="1376513"/>
                </a:cubicBezTo>
                <a:cubicBezTo>
                  <a:pt x="1404181" y="1411987"/>
                  <a:pt x="1251049" y="1364494"/>
                  <a:pt x="1109921" y="1376513"/>
                </a:cubicBezTo>
                <a:cubicBezTo>
                  <a:pt x="968793" y="1388532"/>
                  <a:pt x="382880" y="1365117"/>
                  <a:pt x="0" y="1376513"/>
                </a:cubicBezTo>
                <a:cubicBezTo>
                  <a:pt x="-24411" y="1126453"/>
                  <a:pt x="27826" y="987205"/>
                  <a:pt x="0" y="674491"/>
                </a:cubicBezTo>
                <a:cubicBezTo>
                  <a:pt x="-27826" y="361777"/>
                  <a:pt x="12805" y="172299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lockable&lt;&gt;</a:t>
            </a:r>
            <a:r>
              <a:rPr lang="ko-KR" altLang="en-US" sz="1000">
                <a:solidFill>
                  <a:srgbClr val="00B050"/>
                </a:solidFill>
              </a:rPr>
              <a:t>는 </a:t>
            </a:r>
            <a:r>
              <a:rPr lang="en-US" altLang="ko-KR" sz="1000">
                <a:solidFill>
                  <a:srgbClr val="00B050"/>
                </a:solidFill>
              </a:rPr>
              <a:t>std::recursive_mutex</a:t>
            </a:r>
            <a:r>
              <a:rPr lang="ko-KR" altLang="en-US" sz="1000">
                <a:solidFill>
                  <a:srgbClr val="00B050"/>
                </a:solidFill>
              </a:rPr>
              <a:t>와 동일하다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en-US" altLang="ko-KR" sz="1000"/>
          </a:p>
          <a:p>
            <a:pPr defTabSz="360000"/>
            <a:r>
              <a:rPr lang="en-US" altLang="ko-KR" sz="1000" b="1"/>
              <a:t>lockable&lt;&gt;</a:t>
            </a:r>
            <a:r>
              <a:rPr lang="en-US" altLang="ko-KR" sz="1000"/>
              <a:t> x;</a:t>
            </a:r>
          </a:p>
          <a:p>
            <a:pPr defTabSz="360000"/>
            <a:endParaRPr lang="en-US" altLang="ko-KR" sz="1000"/>
          </a:p>
          <a:p>
            <a:r>
              <a:rPr lang="en-US" altLang="ko-KR" sz="1000">
                <a:solidFill>
                  <a:srgbClr val="00B050"/>
                </a:solidFill>
              </a:rPr>
              <a:t>// - lock</a:t>
            </a:r>
            <a:r>
              <a:rPr lang="ko-KR" altLang="en-US" sz="1000">
                <a:solidFill>
                  <a:srgbClr val="00B050"/>
                </a:solidFill>
              </a:rPr>
              <a:t>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x.lock();</a:t>
            </a:r>
          </a:p>
          <a:p>
            <a:r>
              <a:rPr lang="en-US" altLang="ko-KR" sz="1000"/>
              <a:t>…</a:t>
            </a:r>
          </a:p>
          <a:p>
            <a:r>
              <a:rPr lang="en-US" altLang="ko-KR" sz="1000">
                <a:solidFill>
                  <a:srgbClr val="00B050"/>
                </a:solidFill>
              </a:rPr>
              <a:t>// - unlock</a:t>
            </a:r>
            <a:r>
              <a:rPr lang="ko-KR" altLang="en-US" sz="1000">
                <a:solidFill>
                  <a:srgbClr val="00B050"/>
                </a:solidFill>
              </a:rPr>
              <a:t>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x.unlock();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1E80BF6-CA61-4CE0-BD0A-A6360265D41B}"/>
              </a:ext>
            </a:extLst>
          </p:cNvPr>
          <p:cNvSpPr/>
          <p:nvPr/>
        </p:nvSpPr>
        <p:spPr>
          <a:xfrm>
            <a:off x="1699446" y="3781884"/>
            <a:ext cx="8962098" cy="2299842"/>
          </a:xfrm>
          <a:custGeom>
            <a:avLst/>
            <a:gdLst>
              <a:gd name="connsiteX0" fmla="*/ 0 w 8962098"/>
              <a:gd name="connsiteY0" fmla="*/ 0 h 2299842"/>
              <a:gd name="connsiteX1" fmla="*/ 868634 w 8962098"/>
              <a:gd name="connsiteY1" fmla="*/ 0 h 2299842"/>
              <a:gd name="connsiteX2" fmla="*/ 1468405 w 8962098"/>
              <a:gd name="connsiteY2" fmla="*/ 0 h 2299842"/>
              <a:gd name="connsiteX3" fmla="*/ 1888935 w 8962098"/>
              <a:gd name="connsiteY3" fmla="*/ 0 h 2299842"/>
              <a:gd name="connsiteX4" fmla="*/ 2488706 w 8962098"/>
              <a:gd name="connsiteY4" fmla="*/ 0 h 2299842"/>
              <a:gd name="connsiteX5" fmla="*/ 3088477 w 8962098"/>
              <a:gd name="connsiteY5" fmla="*/ 0 h 2299842"/>
              <a:gd name="connsiteX6" fmla="*/ 3867490 w 8962098"/>
              <a:gd name="connsiteY6" fmla="*/ 0 h 2299842"/>
              <a:gd name="connsiteX7" fmla="*/ 4288019 w 8962098"/>
              <a:gd name="connsiteY7" fmla="*/ 0 h 2299842"/>
              <a:gd name="connsiteX8" fmla="*/ 4977411 w 8962098"/>
              <a:gd name="connsiteY8" fmla="*/ 0 h 2299842"/>
              <a:gd name="connsiteX9" fmla="*/ 5487562 w 8962098"/>
              <a:gd name="connsiteY9" fmla="*/ 0 h 2299842"/>
              <a:gd name="connsiteX10" fmla="*/ 5908091 w 8962098"/>
              <a:gd name="connsiteY10" fmla="*/ 0 h 2299842"/>
              <a:gd name="connsiteX11" fmla="*/ 6776725 w 8962098"/>
              <a:gd name="connsiteY11" fmla="*/ 0 h 2299842"/>
              <a:gd name="connsiteX12" fmla="*/ 7376496 w 8962098"/>
              <a:gd name="connsiteY12" fmla="*/ 0 h 2299842"/>
              <a:gd name="connsiteX13" fmla="*/ 8155509 w 8962098"/>
              <a:gd name="connsiteY13" fmla="*/ 0 h 2299842"/>
              <a:gd name="connsiteX14" fmla="*/ 8962098 w 8962098"/>
              <a:gd name="connsiteY14" fmla="*/ 0 h 2299842"/>
              <a:gd name="connsiteX15" fmla="*/ 8962098 w 8962098"/>
              <a:gd name="connsiteY15" fmla="*/ 528964 h 2299842"/>
              <a:gd name="connsiteX16" fmla="*/ 8962098 w 8962098"/>
              <a:gd name="connsiteY16" fmla="*/ 1080926 h 2299842"/>
              <a:gd name="connsiteX17" fmla="*/ 8962098 w 8962098"/>
              <a:gd name="connsiteY17" fmla="*/ 1609889 h 2299842"/>
              <a:gd name="connsiteX18" fmla="*/ 8962098 w 8962098"/>
              <a:gd name="connsiteY18" fmla="*/ 2299842 h 2299842"/>
              <a:gd name="connsiteX19" fmla="*/ 8362327 w 8962098"/>
              <a:gd name="connsiteY19" fmla="*/ 2299842 h 2299842"/>
              <a:gd name="connsiteX20" fmla="*/ 7762556 w 8962098"/>
              <a:gd name="connsiteY20" fmla="*/ 2299842 h 2299842"/>
              <a:gd name="connsiteX21" fmla="*/ 6983543 w 8962098"/>
              <a:gd name="connsiteY21" fmla="*/ 2299842 h 2299842"/>
              <a:gd name="connsiteX22" fmla="*/ 6383771 w 8962098"/>
              <a:gd name="connsiteY22" fmla="*/ 2299842 h 2299842"/>
              <a:gd name="connsiteX23" fmla="*/ 5604758 w 8962098"/>
              <a:gd name="connsiteY23" fmla="*/ 2299842 h 2299842"/>
              <a:gd name="connsiteX24" fmla="*/ 5094608 w 8962098"/>
              <a:gd name="connsiteY24" fmla="*/ 2299842 h 2299842"/>
              <a:gd name="connsiteX25" fmla="*/ 4584458 w 8962098"/>
              <a:gd name="connsiteY25" fmla="*/ 2299842 h 2299842"/>
              <a:gd name="connsiteX26" fmla="*/ 3805445 w 8962098"/>
              <a:gd name="connsiteY26" fmla="*/ 2299842 h 2299842"/>
              <a:gd name="connsiteX27" fmla="*/ 3205674 w 8962098"/>
              <a:gd name="connsiteY27" fmla="*/ 2299842 h 2299842"/>
              <a:gd name="connsiteX28" fmla="*/ 2516281 w 8962098"/>
              <a:gd name="connsiteY28" fmla="*/ 2299842 h 2299842"/>
              <a:gd name="connsiteX29" fmla="*/ 1916510 w 8962098"/>
              <a:gd name="connsiteY29" fmla="*/ 2299842 h 2299842"/>
              <a:gd name="connsiteX30" fmla="*/ 1495981 w 8962098"/>
              <a:gd name="connsiteY30" fmla="*/ 2299842 h 2299842"/>
              <a:gd name="connsiteX31" fmla="*/ 627347 w 8962098"/>
              <a:gd name="connsiteY31" fmla="*/ 2299842 h 2299842"/>
              <a:gd name="connsiteX32" fmla="*/ 0 w 8962098"/>
              <a:gd name="connsiteY32" fmla="*/ 2299842 h 2299842"/>
              <a:gd name="connsiteX33" fmla="*/ 0 w 8962098"/>
              <a:gd name="connsiteY33" fmla="*/ 1678885 h 2299842"/>
              <a:gd name="connsiteX34" fmla="*/ 0 w 8962098"/>
              <a:gd name="connsiteY34" fmla="*/ 1057927 h 2299842"/>
              <a:gd name="connsiteX35" fmla="*/ 0 w 8962098"/>
              <a:gd name="connsiteY35" fmla="*/ 0 h 2299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2299842" fill="none" extrusionOk="0">
                <a:moveTo>
                  <a:pt x="0" y="0"/>
                </a:moveTo>
                <a:cubicBezTo>
                  <a:pt x="298731" y="-4631"/>
                  <a:pt x="675027" y="14842"/>
                  <a:pt x="868634" y="0"/>
                </a:cubicBezTo>
                <a:cubicBezTo>
                  <a:pt x="1062241" y="-14842"/>
                  <a:pt x="1341089" y="11627"/>
                  <a:pt x="1468405" y="0"/>
                </a:cubicBezTo>
                <a:cubicBezTo>
                  <a:pt x="1595721" y="-11627"/>
                  <a:pt x="1710587" y="16825"/>
                  <a:pt x="1888935" y="0"/>
                </a:cubicBezTo>
                <a:cubicBezTo>
                  <a:pt x="2067283" y="-16825"/>
                  <a:pt x="2256441" y="4492"/>
                  <a:pt x="2488706" y="0"/>
                </a:cubicBezTo>
                <a:cubicBezTo>
                  <a:pt x="2720971" y="-4492"/>
                  <a:pt x="2827907" y="-11615"/>
                  <a:pt x="3088477" y="0"/>
                </a:cubicBezTo>
                <a:cubicBezTo>
                  <a:pt x="3349047" y="11615"/>
                  <a:pt x="3531027" y="33240"/>
                  <a:pt x="3867490" y="0"/>
                </a:cubicBezTo>
                <a:cubicBezTo>
                  <a:pt x="4203953" y="-33240"/>
                  <a:pt x="4118293" y="18316"/>
                  <a:pt x="4288019" y="0"/>
                </a:cubicBezTo>
                <a:cubicBezTo>
                  <a:pt x="4457745" y="-18316"/>
                  <a:pt x="4791706" y="-10920"/>
                  <a:pt x="4977411" y="0"/>
                </a:cubicBezTo>
                <a:cubicBezTo>
                  <a:pt x="5163116" y="10920"/>
                  <a:pt x="5378473" y="5305"/>
                  <a:pt x="5487562" y="0"/>
                </a:cubicBezTo>
                <a:cubicBezTo>
                  <a:pt x="5596651" y="-5305"/>
                  <a:pt x="5757792" y="5934"/>
                  <a:pt x="5908091" y="0"/>
                </a:cubicBezTo>
                <a:cubicBezTo>
                  <a:pt x="6058390" y="-5934"/>
                  <a:pt x="6535652" y="-26784"/>
                  <a:pt x="6776725" y="0"/>
                </a:cubicBezTo>
                <a:cubicBezTo>
                  <a:pt x="7017798" y="26784"/>
                  <a:pt x="7198419" y="-7531"/>
                  <a:pt x="7376496" y="0"/>
                </a:cubicBezTo>
                <a:cubicBezTo>
                  <a:pt x="7554573" y="7531"/>
                  <a:pt x="7832540" y="-5864"/>
                  <a:pt x="8155509" y="0"/>
                </a:cubicBezTo>
                <a:cubicBezTo>
                  <a:pt x="8478478" y="5864"/>
                  <a:pt x="8658734" y="-30889"/>
                  <a:pt x="8962098" y="0"/>
                </a:cubicBezTo>
                <a:cubicBezTo>
                  <a:pt x="8942082" y="226690"/>
                  <a:pt x="8978992" y="277139"/>
                  <a:pt x="8962098" y="528964"/>
                </a:cubicBezTo>
                <a:cubicBezTo>
                  <a:pt x="8945204" y="780789"/>
                  <a:pt x="8965512" y="840607"/>
                  <a:pt x="8962098" y="1080926"/>
                </a:cubicBezTo>
                <a:cubicBezTo>
                  <a:pt x="8958684" y="1321245"/>
                  <a:pt x="8939799" y="1392191"/>
                  <a:pt x="8962098" y="1609889"/>
                </a:cubicBezTo>
                <a:cubicBezTo>
                  <a:pt x="8984397" y="1827587"/>
                  <a:pt x="8988332" y="2036006"/>
                  <a:pt x="8962098" y="2299842"/>
                </a:cubicBezTo>
                <a:cubicBezTo>
                  <a:pt x="8687274" y="2313051"/>
                  <a:pt x="8494791" y="2298409"/>
                  <a:pt x="8362327" y="2299842"/>
                </a:cubicBezTo>
                <a:cubicBezTo>
                  <a:pt x="8229863" y="2301275"/>
                  <a:pt x="7913777" y="2291224"/>
                  <a:pt x="7762556" y="2299842"/>
                </a:cubicBezTo>
                <a:cubicBezTo>
                  <a:pt x="7611335" y="2308460"/>
                  <a:pt x="7339701" y="2315509"/>
                  <a:pt x="6983543" y="2299842"/>
                </a:cubicBezTo>
                <a:cubicBezTo>
                  <a:pt x="6627385" y="2284175"/>
                  <a:pt x="6543892" y="2270144"/>
                  <a:pt x="6383771" y="2299842"/>
                </a:cubicBezTo>
                <a:cubicBezTo>
                  <a:pt x="6223650" y="2329540"/>
                  <a:pt x="5764514" y="2280553"/>
                  <a:pt x="5604758" y="2299842"/>
                </a:cubicBezTo>
                <a:cubicBezTo>
                  <a:pt x="5445002" y="2319131"/>
                  <a:pt x="5345731" y="2323847"/>
                  <a:pt x="5094608" y="2299842"/>
                </a:cubicBezTo>
                <a:cubicBezTo>
                  <a:pt x="4843485" y="2275838"/>
                  <a:pt x="4833978" y="2310355"/>
                  <a:pt x="4584458" y="2299842"/>
                </a:cubicBezTo>
                <a:cubicBezTo>
                  <a:pt x="4334938" y="2289330"/>
                  <a:pt x="3996796" y="2267386"/>
                  <a:pt x="3805445" y="2299842"/>
                </a:cubicBezTo>
                <a:cubicBezTo>
                  <a:pt x="3614094" y="2332298"/>
                  <a:pt x="3362298" y="2292956"/>
                  <a:pt x="3205674" y="2299842"/>
                </a:cubicBezTo>
                <a:cubicBezTo>
                  <a:pt x="3049050" y="2306728"/>
                  <a:pt x="2714112" y="2282998"/>
                  <a:pt x="2516281" y="2299842"/>
                </a:cubicBezTo>
                <a:cubicBezTo>
                  <a:pt x="2318450" y="2316686"/>
                  <a:pt x="2190500" y="2297569"/>
                  <a:pt x="1916510" y="2299842"/>
                </a:cubicBezTo>
                <a:cubicBezTo>
                  <a:pt x="1642520" y="2302115"/>
                  <a:pt x="1631050" y="2290319"/>
                  <a:pt x="1495981" y="2299842"/>
                </a:cubicBezTo>
                <a:cubicBezTo>
                  <a:pt x="1360912" y="2309365"/>
                  <a:pt x="904943" y="2292518"/>
                  <a:pt x="627347" y="2299842"/>
                </a:cubicBezTo>
                <a:cubicBezTo>
                  <a:pt x="349751" y="2307166"/>
                  <a:pt x="215136" y="2298613"/>
                  <a:pt x="0" y="2299842"/>
                </a:cubicBezTo>
                <a:cubicBezTo>
                  <a:pt x="1788" y="2170176"/>
                  <a:pt x="-12606" y="1939154"/>
                  <a:pt x="0" y="1678885"/>
                </a:cubicBezTo>
                <a:cubicBezTo>
                  <a:pt x="12606" y="1418616"/>
                  <a:pt x="18755" y="1348157"/>
                  <a:pt x="0" y="1057927"/>
                </a:cubicBezTo>
                <a:cubicBezTo>
                  <a:pt x="-18755" y="767697"/>
                  <a:pt x="17227" y="214481"/>
                  <a:pt x="0" y="0"/>
                </a:cubicBezTo>
                <a:close/>
              </a:path>
              <a:path w="8962098" h="2299842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75370" y="269340"/>
                  <a:pt x="8967949" y="367725"/>
                  <a:pt x="8962098" y="620957"/>
                </a:cubicBezTo>
                <a:cubicBezTo>
                  <a:pt x="8956247" y="874189"/>
                  <a:pt x="8991816" y="1049689"/>
                  <a:pt x="8962098" y="1218916"/>
                </a:cubicBezTo>
                <a:cubicBezTo>
                  <a:pt x="8932380" y="1388143"/>
                  <a:pt x="8955631" y="1544425"/>
                  <a:pt x="8962098" y="1793877"/>
                </a:cubicBezTo>
                <a:cubicBezTo>
                  <a:pt x="8968565" y="2043329"/>
                  <a:pt x="8945218" y="2145712"/>
                  <a:pt x="8962098" y="2299842"/>
                </a:cubicBezTo>
                <a:cubicBezTo>
                  <a:pt x="8798611" y="2308478"/>
                  <a:pt x="8595103" y="2296086"/>
                  <a:pt x="8451948" y="2299842"/>
                </a:cubicBezTo>
                <a:cubicBezTo>
                  <a:pt x="8308793" y="2303599"/>
                  <a:pt x="7904099" y="2257581"/>
                  <a:pt x="7583314" y="2299842"/>
                </a:cubicBezTo>
                <a:cubicBezTo>
                  <a:pt x="7262529" y="2342103"/>
                  <a:pt x="7199930" y="2333671"/>
                  <a:pt x="6893922" y="2299842"/>
                </a:cubicBezTo>
                <a:cubicBezTo>
                  <a:pt x="6587914" y="2266013"/>
                  <a:pt x="6441786" y="2316196"/>
                  <a:pt x="6114908" y="2299842"/>
                </a:cubicBezTo>
                <a:cubicBezTo>
                  <a:pt x="5788030" y="2283488"/>
                  <a:pt x="5709265" y="2295501"/>
                  <a:pt x="5335895" y="2299842"/>
                </a:cubicBezTo>
                <a:cubicBezTo>
                  <a:pt x="4962525" y="2304183"/>
                  <a:pt x="4965753" y="2276776"/>
                  <a:pt x="4736124" y="2299842"/>
                </a:cubicBezTo>
                <a:cubicBezTo>
                  <a:pt x="4506495" y="2322908"/>
                  <a:pt x="4386838" y="2284913"/>
                  <a:pt x="4225974" y="2299842"/>
                </a:cubicBezTo>
                <a:cubicBezTo>
                  <a:pt x="4065110" y="2314772"/>
                  <a:pt x="3752473" y="2264368"/>
                  <a:pt x="3357340" y="2299842"/>
                </a:cubicBezTo>
                <a:cubicBezTo>
                  <a:pt x="2962207" y="2335316"/>
                  <a:pt x="3011953" y="2285389"/>
                  <a:pt x="2667948" y="2299842"/>
                </a:cubicBezTo>
                <a:cubicBezTo>
                  <a:pt x="2323943" y="2314295"/>
                  <a:pt x="2047871" y="2286655"/>
                  <a:pt x="1799314" y="2299842"/>
                </a:cubicBezTo>
                <a:cubicBezTo>
                  <a:pt x="1550757" y="2313029"/>
                  <a:pt x="1180727" y="2291117"/>
                  <a:pt x="1020300" y="2299842"/>
                </a:cubicBezTo>
                <a:cubicBezTo>
                  <a:pt x="859873" y="2308567"/>
                  <a:pt x="498026" y="2349888"/>
                  <a:pt x="0" y="2299842"/>
                </a:cubicBezTo>
                <a:cubicBezTo>
                  <a:pt x="-1882" y="2036976"/>
                  <a:pt x="13023" y="1848441"/>
                  <a:pt x="0" y="1724882"/>
                </a:cubicBezTo>
                <a:cubicBezTo>
                  <a:pt x="-13023" y="1601323"/>
                  <a:pt x="4139" y="1453472"/>
                  <a:pt x="0" y="1218916"/>
                </a:cubicBezTo>
                <a:cubicBezTo>
                  <a:pt x="-4139" y="984360"/>
                  <a:pt x="-11581" y="858999"/>
                  <a:pt x="0" y="689953"/>
                </a:cubicBezTo>
                <a:cubicBezTo>
                  <a:pt x="11581" y="520907"/>
                  <a:pt x="-17215" y="259944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sv-SE" altLang="ko-KR" sz="1000">
                <a:solidFill>
                  <a:srgbClr val="00B050"/>
                </a:solidFill>
              </a:rPr>
              <a:t>// x = lockable&lt;&gt; + std::vector&lt;int&gt;</a:t>
            </a:r>
          </a:p>
          <a:p>
            <a:r>
              <a:rPr lang="sv-SE" altLang="ko-KR" sz="1000" b="1"/>
              <a:t>lockable&lt;std::vector&lt;int&gt;&gt;</a:t>
            </a:r>
            <a:r>
              <a:rPr lang="sv-SE" altLang="ko-KR" sz="1000"/>
              <a:t> x;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- x</a:t>
            </a:r>
            <a:r>
              <a:rPr lang="ko-KR" altLang="en-US" sz="1000">
                <a:solidFill>
                  <a:srgbClr val="00B050"/>
                </a:solidFill>
              </a:rPr>
              <a:t>객체는 </a:t>
            </a:r>
            <a:r>
              <a:rPr lang="en-US" altLang="ko-KR" sz="1000">
                <a:solidFill>
                  <a:srgbClr val="00B050"/>
                </a:solidFill>
              </a:rPr>
              <a:t>lockable&lt;&gt;</a:t>
            </a:r>
            <a:r>
              <a:rPr lang="ko-KR" altLang="en-US" sz="1000">
                <a:solidFill>
                  <a:srgbClr val="00B050"/>
                </a:solidFill>
              </a:rPr>
              <a:t>객체이다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x.lock();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- </a:t>
            </a:r>
            <a:r>
              <a:rPr lang="ko-KR" altLang="en-US" sz="1000">
                <a:solidFill>
                  <a:srgbClr val="00B050"/>
                </a:solidFill>
              </a:rPr>
              <a:t>또 </a:t>
            </a:r>
            <a:r>
              <a:rPr lang="en-US" altLang="ko-KR" sz="1000">
                <a:solidFill>
                  <a:srgbClr val="00B050"/>
                </a:solidFill>
              </a:rPr>
              <a:t>x</a:t>
            </a:r>
            <a:r>
              <a:rPr lang="ko-KR" altLang="en-US" sz="1000">
                <a:solidFill>
                  <a:srgbClr val="00B050"/>
                </a:solidFill>
              </a:rPr>
              <a:t>객체는 </a:t>
            </a:r>
            <a:r>
              <a:rPr lang="en-US" altLang="ko-KR" sz="1000">
                <a:solidFill>
                  <a:srgbClr val="00B050"/>
                </a:solidFill>
              </a:rPr>
              <a:t>std::vector&lt;int&gt;</a:t>
            </a:r>
            <a:r>
              <a:rPr lang="ko-KR" altLang="en-US" sz="1000">
                <a:solidFill>
                  <a:srgbClr val="00B050"/>
                </a:solidFill>
              </a:rPr>
              <a:t>객체이기도 하다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x.push_back(1);</a:t>
            </a:r>
          </a:p>
          <a:p>
            <a:r>
              <a:rPr lang="en-US" altLang="ko-KR" sz="1000"/>
              <a:t>x.push_back(2);</a:t>
            </a:r>
          </a:p>
          <a:p>
            <a:r>
              <a:rPr lang="en-US" altLang="ko-KR" sz="1000"/>
              <a:t>x.push_back(3);</a:t>
            </a:r>
          </a:p>
          <a:p>
            <a:r>
              <a:rPr lang="en-US" altLang="ko-KR" sz="1000"/>
              <a:t>x.clear();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- x</a:t>
            </a:r>
            <a:r>
              <a:rPr lang="ko-KR" altLang="en-US" sz="1000">
                <a:solidFill>
                  <a:srgbClr val="00B050"/>
                </a:solidFill>
              </a:rPr>
              <a:t>객체 </a:t>
            </a:r>
            <a:r>
              <a:rPr lang="en-US" altLang="ko-KR" sz="1000">
                <a:solidFill>
                  <a:srgbClr val="00B050"/>
                </a:solidFill>
              </a:rPr>
              <a:t>unlock</a:t>
            </a:r>
          </a:p>
          <a:p>
            <a:r>
              <a:rPr lang="en-US" altLang="ko-KR" sz="1000"/>
              <a:t>x.unlock();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CE26B1-9C61-46BD-B71C-F0478556B332}"/>
              </a:ext>
            </a:extLst>
          </p:cNvPr>
          <p:cNvSpPr txBox="1"/>
          <p:nvPr/>
        </p:nvSpPr>
        <p:spPr>
          <a:xfrm>
            <a:off x="1416050" y="2793615"/>
            <a:ext cx="10249208" cy="926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0" indent="-2730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>
                <a:latin typeface="HY견명조" panose="02030600000101010101" pitchFamily="18" charset="-127"/>
                <a:ea typeface="HY견명조" panose="02030600000101010101" pitchFamily="18" charset="-127"/>
              </a:rPr>
              <a:t>일체화된 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CGDK::lockable&lt;&gt;</a:t>
            </a:r>
            <a:b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std::recursive_mutex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와 차이점은 클래스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lockable&lt;T&gt;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로 감싸서 생성하면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객체와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lock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객체를 합쳐 선언할 수 있다는 것이다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즉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,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lockable&lt;T&gt; == T + lockable&lt;&gt;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B3808F-17CB-41EA-A6A9-EB1AF7E6C6D5}"/>
              </a:ext>
            </a:extLst>
          </p:cNvPr>
          <p:cNvSpPr txBox="1"/>
          <p:nvPr/>
        </p:nvSpPr>
        <p:spPr>
          <a:xfrm>
            <a:off x="538480" y="15240"/>
            <a:ext cx="15399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EXECUTOR SYSTEM</a:t>
            </a:r>
            <a:endParaRPr lang="ko-KR" altLang="en-US" sz="12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089A029-6BD6-4268-A550-8FED7EBC242E}"/>
              </a:ext>
            </a:extLst>
          </p:cNvPr>
          <p:cNvSpPr/>
          <p:nvPr/>
        </p:nvSpPr>
        <p:spPr>
          <a:xfrm>
            <a:off x="203242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644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2036867" y="-12879"/>
            <a:ext cx="2025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lock.scoped_lock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D5946AA-D964-4A97-AA79-CC8D92B2D1E5}"/>
              </a:ext>
            </a:extLst>
          </p:cNvPr>
          <p:cNvSpPr/>
          <p:nvPr/>
        </p:nvSpPr>
        <p:spPr>
          <a:xfrm>
            <a:off x="1416049" y="574070"/>
            <a:ext cx="9338879" cy="649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indent="-2730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scoped</a:t>
            </a:r>
            <a:r>
              <a:rPr lang="ko-KR" altLang="en-US" sz="1400"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lock?</a:t>
            </a:r>
            <a:b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lock()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한 후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unlock()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하지 않는 경우가 아주 치명적인 문제가 발생할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78FB4F6-6912-40A5-BA48-7444385298CE}"/>
              </a:ext>
            </a:extLst>
          </p:cNvPr>
          <p:cNvSpPr/>
          <p:nvPr/>
        </p:nvSpPr>
        <p:spPr>
          <a:xfrm>
            <a:off x="1728513" y="3308254"/>
            <a:ext cx="98959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79307B4-79EA-4367-82CE-1A3843E1CE56}"/>
              </a:ext>
            </a:extLst>
          </p:cNvPr>
          <p:cNvSpPr/>
          <p:nvPr/>
        </p:nvSpPr>
        <p:spPr>
          <a:xfrm>
            <a:off x="1699446" y="1249149"/>
            <a:ext cx="8962098" cy="2761507"/>
          </a:xfrm>
          <a:custGeom>
            <a:avLst/>
            <a:gdLst>
              <a:gd name="connsiteX0" fmla="*/ 0 w 8962098"/>
              <a:gd name="connsiteY0" fmla="*/ 0 h 2761507"/>
              <a:gd name="connsiteX1" fmla="*/ 868634 w 8962098"/>
              <a:gd name="connsiteY1" fmla="*/ 0 h 2761507"/>
              <a:gd name="connsiteX2" fmla="*/ 1468405 w 8962098"/>
              <a:gd name="connsiteY2" fmla="*/ 0 h 2761507"/>
              <a:gd name="connsiteX3" fmla="*/ 1888935 w 8962098"/>
              <a:gd name="connsiteY3" fmla="*/ 0 h 2761507"/>
              <a:gd name="connsiteX4" fmla="*/ 2488706 w 8962098"/>
              <a:gd name="connsiteY4" fmla="*/ 0 h 2761507"/>
              <a:gd name="connsiteX5" fmla="*/ 3088477 w 8962098"/>
              <a:gd name="connsiteY5" fmla="*/ 0 h 2761507"/>
              <a:gd name="connsiteX6" fmla="*/ 3867490 w 8962098"/>
              <a:gd name="connsiteY6" fmla="*/ 0 h 2761507"/>
              <a:gd name="connsiteX7" fmla="*/ 4288019 w 8962098"/>
              <a:gd name="connsiteY7" fmla="*/ 0 h 2761507"/>
              <a:gd name="connsiteX8" fmla="*/ 4977411 w 8962098"/>
              <a:gd name="connsiteY8" fmla="*/ 0 h 2761507"/>
              <a:gd name="connsiteX9" fmla="*/ 5487562 w 8962098"/>
              <a:gd name="connsiteY9" fmla="*/ 0 h 2761507"/>
              <a:gd name="connsiteX10" fmla="*/ 5908091 w 8962098"/>
              <a:gd name="connsiteY10" fmla="*/ 0 h 2761507"/>
              <a:gd name="connsiteX11" fmla="*/ 6776725 w 8962098"/>
              <a:gd name="connsiteY11" fmla="*/ 0 h 2761507"/>
              <a:gd name="connsiteX12" fmla="*/ 7376496 w 8962098"/>
              <a:gd name="connsiteY12" fmla="*/ 0 h 2761507"/>
              <a:gd name="connsiteX13" fmla="*/ 8155509 w 8962098"/>
              <a:gd name="connsiteY13" fmla="*/ 0 h 2761507"/>
              <a:gd name="connsiteX14" fmla="*/ 8962098 w 8962098"/>
              <a:gd name="connsiteY14" fmla="*/ 0 h 2761507"/>
              <a:gd name="connsiteX15" fmla="*/ 8962098 w 8962098"/>
              <a:gd name="connsiteY15" fmla="*/ 635147 h 2761507"/>
              <a:gd name="connsiteX16" fmla="*/ 8962098 w 8962098"/>
              <a:gd name="connsiteY16" fmla="*/ 1297908 h 2761507"/>
              <a:gd name="connsiteX17" fmla="*/ 8962098 w 8962098"/>
              <a:gd name="connsiteY17" fmla="*/ 1933055 h 2761507"/>
              <a:gd name="connsiteX18" fmla="*/ 8962098 w 8962098"/>
              <a:gd name="connsiteY18" fmla="*/ 2761507 h 2761507"/>
              <a:gd name="connsiteX19" fmla="*/ 8362327 w 8962098"/>
              <a:gd name="connsiteY19" fmla="*/ 2761507 h 2761507"/>
              <a:gd name="connsiteX20" fmla="*/ 7762556 w 8962098"/>
              <a:gd name="connsiteY20" fmla="*/ 2761507 h 2761507"/>
              <a:gd name="connsiteX21" fmla="*/ 6983543 w 8962098"/>
              <a:gd name="connsiteY21" fmla="*/ 2761507 h 2761507"/>
              <a:gd name="connsiteX22" fmla="*/ 6383771 w 8962098"/>
              <a:gd name="connsiteY22" fmla="*/ 2761507 h 2761507"/>
              <a:gd name="connsiteX23" fmla="*/ 5604758 w 8962098"/>
              <a:gd name="connsiteY23" fmla="*/ 2761507 h 2761507"/>
              <a:gd name="connsiteX24" fmla="*/ 5094608 w 8962098"/>
              <a:gd name="connsiteY24" fmla="*/ 2761507 h 2761507"/>
              <a:gd name="connsiteX25" fmla="*/ 4584458 w 8962098"/>
              <a:gd name="connsiteY25" fmla="*/ 2761507 h 2761507"/>
              <a:gd name="connsiteX26" fmla="*/ 3805445 w 8962098"/>
              <a:gd name="connsiteY26" fmla="*/ 2761507 h 2761507"/>
              <a:gd name="connsiteX27" fmla="*/ 3205674 w 8962098"/>
              <a:gd name="connsiteY27" fmla="*/ 2761507 h 2761507"/>
              <a:gd name="connsiteX28" fmla="*/ 2516281 w 8962098"/>
              <a:gd name="connsiteY28" fmla="*/ 2761507 h 2761507"/>
              <a:gd name="connsiteX29" fmla="*/ 1916510 w 8962098"/>
              <a:gd name="connsiteY29" fmla="*/ 2761507 h 2761507"/>
              <a:gd name="connsiteX30" fmla="*/ 1495981 w 8962098"/>
              <a:gd name="connsiteY30" fmla="*/ 2761507 h 2761507"/>
              <a:gd name="connsiteX31" fmla="*/ 627347 w 8962098"/>
              <a:gd name="connsiteY31" fmla="*/ 2761507 h 2761507"/>
              <a:gd name="connsiteX32" fmla="*/ 0 w 8962098"/>
              <a:gd name="connsiteY32" fmla="*/ 2761507 h 2761507"/>
              <a:gd name="connsiteX33" fmla="*/ 0 w 8962098"/>
              <a:gd name="connsiteY33" fmla="*/ 2015900 h 2761507"/>
              <a:gd name="connsiteX34" fmla="*/ 0 w 8962098"/>
              <a:gd name="connsiteY34" fmla="*/ 1270293 h 2761507"/>
              <a:gd name="connsiteX35" fmla="*/ 0 w 8962098"/>
              <a:gd name="connsiteY35" fmla="*/ 0 h 2761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2761507" fill="none" extrusionOk="0">
                <a:moveTo>
                  <a:pt x="0" y="0"/>
                </a:moveTo>
                <a:cubicBezTo>
                  <a:pt x="298731" y="-4631"/>
                  <a:pt x="675027" y="14842"/>
                  <a:pt x="868634" y="0"/>
                </a:cubicBezTo>
                <a:cubicBezTo>
                  <a:pt x="1062241" y="-14842"/>
                  <a:pt x="1341089" y="11627"/>
                  <a:pt x="1468405" y="0"/>
                </a:cubicBezTo>
                <a:cubicBezTo>
                  <a:pt x="1595721" y="-11627"/>
                  <a:pt x="1710587" y="16825"/>
                  <a:pt x="1888935" y="0"/>
                </a:cubicBezTo>
                <a:cubicBezTo>
                  <a:pt x="2067283" y="-16825"/>
                  <a:pt x="2256441" y="4492"/>
                  <a:pt x="2488706" y="0"/>
                </a:cubicBezTo>
                <a:cubicBezTo>
                  <a:pt x="2720971" y="-4492"/>
                  <a:pt x="2827907" y="-11615"/>
                  <a:pt x="3088477" y="0"/>
                </a:cubicBezTo>
                <a:cubicBezTo>
                  <a:pt x="3349047" y="11615"/>
                  <a:pt x="3531027" y="33240"/>
                  <a:pt x="3867490" y="0"/>
                </a:cubicBezTo>
                <a:cubicBezTo>
                  <a:pt x="4203953" y="-33240"/>
                  <a:pt x="4118293" y="18316"/>
                  <a:pt x="4288019" y="0"/>
                </a:cubicBezTo>
                <a:cubicBezTo>
                  <a:pt x="4457745" y="-18316"/>
                  <a:pt x="4791706" y="-10920"/>
                  <a:pt x="4977411" y="0"/>
                </a:cubicBezTo>
                <a:cubicBezTo>
                  <a:pt x="5163116" y="10920"/>
                  <a:pt x="5378473" y="5305"/>
                  <a:pt x="5487562" y="0"/>
                </a:cubicBezTo>
                <a:cubicBezTo>
                  <a:pt x="5596651" y="-5305"/>
                  <a:pt x="5757792" y="5934"/>
                  <a:pt x="5908091" y="0"/>
                </a:cubicBezTo>
                <a:cubicBezTo>
                  <a:pt x="6058390" y="-5934"/>
                  <a:pt x="6535652" y="-26784"/>
                  <a:pt x="6776725" y="0"/>
                </a:cubicBezTo>
                <a:cubicBezTo>
                  <a:pt x="7017798" y="26784"/>
                  <a:pt x="7198419" y="-7531"/>
                  <a:pt x="7376496" y="0"/>
                </a:cubicBezTo>
                <a:cubicBezTo>
                  <a:pt x="7554573" y="7531"/>
                  <a:pt x="7832540" y="-5864"/>
                  <a:pt x="8155509" y="0"/>
                </a:cubicBezTo>
                <a:cubicBezTo>
                  <a:pt x="8478478" y="5864"/>
                  <a:pt x="8658734" y="-30889"/>
                  <a:pt x="8962098" y="0"/>
                </a:cubicBezTo>
                <a:cubicBezTo>
                  <a:pt x="8969739" y="153974"/>
                  <a:pt x="8987660" y="409772"/>
                  <a:pt x="8962098" y="635147"/>
                </a:cubicBezTo>
                <a:cubicBezTo>
                  <a:pt x="8936536" y="860522"/>
                  <a:pt x="8929674" y="1134633"/>
                  <a:pt x="8962098" y="1297908"/>
                </a:cubicBezTo>
                <a:cubicBezTo>
                  <a:pt x="8994522" y="1461183"/>
                  <a:pt x="8957949" y="1738829"/>
                  <a:pt x="8962098" y="1933055"/>
                </a:cubicBezTo>
                <a:cubicBezTo>
                  <a:pt x="8966247" y="2127281"/>
                  <a:pt x="8931949" y="2367250"/>
                  <a:pt x="8962098" y="2761507"/>
                </a:cubicBezTo>
                <a:cubicBezTo>
                  <a:pt x="8687274" y="2774716"/>
                  <a:pt x="8494791" y="2760074"/>
                  <a:pt x="8362327" y="2761507"/>
                </a:cubicBezTo>
                <a:cubicBezTo>
                  <a:pt x="8229863" y="2762940"/>
                  <a:pt x="7913777" y="2752889"/>
                  <a:pt x="7762556" y="2761507"/>
                </a:cubicBezTo>
                <a:cubicBezTo>
                  <a:pt x="7611335" y="2770125"/>
                  <a:pt x="7339701" y="2777174"/>
                  <a:pt x="6983543" y="2761507"/>
                </a:cubicBezTo>
                <a:cubicBezTo>
                  <a:pt x="6627385" y="2745840"/>
                  <a:pt x="6543892" y="2731809"/>
                  <a:pt x="6383771" y="2761507"/>
                </a:cubicBezTo>
                <a:cubicBezTo>
                  <a:pt x="6223650" y="2791205"/>
                  <a:pt x="5764514" y="2742218"/>
                  <a:pt x="5604758" y="2761507"/>
                </a:cubicBezTo>
                <a:cubicBezTo>
                  <a:pt x="5445002" y="2780796"/>
                  <a:pt x="5345731" y="2785512"/>
                  <a:pt x="5094608" y="2761507"/>
                </a:cubicBezTo>
                <a:cubicBezTo>
                  <a:pt x="4843485" y="2737503"/>
                  <a:pt x="4833978" y="2772020"/>
                  <a:pt x="4584458" y="2761507"/>
                </a:cubicBezTo>
                <a:cubicBezTo>
                  <a:pt x="4334938" y="2750995"/>
                  <a:pt x="3996796" y="2729051"/>
                  <a:pt x="3805445" y="2761507"/>
                </a:cubicBezTo>
                <a:cubicBezTo>
                  <a:pt x="3614094" y="2793963"/>
                  <a:pt x="3362298" y="2754621"/>
                  <a:pt x="3205674" y="2761507"/>
                </a:cubicBezTo>
                <a:cubicBezTo>
                  <a:pt x="3049050" y="2768393"/>
                  <a:pt x="2714112" y="2744663"/>
                  <a:pt x="2516281" y="2761507"/>
                </a:cubicBezTo>
                <a:cubicBezTo>
                  <a:pt x="2318450" y="2778351"/>
                  <a:pt x="2190500" y="2759234"/>
                  <a:pt x="1916510" y="2761507"/>
                </a:cubicBezTo>
                <a:cubicBezTo>
                  <a:pt x="1642520" y="2763780"/>
                  <a:pt x="1631050" y="2751984"/>
                  <a:pt x="1495981" y="2761507"/>
                </a:cubicBezTo>
                <a:cubicBezTo>
                  <a:pt x="1360912" y="2771030"/>
                  <a:pt x="904943" y="2754183"/>
                  <a:pt x="627347" y="2761507"/>
                </a:cubicBezTo>
                <a:cubicBezTo>
                  <a:pt x="349751" y="2768831"/>
                  <a:pt x="215136" y="2760278"/>
                  <a:pt x="0" y="2761507"/>
                </a:cubicBezTo>
                <a:cubicBezTo>
                  <a:pt x="-1432" y="2463150"/>
                  <a:pt x="-34336" y="2377894"/>
                  <a:pt x="0" y="2015900"/>
                </a:cubicBezTo>
                <a:cubicBezTo>
                  <a:pt x="34336" y="1653906"/>
                  <a:pt x="31983" y="1547377"/>
                  <a:pt x="0" y="1270293"/>
                </a:cubicBezTo>
                <a:cubicBezTo>
                  <a:pt x="-31983" y="993209"/>
                  <a:pt x="-51300" y="428792"/>
                  <a:pt x="0" y="0"/>
                </a:cubicBezTo>
                <a:close/>
              </a:path>
              <a:path w="8962098" h="2761507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65724" y="182425"/>
                  <a:pt x="8926163" y="465695"/>
                  <a:pt x="8962098" y="745607"/>
                </a:cubicBezTo>
                <a:cubicBezTo>
                  <a:pt x="8998033" y="1025519"/>
                  <a:pt x="8926634" y="1249517"/>
                  <a:pt x="8962098" y="1463599"/>
                </a:cubicBezTo>
                <a:cubicBezTo>
                  <a:pt x="8997562" y="1677681"/>
                  <a:pt x="8972909" y="1890937"/>
                  <a:pt x="8962098" y="2153975"/>
                </a:cubicBezTo>
                <a:cubicBezTo>
                  <a:pt x="8951287" y="2417013"/>
                  <a:pt x="8960637" y="2603886"/>
                  <a:pt x="8962098" y="2761507"/>
                </a:cubicBezTo>
                <a:cubicBezTo>
                  <a:pt x="8798611" y="2770143"/>
                  <a:pt x="8595103" y="2757751"/>
                  <a:pt x="8451948" y="2761507"/>
                </a:cubicBezTo>
                <a:cubicBezTo>
                  <a:pt x="8308793" y="2765264"/>
                  <a:pt x="7904099" y="2719246"/>
                  <a:pt x="7583314" y="2761507"/>
                </a:cubicBezTo>
                <a:cubicBezTo>
                  <a:pt x="7262529" y="2803768"/>
                  <a:pt x="7199930" y="2795336"/>
                  <a:pt x="6893922" y="2761507"/>
                </a:cubicBezTo>
                <a:cubicBezTo>
                  <a:pt x="6587914" y="2727678"/>
                  <a:pt x="6441786" y="2777861"/>
                  <a:pt x="6114908" y="2761507"/>
                </a:cubicBezTo>
                <a:cubicBezTo>
                  <a:pt x="5788030" y="2745153"/>
                  <a:pt x="5709265" y="2757166"/>
                  <a:pt x="5335895" y="2761507"/>
                </a:cubicBezTo>
                <a:cubicBezTo>
                  <a:pt x="4962525" y="2765848"/>
                  <a:pt x="4965753" y="2738441"/>
                  <a:pt x="4736124" y="2761507"/>
                </a:cubicBezTo>
                <a:cubicBezTo>
                  <a:pt x="4506495" y="2784573"/>
                  <a:pt x="4386838" y="2746578"/>
                  <a:pt x="4225974" y="2761507"/>
                </a:cubicBezTo>
                <a:cubicBezTo>
                  <a:pt x="4065110" y="2776437"/>
                  <a:pt x="3752473" y="2726033"/>
                  <a:pt x="3357340" y="2761507"/>
                </a:cubicBezTo>
                <a:cubicBezTo>
                  <a:pt x="2962207" y="2796981"/>
                  <a:pt x="3011953" y="2747054"/>
                  <a:pt x="2667948" y="2761507"/>
                </a:cubicBezTo>
                <a:cubicBezTo>
                  <a:pt x="2323943" y="2775960"/>
                  <a:pt x="2047871" y="2748320"/>
                  <a:pt x="1799314" y="2761507"/>
                </a:cubicBezTo>
                <a:cubicBezTo>
                  <a:pt x="1550757" y="2774694"/>
                  <a:pt x="1180727" y="2752782"/>
                  <a:pt x="1020300" y="2761507"/>
                </a:cubicBezTo>
                <a:cubicBezTo>
                  <a:pt x="859873" y="2770232"/>
                  <a:pt x="498026" y="2811553"/>
                  <a:pt x="0" y="2761507"/>
                </a:cubicBezTo>
                <a:cubicBezTo>
                  <a:pt x="-3173" y="2583154"/>
                  <a:pt x="-24651" y="2405930"/>
                  <a:pt x="0" y="2071130"/>
                </a:cubicBezTo>
                <a:cubicBezTo>
                  <a:pt x="24651" y="1736330"/>
                  <a:pt x="13259" y="1748939"/>
                  <a:pt x="0" y="1463599"/>
                </a:cubicBezTo>
                <a:cubicBezTo>
                  <a:pt x="-13259" y="1178259"/>
                  <a:pt x="-7546" y="1141297"/>
                  <a:pt x="0" y="828452"/>
                </a:cubicBezTo>
                <a:cubicBezTo>
                  <a:pt x="7546" y="515607"/>
                  <a:pt x="27553" y="384872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lockable&lt;&gt;</a:t>
            </a:r>
            <a:r>
              <a:rPr lang="ko-KR" altLang="en-US" sz="1000">
                <a:solidFill>
                  <a:srgbClr val="00B050"/>
                </a:solidFill>
              </a:rPr>
              <a:t>는 </a:t>
            </a:r>
            <a:r>
              <a:rPr lang="en-US" altLang="ko-KR" sz="1000">
                <a:solidFill>
                  <a:srgbClr val="00B050"/>
                </a:solidFill>
              </a:rPr>
              <a:t>std::recursive_mutex</a:t>
            </a:r>
            <a:r>
              <a:rPr lang="ko-KR" altLang="en-US" sz="1000">
                <a:solidFill>
                  <a:srgbClr val="00B050"/>
                </a:solidFill>
              </a:rPr>
              <a:t>와 동일하다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en-US" altLang="ko-KR" sz="1000"/>
          </a:p>
          <a:p>
            <a:pPr defTabSz="360000"/>
            <a:r>
              <a:rPr lang="en-US" altLang="ko-KR" sz="1000" b="1"/>
              <a:t>lockable&lt;&gt;</a:t>
            </a:r>
            <a:r>
              <a:rPr lang="en-US" altLang="ko-KR" sz="1000"/>
              <a:t> x;</a:t>
            </a:r>
          </a:p>
          <a:p>
            <a:pPr defTabSz="360000"/>
            <a:endParaRPr lang="en-US" altLang="ko-KR" sz="1000"/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- lock</a:t>
            </a:r>
            <a:r>
              <a:rPr lang="ko-KR" altLang="en-US" sz="1000">
                <a:solidFill>
                  <a:srgbClr val="00B050"/>
                </a:solidFill>
              </a:rPr>
              <a:t>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/>
              <a:t>x.lock();</a:t>
            </a:r>
          </a:p>
          <a:p>
            <a:pPr defTabSz="360000"/>
            <a:endParaRPr lang="en-US" altLang="ko-KR" sz="1000"/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- </a:t>
            </a:r>
            <a:r>
              <a:rPr lang="ko-KR" altLang="en-US" sz="1000">
                <a:solidFill>
                  <a:srgbClr val="00B050"/>
                </a:solidFill>
              </a:rPr>
              <a:t>여기서 </a:t>
            </a:r>
            <a:r>
              <a:rPr lang="en-US" altLang="ko-KR" sz="1000">
                <a:solidFill>
                  <a:srgbClr val="00B050"/>
                </a:solidFill>
              </a:rPr>
              <a:t>retur</a:t>
            </a:r>
            <a:r>
              <a:rPr lang="ko-KR" altLang="en-US" sz="1000">
                <a:solidFill>
                  <a:srgbClr val="00B050"/>
                </a:solidFill>
              </a:rPr>
              <a:t>해버리면</a:t>
            </a:r>
            <a:r>
              <a:rPr lang="en-US" altLang="ko-KR" sz="1000">
                <a:solidFill>
                  <a:srgbClr val="00B050"/>
                </a:solidFill>
              </a:rPr>
              <a:t>?? unlock()</a:t>
            </a:r>
            <a:r>
              <a:rPr lang="ko-KR" altLang="en-US" sz="1000">
                <a:solidFill>
                  <a:srgbClr val="00B050"/>
                </a:solidFill>
              </a:rPr>
              <a:t>을 실행하지 못한다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if</a:t>
            </a:r>
            <a:r>
              <a:rPr lang="en-US" altLang="ko-KR" sz="1000"/>
              <a:t>(is_failure)</a:t>
            </a:r>
          </a:p>
          <a:p>
            <a:pPr defTabSz="360000"/>
            <a:r>
              <a:rPr lang="en-US" altLang="ko-KR" sz="1000"/>
              <a:t>	</a:t>
            </a:r>
            <a:r>
              <a:rPr lang="en-US" altLang="ko-KR" sz="1000">
                <a:solidFill>
                  <a:srgbClr val="0000FF"/>
                </a:solidFill>
              </a:rPr>
              <a:t>return false</a:t>
            </a:r>
            <a:r>
              <a:rPr lang="en-US" altLang="ko-KR" sz="1000"/>
              <a:t>;</a:t>
            </a:r>
          </a:p>
          <a:p>
            <a:pPr defTabSz="360000"/>
            <a:endParaRPr lang="en-US" altLang="ko-KR" sz="1000"/>
          </a:p>
          <a:p>
            <a:pPr defTabSz="360000"/>
            <a:r>
              <a:rPr lang="en-US" altLang="ko-KR" sz="1000"/>
              <a:t>…</a:t>
            </a:r>
          </a:p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if</a:t>
            </a:r>
            <a:r>
              <a:rPr lang="en-US" altLang="ko-KR" sz="1000"/>
              <a:t>(is_exception)</a:t>
            </a:r>
          </a:p>
          <a:p>
            <a:pPr defTabSz="360000"/>
            <a:r>
              <a:rPr lang="en-US" altLang="ko-KR" sz="1000"/>
              <a:t>	</a:t>
            </a:r>
            <a:r>
              <a:rPr lang="en-US" altLang="ko-KR" sz="1000">
                <a:solidFill>
                  <a:srgbClr val="0000FF"/>
                </a:solidFill>
              </a:rPr>
              <a:t>throw std::exception()</a:t>
            </a:r>
            <a:r>
              <a:rPr lang="en-US" altLang="ko-KR" sz="1000"/>
              <a:t>;</a:t>
            </a:r>
          </a:p>
          <a:p>
            <a:pPr defTabSz="360000"/>
            <a:r>
              <a:rPr lang="en-US" altLang="ko-KR" sz="1000"/>
              <a:t>…</a:t>
            </a:r>
          </a:p>
          <a:p>
            <a:pPr defTabSz="360000"/>
            <a:endParaRPr lang="en-US" altLang="ko-KR" sz="1000"/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- unlock</a:t>
            </a:r>
            <a:r>
              <a:rPr lang="ko-KR" altLang="en-US" sz="1000">
                <a:solidFill>
                  <a:srgbClr val="00B050"/>
                </a:solidFill>
              </a:rPr>
              <a:t>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/>
              <a:t>x.unlock();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A996084-AE4F-41FC-8925-8C3E2590E49D}"/>
              </a:ext>
            </a:extLst>
          </p:cNvPr>
          <p:cNvSpPr/>
          <p:nvPr/>
        </p:nvSpPr>
        <p:spPr>
          <a:xfrm>
            <a:off x="1699446" y="4149615"/>
            <a:ext cx="9338879" cy="880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lock()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한 후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unlock()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전에 리턴해 버리거나 중간에 예외가 발생하여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unlock()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호출하지 않고 빠져나갈 경우</a:t>
            </a: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문제가 발생할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따라서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코드를 아래 처럼 꼼꼼해 해줘야 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19E419B-1ABC-4E57-A603-6F33FC0E1720}"/>
              </a:ext>
            </a:extLst>
          </p:cNvPr>
          <p:cNvSpPr/>
          <p:nvPr/>
        </p:nvSpPr>
        <p:spPr>
          <a:xfrm>
            <a:off x="4191784" y="2438025"/>
            <a:ext cx="525701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여기서 리턴하면 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x.unlock()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이 실행되지 않는다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endParaRPr lang="ko-KR" altLang="en-US" sz="1200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8981F673-C24E-43BF-B206-9D5D7F784815}"/>
              </a:ext>
            </a:extLst>
          </p:cNvPr>
          <p:cNvCxnSpPr>
            <a:cxnSpLocks/>
            <a:stCxn id="27" idx="1"/>
          </p:cNvCxnSpPr>
          <p:nvPr/>
        </p:nvCxnSpPr>
        <p:spPr>
          <a:xfrm flipH="1" flipV="1">
            <a:off x="3131820" y="2567943"/>
            <a:ext cx="1059964" cy="8582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7EDF96A-F2D9-4ACF-B4F4-8BAC17AC638D}"/>
              </a:ext>
            </a:extLst>
          </p:cNvPr>
          <p:cNvSpPr/>
          <p:nvPr/>
        </p:nvSpPr>
        <p:spPr>
          <a:xfrm>
            <a:off x="4191784" y="2838410"/>
            <a:ext cx="525701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여기서 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exception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이 던져지면 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x.unlock()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이 실행되지 않는다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endParaRPr lang="ko-KR" altLang="en-US" sz="120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357EEF72-64F6-4C71-AAA3-BCEFDE29E4C9}"/>
              </a:ext>
            </a:extLst>
          </p:cNvPr>
          <p:cNvCxnSpPr>
            <a:cxnSpLocks/>
            <a:stCxn id="29" idx="1"/>
          </p:cNvCxnSpPr>
          <p:nvPr/>
        </p:nvCxnSpPr>
        <p:spPr>
          <a:xfrm flipH="1">
            <a:off x="3611880" y="2976910"/>
            <a:ext cx="579904" cy="193010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9E3D2CE-908F-433B-8A53-B5C49C7DA28F}"/>
              </a:ext>
            </a:extLst>
          </p:cNvPr>
          <p:cNvSpPr txBox="1"/>
          <p:nvPr/>
        </p:nvSpPr>
        <p:spPr>
          <a:xfrm>
            <a:off x="538480" y="15240"/>
            <a:ext cx="15399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EXECUTOR SYSTEM</a:t>
            </a:r>
            <a:endParaRPr lang="ko-KR" altLang="en-US" sz="1200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7FD0EB3-DE21-4668-B825-2E770614F696}"/>
              </a:ext>
            </a:extLst>
          </p:cNvPr>
          <p:cNvSpPr/>
          <p:nvPr/>
        </p:nvSpPr>
        <p:spPr>
          <a:xfrm>
            <a:off x="203242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86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2036867" y="-12879"/>
            <a:ext cx="2025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lock.scoped_lock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78FB4F6-6912-40A5-BA48-7444385298CE}"/>
              </a:ext>
            </a:extLst>
          </p:cNvPr>
          <p:cNvSpPr/>
          <p:nvPr/>
        </p:nvSpPr>
        <p:spPr>
          <a:xfrm>
            <a:off x="1728513" y="3270154"/>
            <a:ext cx="98959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79307B4-79EA-4367-82CE-1A3843E1CE56}"/>
              </a:ext>
            </a:extLst>
          </p:cNvPr>
          <p:cNvSpPr/>
          <p:nvPr/>
        </p:nvSpPr>
        <p:spPr>
          <a:xfrm>
            <a:off x="1699446" y="738609"/>
            <a:ext cx="8962098" cy="4762055"/>
          </a:xfrm>
          <a:custGeom>
            <a:avLst/>
            <a:gdLst>
              <a:gd name="connsiteX0" fmla="*/ 0 w 8962098"/>
              <a:gd name="connsiteY0" fmla="*/ 0 h 4762055"/>
              <a:gd name="connsiteX1" fmla="*/ 599771 w 8962098"/>
              <a:gd name="connsiteY1" fmla="*/ 0 h 4762055"/>
              <a:gd name="connsiteX2" fmla="*/ 1289163 w 8962098"/>
              <a:gd name="connsiteY2" fmla="*/ 0 h 4762055"/>
              <a:gd name="connsiteX3" fmla="*/ 1799314 w 8962098"/>
              <a:gd name="connsiteY3" fmla="*/ 0 h 4762055"/>
              <a:gd name="connsiteX4" fmla="*/ 2219843 w 8962098"/>
              <a:gd name="connsiteY4" fmla="*/ 0 h 4762055"/>
              <a:gd name="connsiteX5" fmla="*/ 3088477 w 8962098"/>
              <a:gd name="connsiteY5" fmla="*/ 0 h 4762055"/>
              <a:gd name="connsiteX6" fmla="*/ 3688248 w 8962098"/>
              <a:gd name="connsiteY6" fmla="*/ 0 h 4762055"/>
              <a:gd name="connsiteX7" fmla="*/ 4467261 w 8962098"/>
              <a:gd name="connsiteY7" fmla="*/ 0 h 4762055"/>
              <a:gd name="connsiteX8" fmla="*/ 5156653 w 8962098"/>
              <a:gd name="connsiteY8" fmla="*/ 0 h 4762055"/>
              <a:gd name="connsiteX9" fmla="*/ 5666804 w 8962098"/>
              <a:gd name="connsiteY9" fmla="*/ 0 h 4762055"/>
              <a:gd name="connsiteX10" fmla="*/ 6087333 w 8962098"/>
              <a:gd name="connsiteY10" fmla="*/ 0 h 4762055"/>
              <a:gd name="connsiteX11" fmla="*/ 6955967 w 8962098"/>
              <a:gd name="connsiteY11" fmla="*/ 0 h 4762055"/>
              <a:gd name="connsiteX12" fmla="*/ 7645359 w 8962098"/>
              <a:gd name="connsiteY12" fmla="*/ 0 h 4762055"/>
              <a:gd name="connsiteX13" fmla="*/ 8962098 w 8962098"/>
              <a:gd name="connsiteY13" fmla="*/ 0 h 4762055"/>
              <a:gd name="connsiteX14" fmla="*/ 8962098 w 8962098"/>
              <a:gd name="connsiteY14" fmla="*/ 537432 h 4762055"/>
              <a:gd name="connsiteX15" fmla="*/ 8962098 w 8962098"/>
              <a:gd name="connsiteY15" fmla="*/ 1265346 h 4762055"/>
              <a:gd name="connsiteX16" fmla="*/ 8962098 w 8962098"/>
              <a:gd name="connsiteY16" fmla="*/ 1993260 h 4762055"/>
              <a:gd name="connsiteX17" fmla="*/ 8962098 w 8962098"/>
              <a:gd name="connsiteY17" fmla="*/ 2768795 h 4762055"/>
              <a:gd name="connsiteX18" fmla="*/ 8962098 w 8962098"/>
              <a:gd name="connsiteY18" fmla="*/ 3544330 h 4762055"/>
              <a:gd name="connsiteX19" fmla="*/ 8962098 w 8962098"/>
              <a:gd name="connsiteY19" fmla="*/ 4762055 h 4762055"/>
              <a:gd name="connsiteX20" fmla="*/ 8272706 w 8962098"/>
              <a:gd name="connsiteY20" fmla="*/ 4762055 h 4762055"/>
              <a:gd name="connsiteX21" fmla="*/ 7672935 w 8962098"/>
              <a:gd name="connsiteY21" fmla="*/ 4762055 h 4762055"/>
              <a:gd name="connsiteX22" fmla="*/ 6983543 w 8962098"/>
              <a:gd name="connsiteY22" fmla="*/ 4762055 h 4762055"/>
              <a:gd name="connsiteX23" fmla="*/ 6383771 w 8962098"/>
              <a:gd name="connsiteY23" fmla="*/ 4762055 h 4762055"/>
              <a:gd name="connsiteX24" fmla="*/ 5963242 w 8962098"/>
              <a:gd name="connsiteY24" fmla="*/ 4762055 h 4762055"/>
              <a:gd name="connsiteX25" fmla="*/ 5094608 w 8962098"/>
              <a:gd name="connsiteY25" fmla="*/ 4762055 h 4762055"/>
              <a:gd name="connsiteX26" fmla="*/ 4584458 w 8962098"/>
              <a:gd name="connsiteY26" fmla="*/ 4762055 h 4762055"/>
              <a:gd name="connsiteX27" fmla="*/ 3715824 w 8962098"/>
              <a:gd name="connsiteY27" fmla="*/ 4762055 h 4762055"/>
              <a:gd name="connsiteX28" fmla="*/ 3026432 w 8962098"/>
              <a:gd name="connsiteY28" fmla="*/ 4762055 h 4762055"/>
              <a:gd name="connsiteX29" fmla="*/ 2337039 w 8962098"/>
              <a:gd name="connsiteY29" fmla="*/ 4762055 h 4762055"/>
              <a:gd name="connsiteX30" fmla="*/ 1737268 w 8962098"/>
              <a:gd name="connsiteY30" fmla="*/ 4762055 h 4762055"/>
              <a:gd name="connsiteX31" fmla="*/ 1137497 w 8962098"/>
              <a:gd name="connsiteY31" fmla="*/ 4762055 h 4762055"/>
              <a:gd name="connsiteX32" fmla="*/ 0 w 8962098"/>
              <a:gd name="connsiteY32" fmla="*/ 4762055 h 4762055"/>
              <a:gd name="connsiteX33" fmla="*/ 0 w 8962098"/>
              <a:gd name="connsiteY33" fmla="*/ 4081761 h 4762055"/>
              <a:gd name="connsiteX34" fmla="*/ 0 w 8962098"/>
              <a:gd name="connsiteY34" fmla="*/ 3401468 h 4762055"/>
              <a:gd name="connsiteX35" fmla="*/ 0 w 8962098"/>
              <a:gd name="connsiteY35" fmla="*/ 2625933 h 4762055"/>
              <a:gd name="connsiteX36" fmla="*/ 0 w 8962098"/>
              <a:gd name="connsiteY36" fmla="*/ 2088501 h 4762055"/>
              <a:gd name="connsiteX37" fmla="*/ 0 w 8962098"/>
              <a:gd name="connsiteY37" fmla="*/ 1455828 h 4762055"/>
              <a:gd name="connsiteX38" fmla="*/ 0 w 8962098"/>
              <a:gd name="connsiteY38" fmla="*/ 775535 h 4762055"/>
              <a:gd name="connsiteX39" fmla="*/ 0 w 8962098"/>
              <a:gd name="connsiteY39" fmla="*/ 0 h 4762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8962098" h="4762055" fill="none" extrusionOk="0">
                <a:moveTo>
                  <a:pt x="0" y="0"/>
                </a:moveTo>
                <a:cubicBezTo>
                  <a:pt x="271116" y="19282"/>
                  <a:pt x="357905" y="25857"/>
                  <a:pt x="599771" y="0"/>
                </a:cubicBezTo>
                <a:cubicBezTo>
                  <a:pt x="841637" y="-25857"/>
                  <a:pt x="1103458" y="-10920"/>
                  <a:pt x="1289163" y="0"/>
                </a:cubicBezTo>
                <a:cubicBezTo>
                  <a:pt x="1474868" y="10920"/>
                  <a:pt x="1690225" y="5305"/>
                  <a:pt x="1799314" y="0"/>
                </a:cubicBezTo>
                <a:cubicBezTo>
                  <a:pt x="1908403" y="-5305"/>
                  <a:pt x="2069544" y="5934"/>
                  <a:pt x="2219843" y="0"/>
                </a:cubicBezTo>
                <a:cubicBezTo>
                  <a:pt x="2370142" y="-5934"/>
                  <a:pt x="2847404" y="-26784"/>
                  <a:pt x="3088477" y="0"/>
                </a:cubicBezTo>
                <a:cubicBezTo>
                  <a:pt x="3329550" y="26784"/>
                  <a:pt x="3510171" y="-7531"/>
                  <a:pt x="3688248" y="0"/>
                </a:cubicBezTo>
                <a:cubicBezTo>
                  <a:pt x="3866325" y="7531"/>
                  <a:pt x="4144292" y="-5864"/>
                  <a:pt x="4467261" y="0"/>
                </a:cubicBezTo>
                <a:cubicBezTo>
                  <a:pt x="4790230" y="5864"/>
                  <a:pt x="4969500" y="22350"/>
                  <a:pt x="5156653" y="0"/>
                </a:cubicBezTo>
                <a:cubicBezTo>
                  <a:pt x="5343806" y="-22350"/>
                  <a:pt x="5469728" y="-1060"/>
                  <a:pt x="5666804" y="0"/>
                </a:cubicBezTo>
                <a:cubicBezTo>
                  <a:pt x="5863880" y="1060"/>
                  <a:pt x="5995683" y="2799"/>
                  <a:pt x="6087333" y="0"/>
                </a:cubicBezTo>
                <a:cubicBezTo>
                  <a:pt x="6178983" y="-2799"/>
                  <a:pt x="6597990" y="-20624"/>
                  <a:pt x="6955967" y="0"/>
                </a:cubicBezTo>
                <a:cubicBezTo>
                  <a:pt x="7313944" y="20624"/>
                  <a:pt x="7388530" y="-12022"/>
                  <a:pt x="7645359" y="0"/>
                </a:cubicBezTo>
                <a:cubicBezTo>
                  <a:pt x="7902188" y="12022"/>
                  <a:pt x="8501786" y="41421"/>
                  <a:pt x="8962098" y="0"/>
                </a:cubicBezTo>
                <a:cubicBezTo>
                  <a:pt x="8940548" y="118031"/>
                  <a:pt x="8964106" y="311488"/>
                  <a:pt x="8962098" y="537432"/>
                </a:cubicBezTo>
                <a:cubicBezTo>
                  <a:pt x="8960090" y="763376"/>
                  <a:pt x="8949383" y="1047368"/>
                  <a:pt x="8962098" y="1265346"/>
                </a:cubicBezTo>
                <a:cubicBezTo>
                  <a:pt x="8974813" y="1483324"/>
                  <a:pt x="8976540" y="1749860"/>
                  <a:pt x="8962098" y="1993260"/>
                </a:cubicBezTo>
                <a:cubicBezTo>
                  <a:pt x="8947656" y="2236660"/>
                  <a:pt x="8993137" y="2587109"/>
                  <a:pt x="8962098" y="2768795"/>
                </a:cubicBezTo>
                <a:cubicBezTo>
                  <a:pt x="8931059" y="2950481"/>
                  <a:pt x="8933356" y="3317563"/>
                  <a:pt x="8962098" y="3544330"/>
                </a:cubicBezTo>
                <a:cubicBezTo>
                  <a:pt x="8990840" y="3771098"/>
                  <a:pt x="8994509" y="4367726"/>
                  <a:pt x="8962098" y="4762055"/>
                </a:cubicBezTo>
                <a:cubicBezTo>
                  <a:pt x="8746900" y="4749598"/>
                  <a:pt x="8471491" y="4749738"/>
                  <a:pt x="8272706" y="4762055"/>
                </a:cubicBezTo>
                <a:cubicBezTo>
                  <a:pt x="8073921" y="4774372"/>
                  <a:pt x="7829559" y="4755169"/>
                  <a:pt x="7672935" y="4762055"/>
                </a:cubicBezTo>
                <a:cubicBezTo>
                  <a:pt x="7516311" y="4768941"/>
                  <a:pt x="7178074" y="4740761"/>
                  <a:pt x="6983543" y="4762055"/>
                </a:cubicBezTo>
                <a:cubicBezTo>
                  <a:pt x="6789012" y="4783349"/>
                  <a:pt x="6658510" y="4759986"/>
                  <a:pt x="6383771" y="4762055"/>
                </a:cubicBezTo>
                <a:cubicBezTo>
                  <a:pt x="6109032" y="4764124"/>
                  <a:pt x="6098311" y="4752532"/>
                  <a:pt x="5963242" y="4762055"/>
                </a:cubicBezTo>
                <a:cubicBezTo>
                  <a:pt x="5828173" y="4771578"/>
                  <a:pt x="5372204" y="4754731"/>
                  <a:pt x="5094608" y="4762055"/>
                </a:cubicBezTo>
                <a:cubicBezTo>
                  <a:pt x="4817012" y="4769379"/>
                  <a:pt x="4838280" y="4766872"/>
                  <a:pt x="4584458" y="4762055"/>
                </a:cubicBezTo>
                <a:cubicBezTo>
                  <a:pt x="4330636" y="4757239"/>
                  <a:pt x="3998311" y="4736323"/>
                  <a:pt x="3715824" y="4762055"/>
                </a:cubicBezTo>
                <a:cubicBezTo>
                  <a:pt x="3433337" y="4787787"/>
                  <a:pt x="3277339" y="4757085"/>
                  <a:pt x="3026432" y="4762055"/>
                </a:cubicBezTo>
                <a:cubicBezTo>
                  <a:pt x="2775525" y="4767025"/>
                  <a:pt x="2656888" y="4772657"/>
                  <a:pt x="2337039" y="4762055"/>
                </a:cubicBezTo>
                <a:cubicBezTo>
                  <a:pt x="2017190" y="4751453"/>
                  <a:pt x="1970929" y="4790297"/>
                  <a:pt x="1737268" y="4762055"/>
                </a:cubicBezTo>
                <a:cubicBezTo>
                  <a:pt x="1503607" y="4733813"/>
                  <a:pt x="1412030" y="4749751"/>
                  <a:pt x="1137497" y="4762055"/>
                </a:cubicBezTo>
                <a:cubicBezTo>
                  <a:pt x="862964" y="4774359"/>
                  <a:pt x="511888" y="4811872"/>
                  <a:pt x="0" y="4762055"/>
                </a:cubicBezTo>
                <a:cubicBezTo>
                  <a:pt x="-22606" y="4532447"/>
                  <a:pt x="10008" y="4418821"/>
                  <a:pt x="0" y="4081761"/>
                </a:cubicBezTo>
                <a:cubicBezTo>
                  <a:pt x="-10008" y="3744701"/>
                  <a:pt x="20944" y="3574157"/>
                  <a:pt x="0" y="3401468"/>
                </a:cubicBezTo>
                <a:cubicBezTo>
                  <a:pt x="-20944" y="3228779"/>
                  <a:pt x="25767" y="2988243"/>
                  <a:pt x="0" y="2625933"/>
                </a:cubicBezTo>
                <a:cubicBezTo>
                  <a:pt x="-25767" y="2263624"/>
                  <a:pt x="12503" y="2268657"/>
                  <a:pt x="0" y="2088501"/>
                </a:cubicBezTo>
                <a:cubicBezTo>
                  <a:pt x="-12503" y="1908345"/>
                  <a:pt x="-30219" y="1587615"/>
                  <a:pt x="0" y="1455828"/>
                </a:cubicBezTo>
                <a:cubicBezTo>
                  <a:pt x="30219" y="1324041"/>
                  <a:pt x="-19887" y="985248"/>
                  <a:pt x="0" y="775535"/>
                </a:cubicBezTo>
                <a:cubicBezTo>
                  <a:pt x="19887" y="565822"/>
                  <a:pt x="22834" y="361439"/>
                  <a:pt x="0" y="0"/>
                </a:cubicBezTo>
                <a:close/>
              </a:path>
              <a:path w="8962098" h="4762055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32543" y="370278"/>
                  <a:pt x="8927265" y="433909"/>
                  <a:pt x="8962098" y="775535"/>
                </a:cubicBezTo>
                <a:cubicBezTo>
                  <a:pt x="8996931" y="1117161"/>
                  <a:pt x="8974576" y="1188378"/>
                  <a:pt x="8962098" y="1503449"/>
                </a:cubicBezTo>
                <a:cubicBezTo>
                  <a:pt x="8949620" y="1818520"/>
                  <a:pt x="8941469" y="2032658"/>
                  <a:pt x="8962098" y="2183742"/>
                </a:cubicBezTo>
                <a:cubicBezTo>
                  <a:pt x="8982727" y="2334826"/>
                  <a:pt x="8977277" y="2612168"/>
                  <a:pt x="8962098" y="2721174"/>
                </a:cubicBezTo>
                <a:cubicBezTo>
                  <a:pt x="8946919" y="2830180"/>
                  <a:pt x="8935818" y="3039257"/>
                  <a:pt x="8962098" y="3306227"/>
                </a:cubicBezTo>
                <a:cubicBezTo>
                  <a:pt x="8988378" y="3573197"/>
                  <a:pt x="8974005" y="3838743"/>
                  <a:pt x="8962098" y="4034141"/>
                </a:cubicBezTo>
                <a:cubicBezTo>
                  <a:pt x="8950191" y="4229539"/>
                  <a:pt x="8936224" y="4540159"/>
                  <a:pt x="8962098" y="4762055"/>
                </a:cubicBezTo>
                <a:cubicBezTo>
                  <a:pt x="8688803" y="4749511"/>
                  <a:pt x="8526449" y="4756435"/>
                  <a:pt x="8272706" y="4762055"/>
                </a:cubicBezTo>
                <a:cubicBezTo>
                  <a:pt x="8018963" y="4767675"/>
                  <a:pt x="7867063" y="4757714"/>
                  <a:pt x="7493693" y="4762055"/>
                </a:cubicBezTo>
                <a:cubicBezTo>
                  <a:pt x="7120323" y="4766396"/>
                  <a:pt x="7123551" y="4738989"/>
                  <a:pt x="6893922" y="4762055"/>
                </a:cubicBezTo>
                <a:cubicBezTo>
                  <a:pt x="6664293" y="4785121"/>
                  <a:pt x="6546406" y="4748000"/>
                  <a:pt x="6383771" y="4762055"/>
                </a:cubicBezTo>
                <a:cubicBezTo>
                  <a:pt x="6221136" y="4776110"/>
                  <a:pt x="5910270" y="4726581"/>
                  <a:pt x="5515137" y="4762055"/>
                </a:cubicBezTo>
                <a:cubicBezTo>
                  <a:pt x="5120004" y="4797529"/>
                  <a:pt x="5169750" y="4747602"/>
                  <a:pt x="4825745" y="4762055"/>
                </a:cubicBezTo>
                <a:cubicBezTo>
                  <a:pt x="4481740" y="4776508"/>
                  <a:pt x="4205668" y="4748868"/>
                  <a:pt x="3957111" y="4762055"/>
                </a:cubicBezTo>
                <a:cubicBezTo>
                  <a:pt x="3708554" y="4775242"/>
                  <a:pt x="3338244" y="4749596"/>
                  <a:pt x="3178098" y="4762055"/>
                </a:cubicBezTo>
                <a:cubicBezTo>
                  <a:pt x="3017952" y="4774514"/>
                  <a:pt x="2915702" y="4786594"/>
                  <a:pt x="2667948" y="4762055"/>
                </a:cubicBezTo>
                <a:cubicBezTo>
                  <a:pt x="2420194" y="4737517"/>
                  <a:pt x="2183589" y="4774135"/>
                  <a:pt x="1978555" y="4762055"/>
                </a:cubicBezTo>
                <a:cubicBezTo>
                  <a:pt x="1773521" y="4749975"/>
                  <a:pt x="1598654" y="4732097"/>
                  <a:pt x="1378784" y="4762055"/>
                </a:cubicBezTo>
                <a:cubicBezTo>
                  <a:pt x="1158914" y="4792013"/>
                  <a:pt x="279128" y="4761602"/>
                  <a:pt x="0" y="4762055"/>
                </a:cubicBezTo>
                <a:cubicBezTo>
                  <a:pt x="-1191" y="4459840"/>
                  <a:pt x="23609" y="4278331"/>
                  <a:pt x="0" y="4129382"/>
                </a:cubicBezTo>
                <a:cubicBezTo>
                  <a:pt x="-23609" y="3980433"/>
                  <a:pt x="-1372" y="3512895"/>
                  <a:pt x="0" y="3353847"/>
                </a:cubicBezTo>
                <a:cubicBezTo>
                  <a:pt x="1372" y="3194800"/>
                  <a:pt x="-24482" y="2929116"/>
                  <a:pt x="0" y="2816415"/>
                </a:cubicBezTo>
                <a:cubicBezTo>
                  <a:pt x="24482" y="2703714"/>
                  <a:pt x="14584" y="2504522"/>
                  <a:pt x="0" y="2278983"/>
                </a:cubicBezTo>
                <a:cubicBezTo>
                  <a:pt x="-14584" y="2053444"/>
                  <a:pt x="7286" y="1898980"/>
                  <a:pt x="0" y="1693931"/>
                </a:cubicBezTo>
                <a:cubicBezTo>
                  <a:pt x="-7286" y="1488882"/>
                  <a:pt x="15444" y="1252094"/>
                  <a:pt x="0" y="1061258"/>
                </a:cubicBezTo>
                <a:cubicBezTo>
                  <a:pt x="-15444" y="870422"/>
                  <a:pt x="50755" y="245225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lockable&lt;&gt;</a:t>
            </a:r>
            <a:r>
              <a:rPr lang="ko-KR" altLang="en-US" sz="1000">
                <a:solidFill>
                  <a:srgbClr val="00B050"/>
                </a:solidFill>
              </a:rPr>
              <a:t>는 </a:t>
            </a:r>
            <a:r>
              <a:rPr lang="en-US" altLang="ko-KR" sz="1000">
                <a:solidFill>
                  <a:srgbClr val="00B050"/>
                </a:solidFill>
              </a:rPr>
              <a:t>std::recursive_mutex</a:t>
            </a:r>
            <a:r>
              <a:rPr lang="ko-KR" altLang="en-US" sz="1000">
                <a:solidFill>
                  <a:srgbClr val="00B050"/>
                </a:solidFill>
              </a:rPr>
              <a:t>와 동일하다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en-US" altLang="ko-KR" sz="1000"/>
          </a:p>
          <a:p>
            <a:pPr defTabSz="360000"/>
            <a:r>
              <a:rPr lang="en-US" altLang="ko-KR" sz="1000" b="1"/>
              <a:t>lockable&lt;&gt;</a:t>
            </a:r>
            <a:r>
              <a:rPr lang="en-US" altLang="ko-KR" sz="1000"/>
              <a:t> x;</a:t>
            </a:r>
          </a:p>
          <a:p>
            <a:pPr defTabSz="360000"/>
            <a:endParaRPr lang="en-US" altLang="ko-KR" sz="1000"/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- lock</a:t>
            </a:r>
            <a:r>
              <a:rPr lang="ko-KR" altLang="en-US" sz="1000">
                <a:solidFill>
                  <a:srgbClr val="00B050"/>
                </a:solidFill>
              </a:rPr>
              <a:t>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/>
              <a:t>x.lock();</a:t>
            </a:r>
          </a:p>
          <a:p>
            <a:pPr defTabSz="360000"/>
            <a:endParaRPr lang="en-US" altLang="ko-KR" sz="1000"/>
          </a:p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try</a:t>
            </a:r>
          </a:p>
          <a:p>
            <a:pPr defTabSz="360000"/>
            <a:r>
              <a:rPr lang="en-US" altLang="ko-KR" sz="1000"/>
              <a:t>{</a:t>
            </a:r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	// - </a:t>
            </a:r>
            <a:r>
              <a:rPr lang="ko-KR" altLang="en-US" sz="1000">
                <a:solidFill>
                  <a:srgbClr val="00B050"/>
                </a:solidFill>
              </a:rPr>
              <a:t>여기서 </a:t>
            </a:r>
            <a:r>
              <a:rPr lang="en-US" altLang="ko-KR" sz="1000">
                <a:solidFill>
                  <a:srgbClr val="00B050"/>
                </a:solidFill>
              </a:rPr>
              <a:t>retur</a:t>
            </a:r>
            <a:r>
              <a:rPr lang="ko-KR" altLang="en-US" sz="1000">
                <a:solidFill>
                  <a:srgbClr val="00B050"/>
                </a:solidFill>
              </a:rPr>
              <a:t>해버리면</a:t>
            </a:r>
            <a:r>
              <a:rPr lang="en-US" altLang="ko-KR" sz="1000">
                <a:solidFill>
                  <a:srgbClr val="00B050"/>
                </a:solidFill>
              </a:rPr>
              <a:t>?? unlock()</a:t>
            </a:r>
            <a:r>
              <a:rPr lang="ko-KR" altLang="en-US" sz="1000">
                <a:solidFill>
                  <a:srgbClr val="00B050"/>
                </a:solidFill>
              </a:rPr>
              <a:t>을 실행하지 못한다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	if</a:t>
            </a:r>
            <a:r>
              <a:rPr lang="en-US" altLang="ko-KR" sz="1000"/>
              <a:t>(is_failure)</a:t>
            </a:r>
          </a:p>
          <a:p>
            <a:pPr defTabSz="360000"/>
            <a:r>
              <a:rPr lang="en-US" altLang="ko-KR" sz="1000"/>
              <a:t>	{</a:t>
            </a:r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		// - </a:t>
            </a:r>
            <a:r>
              <a:rPr lang="ko-KR" altLang="en-US" sz="1000">
                <a:solidFill>
                  <a:srgbClr val="00B050"/>
                </a:solidFill>
              </a:rPr>
              <a:t>리턴전에 </a:t>
            </a:r>
            <a:r>
              <a:rPr lang="en-US" altLang="ko-KR" sz="1000">
                <a:solidFill>
                  <a:srgbClr val="00B050"/>
                </a:solidFill>
              </a:rPr>
              <a:t>unlock()</a:t>
            </a:r>
            <a:r>
              <a:rPr lang="ko-KR" altLang="en-US" sz="1000">
                <a:solidFill>
                  <a:srgbClr val="00B050"/>
                </a:solidFill>
              </a:rPr>
              <a:t>을 해준다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/>
              <a:t>		x.unlock();</a:t>
            </a:r>
          </a:p>
          <a:p>
            <a:pPr defTabSz="360000"/>
            <a:r>
              <a:rPr lang="en-US" altLang="ko-KR" sz="1000"/>
              <a:t>		</a:t>
            </a:r>
            <a:r>
              <a:rPr lang="en-US" altLang="ko-KR" sz="1000">
                <a:solidFill>
                  <a:srgbClr val="0000FF"/>
                </a:solidFill>
              </a:rPr>
              <a:t>return false</a:t>
            </a:r>
            <a:r>
              <a:rPr lang="en-US" altLang="ko-KR" sz="1000"/>
              <a:t>;</a:t>
            </a:r>
          </a:p>
          <a:p>
            <a:pPr defTabSz="360000"/>
            <a:r>
              <a:rPr lang="en-US" altLang="ko-KR" sz="1000"/>
              <a:t>	}</a:t>
            </a:r>
          </a:p>
          <a:p>
            <a:pPr defTabSz="360000"/>
            <a:endParaRPr lang="en-US" altLang="ko-KR" sz="1000"/>
          </a:p>
          <a:p>
            <a:pPr defTabSz="360000"/>
            <a:r>
              <a:rPr lang="en-US" altLang="ko-KR" sz="1000"/>
              <a:t>	…</a:t>
            </a:r>
          </a:p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	if</a:t>
            </a:r>
            <a:r>
              <a:rPr lang="en-US" altLang="ko-KR" sz="1000"/>
              <a:t>(is_exception)</a:t>
            </a:r>
          </a:p>
          <a:p>
            <a:pPr defTabSz="360000"/>
            <a:r>
              <a:rPr lang="en-US" altLang="ko-KR" sz="1000"/>
              <a:t>		</a:t>
            </a:r>
            <a:r>
              <a:rPr lang="en-US" altLang="ko-KR" sz="1000">
                <a:solidFill>
                  <a:srgbClr val="0000FF"/>
                </a:solidFill>
              </a:rPr>
              <a:t>throw std::exception()</a:t>
            </a:r>
            <a:r>
              <a:rPr lang="en-US" altLang="ko-KR" sz="1000"/>
              <a:t>;</a:t>
            </a:r>
          </a:p>
          <a:p>
            <a:pPr defTabSz="360000"/>
            <a:r>
              <a:rPr lang="en-US" altLang="ko-KR" sz="1000"/>
              <a:t>	…</a:t>
            </a:r>
          </a:p>
          <a:p>
            <a:pPr defTabSz="360000"/>
            <a:endParaRPr lang="en-US" altLang="ko-KR" sz="1000"/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	// - unlock</a:t>
            </a:r>
            <a:r>
              <a:rPr lang="ko-KR" altLang="en-US" sz="1000">
                <a:solidFill>
                  <a:srgbClr val="00B050"/>
                </a:solidFill>
              </a:rPr>
              <a:t>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/>
              <a:t>	x.unlock();</a:t>
            </a:r>
          </a:p>
          <a:p>
            <a:pPr defTabSz="360000"/>
            <a:r>
              <a:rPr lang="en-US" altLang="ko-KR" sz="1000"/>
              <a:t>}</a:t>
            </a:r>
          </a:p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catch</a:t>
            </a:r>
            <a:r>
              <a:rPr lang="en-US" altLang="ko-KR" sz="1000"/>
              <a:t>(…)</a:t>
            </a:r>
          </a:p>
          <a:p>
            <a:pPr defTabSz="360000"/>
            <a:r>
              <a:rPr lang="en-US" altLang="ko-KR" sz="1000"/>
              <a:t>{</a:t>
            </a:r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	// - exception</a:t>
            </a:r>
            <a:r>
              <a:rPr lang="ko-KR" altLang="en-US" sz="1000">
                <a:solidFill>
                  <a:srgbClr val="00B050"/>
                </a:solidFill>
              </a:rPr>
              <a:t>으로 함수에서 빠져나가기 전에 </a:t>
            </a:r>
            <a:r>
              <a:rPr lang="en-US" altLang="ko-KR" sz="1000">
                <a:solidFill>
                  <a:srgbClr val="00B050"/>
                </a:solidFill>
              </a:rPr>
              <a:t>unlock()</a:t>
            </a:r>
            <a:r>
              <a:rPr lang="ko-KR" altLang="en-US" sz="1000">
                <a:solidFill>
                  <a:srgbClr val="00B050"/>
                </a:solidFill>
              </a:rPr>
              <a:t>을 해준다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/>
              <a:t>	x.unlock();</a:t>
            </a:r>
          </a:p>
          <a:p>
            <a:pPr defTabSz="360000"/>
            <a:r>
              <a:rPr lang="en-US" altLang="ko-KR" sz="1000"/>
              <a:t>	</a:t>
            </a:r>
            <a:r>
              <a:rPr lang="en-US" altLang="ko-KR" sz="1000">
                <a:solidFill>
                  <a:srgbClr val="0000FF"/>
                </a:solidFill>
              </a:rPr>
              <a:t>throw</a:t>
            </a:r>
            <a:r>
              <a:rPr lang="en-US" altLang="ko-KR" sz="1000"/>
              <a:t>; // reraise</a:t>
            </a:r>
          </a:p>
          <a:p>
            <a:pPr defTabSz="360000"/>
            <a:r>
              <a:rPr lang="en-US" altLang="ko-KR" sz="1000"/>
              <a:t>}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D988BFB-A4E9-4ADE-834B-13D49ACEF5E1}"/>
              </a:ext>
            </a:extLst>
          </p:cNvPr>
          <p:cNvSpPr/>
          <p:nvPr/>
        </p:nvSpPr>
        <p:spPr>
          <a:xfrm>
            <a:off x="1728513" y="5649598"/>
            <a:ext cx="9338879" cy="880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물론 일일이 리턴을 하거나 예외가 발생할 경우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unlock()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실행후 빠져나가도록 꼼곰히 코딩해줘야한다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이렇게 일일이 코딩을 하면 일단 코드가 복잡해지고 실수할 수도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게다가 단 실수 한번만으로도 아주 치명적인 오류가 되는 민감한 문제다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2B9ED4-FAEF-4AE8-B4B4-6B91C00495CD}"/>
              </a:ext>
            </a:extLst>
          </p:cNvPr>
          <p:cNvSpPr txBox="1"/>
          <p:nvPr/>
        </p:nvSpPr>
        <p:spPr>
          <a:xfrm>
            <a:off x="538480" y="15240"/>
            <a:ext cx="15399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EXECUTOR SYSTEM</a:t>
            </a:r>
            <a:endParaRPr lang="ko-KR" altLang="en-US" sz="12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4F5CAAD-E265-468A-9952-7EE2C6A6FBA0}"/>
              </a:ext>
            </a:extLst>
          </p:cNvPr>
          <p:cNvSpPr/>
          <p:nvPr/>
        </p:nvSpPr>
        <p:spPr>
          <a:xfrm>
            <a:off x="203242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1924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2036867" y="-12879"/>
            <a:ext cx="2025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lock.scoped_lock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78FB4F6-6912-40A5-BA48-7444385298CE}"/>
              </a:ext>
            </a:extLst>
          </p:cNvPr>
          <p:cNvSpPr/>
          <p:nvPr/>
        </p:nvSpPr>
        <p:spPr>
          <a:xfrm>
            <a:off x="1728513" y="3270154"/>
            <a:ext cx="98959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2CC4772-55C5-49E8-95ED-9F66B3D5300D}"/>
              </a:ext>
            </a:extLst>
          </p:cNvPr>
          <p:cNvSpPr/>
          <p:nvPr/>
        </p:nvSpPr>
        <p:spPr>
          <a:xfrm>
            <a:off x="1827573" y="2147386"/>
            <a:ext cx="9895928" cy="6032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std::unique_lock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	 lock()/try_lock()/unlock()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함수를 직접 호출할 수 있으며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lock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여부를 저장했다가 소멸 시 자동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unlock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만 해준다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 		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수동 조작이 필요한 경우나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std::conditional_variable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같은 것을 사용할 경우 필요하다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FAF75F9-B15F-4542-BA37-9A3DBA629CA7}"/>
              </a:ext>
            </a:extLst>
          </p:cNvPr>
          <p:cNvSpPr/>
          <p:nvPr/>
        </p:nvSpPr>
        <p:spPr>
          <a:xfrm>
            <a:off x="1827573" y="2831428"/>
            <a:ext cx="98959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std::shared_lock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	C++17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 추가된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std::shared_mutex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 대응한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scoped lock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클래스로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unique_lock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과 유사하다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FCB2AF8-C8AA-4D62-A827-80600E525C33}"/>
              </a:ext>
            </a:extLst>
          </p:cNvPr>
          <p:cNvSpPr/>
          <p:nvPr/>
        </p:nvSpPr>
        <p:spPr>
          <a:xfrm>
            <a:off x="1416049" y="610130"/>
            <a:ext cx="9338879" cy="926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indent="-2730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C++ scoped</a:t>
            </a:r>
            <a:r>
              <a:rPr lang="ko-KR" altLang="en-US" sz="1400"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lock</a:t>
            </a:r>
            <a:b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RAII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사용해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unlock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처리를 자동으로 해주는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scoped_lock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제공해준다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기능에 따라 그리고 대상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mutex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종류에 따라 아래처럼 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3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가지 종류를 제공해 준다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4E8EEA9-3AA0-4E44-9D96-8B3EBFC09DFB}"/>
              </a:ext>
            </a:extLst>
          </p:cNvPr>
          <p:cNvSpPr/>
          <p:nvPr/>
        </p:nvSpPr>
        <p:spPr>
          <a:xfrm>
            <a:off x="1827573" y="1724007"/>
            <a:ext cx="9895928" cy="3262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std::lock_guard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	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작고 가볍고 간단한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scoped lock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으로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lock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객체가 설정되는 순간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lock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 되고 소멸되면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unlock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해 준다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0A168ED-5FDF-4846-A301-9F59345962A1}"/>
              </a:ext>
            </a:extLst>
          </p:cNvPr>
          <p:cNvSpPr/>
          <p:nvPr/>
        </p:nvSpPr>
        <p:spPr>
          <a:xfrm>
            <a:off x="1639920" y="3426995"/>
            <a:ext cx="9338879" cy="3262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scoped lock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클래스를 사용하면 아래 처럼 코드가 간단해 진다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CEAB36F-6DFA-465A-9EA9-2919CFF3C81C}"/>
              </a:ext>
            </a:extLst>
          </p:cNvPr>
          <p:cNvSpPr/>
          <p:nvPr/>
        </p:nvSpPr>
        <p:spPr>
          <a:xfrm>
            <a:off x="1699446" y="3778989"/>
            <a:ext cx="8962098" cy="2607619"/>
          </a:xfrm>
          <a:custGeom>
            <a:avLst/>
            <a:gdLst>
              <a:gd name="connsiteX0" fmla="*/ 0 w 8962098"/>
              <a:gd name="connsiteY0" fmla="*/ 0 h 2607619"/>
              <a:gd name="connsiteX1" fmla="*/ 868634 w 8962098"/>
              <a:gd name="connsiteY1" fmla="*/ 0 h 2607619"/>
              <a:gd name="connsiteX2" fmla="*/ 1468405 w 8962098"/>
              <a:gd name="connsiteY2" fmla="*/ 0 h 2607619"/>
              <a:gd name="connsiteX3" fmla="*/ 1888935 w 8962098"/>
              <a:gd name="connsiteY3" fmla="*/ 0 h 2607619"/>
              <a:gd name="connsiteX4" fmla="*/ 2488706 w 8962098"/>
              <a:gd name="connsiteY4" fmla="*/ 0 h 2607619"/>
              <a:gd name="connsiteX5" fmla="*/ 3088477 w 8962098"/>
              <a:gd name="connsiteY5" fmla="*/ 0 h 2607619"/>
              <a:gd name="connsiteX6" fmla="*/ 3867490 w 8962098"/>
              <a:gd name="connsiteY6" fmla="*/ 0 h 2607619"/>
              <a:gd name="connsiteX7" fmla="*/ 4288019 w 8962098"/>
              <a:gd name="connsiteY7" fmla="*/ 0 h 2607619"/>
              <a:gd name="connsiteX8" fmla="*/ 4977411 w 8962098"/>
              <a:gd name="connsiteY8" fmla="*/ 0 h 2607619"/>
              <a:gd name="connsiteX9" fmla="*/ 5487562 w 8962098"/>
              <a:gd name="connsiteY9" fmla="*/ 0 h 2607619"/>
              <a:gd name="connsiteX10" fmla="*/ 5908091 w 8962098"/>
              <a:gd name="connsiteY10" fmla="*/ 0 h 2607619"/>
              <a:gd name="connsiteX11" fmla="*/ 6776725 w 8962098"/>
              <a:gd name="connsiteY11" fmla="*/ 0 h 2607619"/>
              <a:gd name="connsiteX12" fmla="*/ 7376496 w 8962098"/>
              <a:gd name="connsiteY12" fmla="*/ 0 h 2607619"/>
              <a:gd name="connsiteX13" fmla="*/ 8155509 w 8962098"/>
              <a:gd name="connsiteY13" fmla="*/ 0 h 2607619"/>
              <a:gd name="connsiteX14" fmla="*/ 8962098 w 8962098"/>
              <a:gd name="connsiteY14" fmla="*/ 0 h 2607619"/>
              <a:gd name="connsiteX15" fmla="*/ 8962098 w 8962098"/>
              <a:gd name="connsiteY15" fmla="*/ 599752 h 2607619"/>
              <a:gd name="connsiteX16" fmla="*/ 8962098 w 8962098"/>
              <a:gd name="connsiteY16" fmla="*/ 1225581 h 2607619"/>
              <a:gd name="connsiteX17" fmla="*/ 8962098 w 8962098"/>
              <a:gd name="connsiteY17" fmla="*/ 1825333 h 2607619"/>
              <a:gd name="connsiteX18" fmla="*/ 8962098 w 8962098"/>
              <a:gd name="connsiteY18" fmla="*/ 2607619 h 2607619"/>
              <a:gd name="connsiteX19" fmla="*/ 8362327 w 8962098"/>
              <a:gd name="connsiteY19" fmla="*/ 2607619 h 2607619"/>
              <a:gd name="connsiteX20" fmla="*/ 7762556 w 8962098"/>
              <a:gd name="connsiteY20" fmla="*/ 2607619 h 2607619"/>
              <a:gd name="connsiteX21" fmla="*/ 6983543 w 8962098"/>
              <a:gd name="connsiteY21" fmla="*/ 2607619 h 2607619"/>
              <a:gd name="connsiteX22" fmla="*/ 6383771 w 8962098"/>
              <a:gd name="connsiteY22" fmla="*/ 2607619 h 2607619"/>
              <a:gd name="connsiteX23" fmla="*/ 5604758 w 8962098"/>
              <a:gd name="connsiteY23" fmla="*/ 2607619 h 2607619"/>
              <a:gd name="connsiteX24" fmla="*/ 5094608 w 8962098"/>
              <a:gd name="connsiteY24" fmla="*/ 2607619 h 2607619"/>
              <a:gd name="connsiteX25" fmla="*/ 4584458 w 8962098"/>
              <a:gd name="connsiteY25" fmla="*/ 2607619 h 2607619"/>
              <a:gd name="connsiteX26" fmla="*/ 3805445 w 8962098"/>
              <a:gd name="connsiteY26" fmla="*/ 2607619 h 2607619"/>
              <a:gd name="connsiteX27" fmla="*/ 3205674 w 8962098"/>
              <a:gd name="connsiteY27" fmla="*/ 2607619 h 2607619"/>
              <a:gd name="connsiteX28" fmla="*/ 2516281 w 8962098"/>
              <a:gd name="connsiteY28" fmla="*/ 2607619 h 2607619"/>
              <a:gd name="connsiteX29" fmla="*/ 1916510 w 8962098"/>
              <a:gd name="connsiteY29" fmla="*/ 2607619 h 2607619"/>
              <a:gd name="connsiteX30" fmla="*/ 1495981 w 8962098"/>
              <a:gd name="connsiteY30" fmla="*/ 2607619 h 2607619"/>
              <a:gd name="connsiteX31" fmla="*/ 627347 w 8962098"/>
              <a:gd name="connsiteY31" fmla="*/ 2607619 h 2607619"/>
              <a:gd name="connsiteX32" fmla="*/ 0 w 8962098"/>
              <a:gd name="connsiteY32" fmla="*/ 2607619 h 2607619"/>
              <a:gd name="connsiteX33" fmla="*/ 0 w 8962098"/>
              <a:gd name="connsiteY33" fmla="*/ 1903562 h 2607619"/>
              <a:gd name="connsiteX34" fmla="*/ 0 w 8962098"/>
              <a:gd name="connsiteY34" fmla="*/ 1199505 h 2607619"/>
              <a:gd name="connsiteX35" fmla="*/ 0 w 8962098"/>
              <a:gd name="connsiteY35" fmla="*/ 0 h 2607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2607619" fill="none" extrusionOk="0">
                <a:moveTo>
                  <a:pt x="0" y="0"/>
                </a:moveTo>
                <a:cubicBezTo>
                  <a:pt x="298731" y="-4631"/>
                  <a:pt x="675027" y="14842"/>
                  <a:pt x="868634" y="0"/>
                </a:cubicBezTo>
                <a:cubicBezTo>
                  <a:pt x="1062241" y="-14842"/>
                  <a:pt x="1341089" y="11627"/>
                  <a:pt x="1468405" y="0"/>
                </a:cubicBezTo>
                <a:cubicBezTo>
                  <a:pt x="1595721" y="-11627"/>
                  <a:pt x="1710587" y="16825"/>
                  <a:pt x="1888935" y="0"/>
                </a:cubicBezTo>
                <a:cubicBezTo>
                  <a:pt x="2067283" y="-16825"/>
                  <a:pt x="2256441" y="4492"/>
                  <a:pt x="2488706" y="0"/>
                </a:cubicBezTo>
                <a:cubicBezTo>
                  <a:pt x="2720971" y="-4492"/>
                  <a:pt x="2827907" y="-11615"/>
                  <a:pt x="3088477" y="0"/>
                </a:cubicBezTo>
                <a:cubicBezTo>
                  <a:pt x="3349047" y="11615"/>
                  <a:pt x="3531027" y="33240"/>
                  <a:pt x="3867490" y="0"/>
                </a:cubicBezTo>
                <a:cubicBezTo>
                  <a:pt x="4203953" y="-33240"/>
                  <a:pt x="4118293" y="18316"/>
                  <a:pt x="4288019" y="0"/>
                </a:cubicBezTo>
                <a:cubicBezTo>
                  <a:pt x="4457745" y="-18316"/>
                  <a:pt x="4791706" y="-10920"/>
                  <a:pt x="4977411" y="0"/>
                </a:cubicBezTo>
                <a:cubicBezTo>
                  <a:pt x="5163116" y="10920"/>
                  <a:pt x="5378473" y="5305"/>
                  <a:pt x="5487562" y="0"/>
                </a:cubicBezTo>
                <a:cubicBezTo>
                  <a:pt x="5596651" y="-5305"/>
                  <a:pt x="5757792" y="5934"/>
                  <a:pt x="5908091" y="0"/>
                </a:cubicBezTo>
                <a:cubicBezTo>
                  <a:pt x="6058390" y="-5934"/>
                  <a:pt x="6535652" y="-26784"/>
                  <a:pt x="6776725" y="0"/>
                </a:cubicBezTo>
                <a:cubicBezTo>
                  <a:pt x="7017798" y="26784"/>
                  <a:pt x="7198419" y="-7531"/>
                  <a:pt x="7376496" y="0"/>
                </a:cubicBezTo>
                <a:cubicBezTo>
                  <a:pt x="7554573" y="7531"/>
                  <a:pt x="7832540" y="-5864"/>
                  <a:pt x="8155509" y="0"/>
                </a:cubicBezTo>
                <a:cubicBezTo>
                  <a:pt x="8478478" y="5864"/>
                  <a:pt x="8658734" y="-30889"/>
                  <a:pt x="8962098" y="0"/>
                </a:cubicBezTo>
                <a:cubicBezTo>
                  <a:pt x="8970391" y="244646"/>
                  <a:pt x="8975421" y="358578"/>
                  <a:pt x="8962098" y="599752"/>
                </a:cubicBezTo>
                <a:cubicBezTo>
                  <a:pt x="8948775" y="840926"/>
                  <a:pt x="8932484" y="925937"/>
                  <a:pt x="8962098" y="1225581"/>
                </a:cubicBezTo>
                <a:cubicBezTo>
                  <a:pt x="8991712" y="1525225"/>
                  <a:pt x="8948960" y="1632372"/>
                  <a:pt x="8962098" y="1825333"/>
                </a:cubicBezTo>
                <a:cubicBezTo>
                  <a:pt x="8975236" y="2018294"/>
                  <a:pt x="8952330" y="2449785"/>
                  <a:pt x="8962098" y="2607619"/>
                </a:cubicBezTo>
                <a:cubicBezTo>
                  <a:pt x="8687274" y="2620828"/>
                  <a:pt x="8494791" y="2606186"/>
                  <a:pt x="8362327" y="2607619"/>
                </a:cubicBezTo>
                <a:cubicBezTo>
                  <a:pt x="8229863" y="2609052"/>
                  <a:pt x="7913777" y="2599001"/>
                  <a:pt x="7762556" y="2607619"/>
                </a:cubicBezTo>
                <a:cubicBezTo>
                  <a:pt x="7611335" y="2616237"/>
                  <a:pt x="7339701" y="2623286"/>
                  <a:pt x="6983543" y="2607619"/>
                </a:cubicBezTo>
                <a:cubicBezTo>
                  <a:pt x="6627385" y="2591952"/>
                  <a:pt x="6543892" y="2577921"/>
                  <a:pt x="6383771" y="2607619"/>
                </a:cubicBezTo>
                <a:cubicBezTo>
                  <a:pt x="6223650" y="2637317"/>
                  <a:pt x="5764514" y="2588330"/>
                  <a:pt x="5604758" y="2607619"/>
                </a:cubicBezTo>
                <a:cubicBezTo>
                  <a:pt x="5445002" y="2626908"/>
                  <a:pt x="5345731" y="2631624"/>
                  <a:pt x="5094608" y="2607619"/>
                </a:cubicBezTo>
                <a:cubicBezTo>
                  <a:pt x="4843485" y="2583615"/>
                  <a:pt x="4833978" y="2618132"/>
                  <a:pt x="4584458" y="2607619"/>
                </a:cubicBezTo>
                <a:cubicBezTo>
                  <a:pt x="4334938" y="2597107"/>
                  <a:pt x="3996796" y="2575163"/>
                  <a:pt x="3805445" y="2607619"/>
                </a:cubicBezTo>
                <a:cubicBezTo>
                  <a:pt x="3614094" y="2640075"/>
                  <a:pt x="3362298" y="2600733"/>
                  <a:pt x="3205674" y="2607619"/>
                </a:cubicBezTo>
                <a:cubicBezTo>
                  <a:pt x="3049050" y="2614505"/>
                  <a:pt x="2714112" y="2590775"/>
                  <a:pt x="2516281" y="2607619"/>
                </a:cubicBezTo>
                <a:cubicBezTo>
                  <a:pt x="2318450" y="2624463"/>
                  <a:pt x="2190500" y="2605346"/>
                  <a:pt x="1916510" y="2607619"/>
                </a:cubicBezTo>
                <a:cubicBezTo>
                  <a:pt x="1642520" y="2609892"/>
                  <a:pt x="1631050" y="2598096"/>
                  <a:pt x="1495981" y="2607619"/>
                </a:cubicBezTo>
                <a:cubicBezTo>
                  <a:pt x="1360912" y="2617142"/>
                  <a:pt x="904943" y="2600295"/>
                  <a:pt x="627347" y="2607619"/>
                </a:cubicBezTo>
                <a:cubicBezTo>
                  <a:pt x="349751" y="2614943"/>
                  <a:pt x="215136" y="2606390"/>
                  <a:pt x="0" y="2607619"/>
                </a:cubicBezTo>
                <a:cubicBezTo>
                  <a:pt x="-34416" y="2438964"/>
                  <a:pt x="-7059" y="2254416"/>
                  <a:pt x="0" y="1903562"/>
                </a:cubicBezTo>
                <a:cubicBezTo>
                  <a:pt x="7059" y="1552708"/>
                  <a:pt x="-25287" y="1423649"/>
                  <a:pt x="0" y="1199505"/>
                </a:cubicBezTo>
                <a:cubicBezTo>
                  <a:pt x="25287" y="975361"/>
                  <a:pt x="35999" y="260246"/>
                  <a:pt x="0" y="0"/>
                </a:cubicBezTo>
                <a:close/>
              </a:path>
              <a:path w="8962098" h="2607619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80984" y="249827"/>
                  <a:pt x="8927928" y="432727"/>
                  <a:pt x="8962098" y="704057"/>
                </a:cubicBezTo>
                <a:cubicBezTo>
                  <a:pt x="8996268" y="975387"/>
                  <a:pt x="8963561" y="1073665"/>
                  <a:pt x="8962098" y="1382038"/>
                </a:cubicBezTo>
                <a:cubicBezTo>
                  <a:pt x="8960635" y="1690411"/>
                  <a:pt x="8957922" y="1759556"/>
                  <a:pt x="8962098" y="2033943"/>
                </a:cubicBezTo>
                <a:cubicBezTo>
                  <a:pt x="8966274" y="2308330"/>
                  <a:pt x="8940851" y="2466644"/>
                  <a:pt x="8962098" y="2607619"/>
                </a:cubicBezTo>
                <a:cubicBezTo>
                  <a:pt x="8798611" y="2616255"/>
                  <a:pt x="8595103" y="2603863"/>
                  <a:pt x="8451948" y="2607619"/>
                </a:cubicBezTo>
                <a:cubicBezTo>
                  <a:pt x="8308793" y="2611376"/>
                  <a:pt x="7904099" y="2565358"/>
                  <a:pt x="7583314" y="2607619"/>
                </a:cubicBezTo>
                <a:cubicBezTo>
                  <a:pt x="7262529" y="2649880"/>
                  <a:pt x="7199930" y="2641448"/>
                  <a:pt x="6893922" y="2607619"/>
                </a:cubicBezTo>
                <a:cubicBezTo>
                  <a:pt x="6587914" y="2573790"/>
                  <a:pt x="6441786" y="2623973"/>
                  <a:pt x="6114908" y="2607619"/>
                </a:cubicBezTo>
                <a:cubicBezTo>
                  <a:pt x="5788030" y="2591265"/>
                  <a:pt x="5709265" y="2603278"/>
                  <a:pt x="5335895" y="2607619"/>
                </a:cubicBezTo>
                <a:cubicBezTo>
                  <a:pt x="4962525" y="2611960"/>
                  <a:pt x="4965753" y="2584553"/>
                  <a:pt x="4736124" y="2607619"/>
                </a:cubicBezTo>
                <a:cubicBezTo>
                  <a:pt x="4506495" y="2630685"/>
                  <a:pt x="4386838" y="2592690"/>
                  <a:pt x="4225974" y="2607619"/>
                </a:cubicBezTo>
                <a:cubicBezTo>
                  <a:pt x="4065110" y="2622549"/>
                  <a:pt x="3752473" y="2572145"/>
                  <a:pt x="3357340" y="2607619"/>
                </a:cubicBezTo>
                <a:cubicBezTo>
                  <a:pt x="2962207" y="2643093"/>
                  <a:pt x="3011953" y="2593166"/>
                  <a:pt x="2667948" y="2607619"/>
                </a:cubicBezTo>
                <a:cubicBezTo>
                  <a:pt x="2323943" y="2622072"/>
                  <a:pt x="2047871" y="2594432"/>
                  <a:pt x="1799314" y="2607619"/>
                </a:cubicBezTo>
                <a:cubicBezTo>
                  <a:pt x="1550757" y="2620806"/>
                  <a:pt x="1180727" y="2598894"/>
                  <a:pt x="1020300" y="2607619"/>
                </a:cubicBezTo>
                <a:cubicBezTo>
                  <a:pt x="859873" y="2616344"/>
                  <a:pt x="498026" y="2657665"/>
                  <a:pt x="0" y="2607619"/>
                </a:cubicBezTo>
                <a:cubicBezTo>
                  <a:pt x="22106" y="2343613"/>
                  <a:pt x="-24650" y="2261325"/>
                  <a:pt x="0" y="1955714"/>
                </a:cubicBezTo>
                <a:cubicBezTo>
                  <a:pt x="24650" y="1650104"/>
                  <a:pt x="-10277" y="1573307"/>
                  <a:pt x="0" y="1382038"/>
                </a:cubicBezTo>
                <a:cubicBezTo>
                  <a:pt x="10277" y="1190769"/>
                  <a:pt x="-3335" y="1079147"/>
                  <a:pt x="0" y="782286"/>
                </a:cubicBezTo>
                <a:cubicBezTo>
                  <a:pt x="3335" y="485425"/>
                  <a:pt x="27676" y="316763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lockable&lt;&gt;</a:t>
            </a:r>
            <a:r>
              <a:rPr lang="ko-KR" altLang="en-US" sz="1000">
                <a:solidFill>
                  <a:srgbClr val="00B050"/>
                </a:solidFill>
              </a:rPr>
              <a:t>는 </a:t>
            </a:r>
            <a:r>
              <a:rPr lang="en-US" altLang="ko-KR" sz="1000">
                <a:solidFill>
                  <a:srgbClr val="00B050"/>
                </a:solidFill>
              </a:rPr>
              <a:t>std::recursive_mutex</a:t>
            </a:r>
            <a:r>
              <a:rPr lang="ko-KR" altLang="en-US" sz="1000">
                <a:solidFill>
                  <a:srgbClr val="00B050"/>
                </a:solidFill>
              </a:rPr>
              <a:t>와 동일하다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en-US" altLang="ko-KR" sz="1000"/>
          </a:p>
          <a:p>
            <a:pPr defTabSz="360000"/>
            <a:r>
              <a:rPr lang="en-US" altLang="ko-KR" sz="1000" b="1"/>
              <a:t>lockable&lt;&gt;</a:t>
            </a:r>
            <a:r>
              <a:rPr lang="en-US" altLang="ko-KR" sz="1000"/>
              <a:t> x;</a:t>
            </a:r>
          </a:p>
          <a:p>
            <a:pPr defTabSz="360000"/>
            <a:endParaRPr lang="en-US" altLang="ko-KR" sz="1000"/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- lock_guard</a:t>
            </a:r>
            <a:r>
              <a:rPr lang="ko-KR" altLang="en-US" sz="1000">
                <a:solidFill>
                  <a:srgbClr val="00B050"/>
                </a:solidFill>
              </a:rPr>
              <a:t>에 대입되는 순간 자동으로 </a:t>
            </a:r>
            <a:r>
              <a:rPr lang="en-US" altLang="ko-KR" sz="1000">
                <a:solidFill>
                  <a:srgbClr val="00B050"/>
                </a:solidFill>
              </a:rPr>
              <a:t>lock</a:t>
            </a:r>
            <a:r>
              <a:rPr lang="ko-KR" altLang="en-US" sz="1000">
                <a:solidFill>
                  <a:srgbClr val="00B050"/>
                </a:solidFill>
              </a:rPr>
              <a:t>이 잡히며 소멸되면 자동적으로 </a:t>
            </a:r>
            <a:r>
              <a:rPr lang="en-US" altLang="ko-KR" sz="1000">
                <a:solidFill>
                  <a:srgbClr val="00B050"/>
                </a:solidFill>
              </a:rPr>
              <a:t>unloc</a:t>
            </a:r>
            <a:r>
              <a:rPr lang="ko-KR" altLang="en-US" sz="1000">
                <a:solidFill>
                  <a:srgbClr val="00B050"/>
                </a:solidFill>
              </a:rPr>
              <a:t>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 b="1"/>
              <a:t>std::lock_guard</a:t>
            </a:r>
            <a:r>
              <a:rPr lang="en-US" altLang="ko-KR" sz="1000"/>
              <a:t> lock_auto(x);</a:t>
            </a:r>
          </a:p>
          <a:p>
            <a:pPr defTabSz="360000"/>
            <a:endParaRPr lang="en-US" altLang="ko-KR" sz="1000"/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- </a:t>
            </a:r>
            <a:r>
              <a:rPr lang="ko-KR" altLang="en-US" sz="1000">
                <a:solidFill>
                  <a:srgbClr val="00B050"/>
                </a:solidFill>
              </a:rPr>
              <a:t>여기서 </a:t>
            </a:r>
            <a:r>
              <a:rPr lang="en-US" altLang="ko-KR" sz="1000">
                <a:solidFill>
                  <a:srgbClr val="00B050"/>
                </a:solidFill>
              </a:rPr>
              <a:t>retur</a:t>
            </a:r>
            <a:r>
              <a:rPr lang="ko-KR" altLang="en-US" sz="1000">
                <a:solidFill>
                  <a:srgbClr val="00B050"/>
                </a:solidFill>
              </a:rPr>
              <a:t>해버리면</a:t>
            </a:r>
            <a:r>
              <a:rPr lang="en-US" altLang="ko-KR" sz="1000">
                <a:solidFill>
                  <a:srgbClr val="00B050"/>
                </a:solidFill>
              </a:rPr>
              <a:t>?? unlock()</a:t>
            </a:r>
            <a:r>
              <a:rPr lang="ko-KR" altLang="en-US" sz="1000">
                <a:solidFill>
                  <a:srgbClr val="00B050"/>
                </a:solidFill>
              </a:rPr>
              <a:t>을 호출하지 않아도 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if</a:t>
            </a:r>
            <a:r>
              <a:rPr lang="en-US" altLang="ko-KR" sz="1000"/>
              <a:t>(is_failure)</a:t>
            </a:r>
          </a:p>
          <a:p>
            <a:pPr defTabSz="360000"/>
            <a:r>
              <a:rPr lang="en-US" altLang="ko-KR" sz="1000"/>
              <a:t>	</a:t>
            </a:r>
            <a:r>
              <a:rPr lang="en-US" altLang="ko-KR" sz="1000">
                <a:solidFill>
                  <a:srgbClr val="0000FF"/>
                </a:solidFill>
              </a:rPr>
              <a:t>return false</a:t>
            </a:r>
            <a:r>
              <a:rPr lang="en-US" altLang="ko-KR" sz="1000"/>
              <a:t>;</a:t>
            </a:r>
          </a:p>
          <a:p>
            <a:pPr defTabSz="360000"/>
            <a:endParaRPr lang="en-US" altLang="ko-KR" sz="1000"/>
          </a:p>
          <a:p>
            <a:pPr defTabSz="360000"/>
            <a:r>
              <a:rPr lang="en-US" altLang="ko-KR" sz="1000"/>
              <a:t>…</a:t>
            </a:r>
          </a:p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if</a:t>
            </a:r>
            <a:r>
              <a:rPr lang="en-US" altLang="ko-KR" sz="1000"/>
              <a:t>(is_exception)</a:t>
            </a:r>
          </a:p>
          <a:p>
            <a:pPr defTabSz="360000"/>
            <a:r>
              <a:rPr lang="en-US" altLang="ko-KR" sz="1000"/>
              <a:t>	</a:t>
            </a:r>
            <a:r>
              <a:rPr lang="en-US" altLang="ko-KR" sz="1000">
                <a:solidFill>
                  <a:srgbClr val="0000FF"/>
                </a:solidFill>
              </a:rPr>
              <a:t>throw std::exception()</a:t>
            </a:r>
            <a:r>
              <a:rPr lang="en-US" altLang="ko-KR" sz="1000"/>
              <a:t>;</a:t>
            </a:r>
            <a:r>
              <a:rPr lang="en-US" altLang="ko-KR" sz="1000">
                <a:solidFill>
                  <a:srgbClr val="00B050"/>
                </a:solidFill>
              </a:rPr>
              <a:t> // </a:t>
            </a:r>
            <a:r>
              <a:rPr lang="ko-KR" altLang="en-US" sz="1000">
                <a:solidFill>
                  <a:srgbClr val="00B050"/>
                </a:solidFill>
              </a:rPr>
              <a:t>예외가 발생해도 자동적으로 </a:t>
            </a:r>
            <a:r>
              <a:rPr lang="en-US" altLang="ko-KR" sz="1000">
                <a:solidFill>
                  <a:srgbClr val="00B050"/>
                </a:solidFill>
              </a:rPr>
              <a:t>unlock</a:t>
            </a:r>
            <a:r>
              <a:rPr lang="ko-KR" altLang="en-US" sz="1000">
                <a:solidFill>
                  <a:srgbClr val="00B050"/>
                </a:solidFill>
              </a:rPr>
              <a:t>이 호출된다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</a:p>
          <a:p>
            <a:pPr defTabSz="360000"/>
            <a:r>
              <a:rPr lang="en-US" altLang="ko-KR" sz="1000"/>
              <a:t>…</a:t>
            </a:r>
          </a:p>
          <a:p>
            <a:pPr defTabSz="360000"/>
            <a:endParaRPr lang="en-US" altLang="ko-KR" sz="1000"/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- unloc</a:t>
            </a:r>
            <a:r>
              <a:rPr lang="ko-KR" altLang="en-US" sz="1000">
                <a:solidFill>
                  <a:srgbClr val="00B050"/>
                </a:solidFill>
              </a:rPr>
              <a:t>은 필요없다</a:t>
            </a:r>
            <a:r>
              <a:rPr lang="en-US" altLang="ko-KR" sz="1000">
                <a:solidFill>
                  <a:srgbClr val="00B050"/>
                </a:solidFill>
              </a:rPr>
              <a:t>. </a:t>
            </a:r>
            <a:r>
              <a:rPr lang="ko-KR" altLang="en-US" sz="1000">
                <a:solidFill>
                  <a:srgbClr val="00B050"/>
                </a:solidFill>
              </a:rPr>
              <a:t>블록을 빠져나가면 </a:t>
            </a:r>
            <a:r>
              <a:rPr lang="en-US" altLang="ko-KR" sz="1000">
                <a:solidFill>
                  <a:srgbClr val="00B050"/>
                </a:solidFill>
              </a:rPr>
              <a:t>std::lock_guard </a:t>
            </a:r>
            <a:r>
              <a:rPr lang="ko-KR" altLang="en-US" sz="1000">
                <a:solidFill>
                  <a:srgbClr val="00B050"/>
                </a:solidFill>
              </a:rPr>
              <a:t>객체가 소멸되며 자동으로 </a:t>
            </a:r>
            <a:r>
              <a:rPr lang="en-US" altLang="ko-KR" sz="1000">
                <a:solidFill>
                  <a:srgbClr val="00B050"/>
                </a:solidFill>
              </a:rPr>
              <a:t>unlock()</a:t>
            </a:r>
            <a:r>
              <a:rPr lang="ko-KR" altLang="en-US" sz="1000">
                <a:solidFill>
                  <a:srgbClr val="00B050"/>
                </a:solidFill>
              </a:rPr>
              <a:t>이 호출된다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2CA91E-F7E8-46FB-B892-FAE26621918E}"/>
              </a:ext>
            </a:extLst>
          </p:cNvPr>
          <p:cNvSpPr txBox="1"/>
          <p:nvPr/>
        </p:nvSpPr>
        <p:spPr>
          <a:xfrm>
            <a:off x="538480" y="15240"/>
            <a:ext cx="15399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EXECUTOR SYSTEM</a:t>
            </a:r>
            <a:endParaRPr lang="ko-KR" altLang="en-US" sz="12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F060016-6C63-4C59-985E-859DECC6BB93}"/>
              </a:ext>
            </a:extLst>
          </p:cNvPr>
          <p:cNvSpPr/>
          <p:nvPr/>
        </p:nvSpPr>
        <p:spPr>
          <a:xfrm>
            <a:off x="203242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0812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2036867" y="-12879"/>
            <a:ext cx="2025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lock.scoped_lock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A6D31F-D864-41BF-902E-8743EAA2137A}"/>
              </a:ext>
            </a:extLst>
          </p:cNvPr>
          <p:cNvSpPr/>
          <p:nvPr/>
        </p:nvSpPr>
        <p:spPr>
          <a:xfrm>
            <a:off x="1717200" y="1185043"/>
            <a:ext cx="8962098" cy="1186273"/>
          </a:xfrm>
          <a:custGeom>
            <a:avLst/>
            <a:gdLst>
              <a:gd name="connsiteX0" fmla="*/ 0 w 8962098"/>
              <a:gd name="connsiteY0" fmla="*/ 0 h 1186273"/>
              <a:gd name="connsiteX1" fmla="*/ 420529 w 8962098"/>
              <a:gd name="connsiteY1" fmla="*/ 0 h 1186273"/>
              <a:gd name="connsiteX2" fmla="*/ 1199542 w 8962098"/>
              <a:gd name="connsiteY2" fmla="*/ 0 h 1186273"/>
              <a:gd name="connsiteX3" fmla="*/ 1620072 w 8962098"/>
              <a:gd name="connsiteY3" fmla="*/ 0 h 1186273"/>
              <a:gd name="connsiteX4" fmla="*/ 2040601 w 8962098"/>
              <a:gd name="connsiteY4" fmla="*/ 0 h 1186273"/>
              <a:gd name="connsiteX5" fmla="*/ 2550751 w 8962098"/>
              <a:gd name="connsiteY5" fmla="*/ 0 h 1186273"/>
              <a:gd name="connsiteX6" fmla="*/ 3150522 w 8962098"/>
              <a:gd name="connsiteY6" fmla="*/ 0 h 1186273"/>
              <a:gd name="connsiteX7" fmla="*/ 3571051 w 8962098"/>
              <a:gd name="connsiteY7" fmla="*/ 0 h 1186273"/>
              <a:gd name="connsiteX8" fmla="*/ 4170823 w 8962098"/>
              <a:gd name="connsiteY8" fmla="*/ 0 h 1186273"/>
              <a:gd name="connsiteX9" fmla="*/ 4770594 w 8962098"/>
              <a:gd name="connsiteY9" fmla="*/ 0 h 1186273"/>
              <a:gd name="connsiteX10" fmla="*/ 5549607 w 8962098"/>
              <a:gd name="connsiteY10" fmla="*/ 0 h 1186273"/>
              <a:gd name="connsiteX11" fmla="*/ 5970136 w 8962098"/>
              <a:gd name="connsiteY11" fmla="*/ 0 h 1186273"/>
              <a:gd name="connsiteX12" fmla="*/ 6659528 w 8962098"/>
              <a:gd name="connsiteY12" fmla="*/ 0 h 1186273"/>
              <a:gd name="connsiteX13" fmla="*/ 7169678 w 8962098"/>
              <a:gd name="connsiteY13" fmla="*/ 0 h 1186273"/>
              <a:gd name="connsiteX14" fmla="*/ 7590208 w 8962098"/>
              <a:gd name="connsiteY14" fmla="*/ 0 h 1186273"/>
              <a:gd name="connsiteX15" fmla="*/ 8962098 w 8962098"/>
              <a:gd name="connsiteY15" fmla="*/ 0 h 1186273"/>
              <a:gd name="connsiteX16" fmla="*/ 8962098 w 8962098"/>
              <a:gd name="connsiteY16" fmla="*/ 581274 h 1186273"/>
              <a:gd name="connsiteX17" fmla="*/ 8962098 w 8962098"/>
              <a:gd name="connsiteY17" fmla="*/ 1186273 h 1186273"/>
              <a:gd name="connsiteX18" fmla="*/ 8541569 w 8962098"/>
              <a:gd name="connsiteY18" fmla="*/ 1186273 h 1186273"/>
              <a:gd name="connsiteX19" fmla="*/ 7672935 w 8962098"/>
              <a:gd name="connsiteY19" fmla="*/ 1186273 h 1186273"/>
              <a:gd name="connsiteX20" fmla="*/ 7252405 w 8962098"/>
              <a:gd name="connsiteY20" fmla="*/ 1186273 h 1186273"/>
              <a:gd name="connsiteX21" fmla="*/ 6473392 w 8962098"/>
              <a:gd name="connsiteY21" fmla="*/ 1186273 h 1186273"/>
              <a:gd name="connsiteX22" fmla="*/ 5784000 w 8962098"/>
              <a:gd name="connsiteY22" fmla="*/ 1186273 h 1186273"/>
              <a:gd name="connsiteX23" fmla="*/ 5094608 w 8962098"/>
              <a:gd name="connsiteY23" fmla="*/ 1186273 h 1186273"/>
              <a:gd name="connsiteX24" fmla="*/ 4494837 w 8962098"/>
              <a:gd name="connsiteY24" fmla="*/ 1186273 h 1186273"/>
              <a:gd name="connsiteX25" fmla="*/ 3715824 w 8962098"/>
              <a:gd name="connsiteY25" fmla="*/ 1186273 h 1186273"/>
              <a:gd name="connsiteX26" fmla="*/ 3116053 w 8962098"/>
              <a:gd name="connsiteY26" fmla="*/ 1186273 h 1186273"/>
              <a:gd name="connsiteX27" fmla="*/ 2337039 w 8962098"/>
              <a:gd name="connsiteY27" fmla="*/ 1186273 h 1186273"/>
              <a:gd name="connsiteX28" fmla="*/ 1826889 w 8962098"/>
              <a:gd name="connsiteY28" fmla="*/ 1186273 h 1186273"/>
              <a:gd name="connsiteX29" fmla="*/ 1316739 w 8962098"/>
              <a:gd name="connsiteY29" fmla="*/ 1186273 h 1186273"/>
              <a:gd name="connsiteX30" fmla="*/ 0 w 8962098"/>
              <a:gd name="connsiteY30" fmla="*/ 1186273 h 1186273"/>
              <a:gd name="connsiteX31" fmla="*/ 0 w 8962098"/>
              <a:gd name="connsiteY31" fmla="*/ 604999 h 1186273"/>
              <a:gd name="connsiteX32" fmla="*/ 0 w 8962098"/>
              <a:gd name="connsiteY32" fmla="*/ 0 h 1186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62098" h="1186273" fill="none" extrusionOk="0">
                <a:moveTo>
                  <a:pt x="0" y="0"/>
                </a:moveTo>
                <a:cubicBezTo>
                  <a:pt x="106741" y="-5227"/>
                  <a:pt x="258086" y="10078"/>
                  <a:pt x="420529" y="0"/>
                </a:cubicBezTo>
                <a:cubicBezTo>
                  <a:pt x="582972" y="-10078"/>
                  <a:pt x="967967" y="-21079"/>
                  <a:pt x="1199542" y="0"/>
                </a:cubicBezTo>
                <a:cubicBezTo>
                  <a:pt x="1431117" y="21079"/>
                  <a:pt x="1447174" y="13280"/>
                  <a:pt x="1620072" y="0"/>
                </a:cubicBezTo>
                <a:cubicBezTo>
                  <a:pt x="1792970" y="-13280"/>
                  <a:pt x="1912007" y="-9074"/>
                  <a:pt x="2040601" y="0"/>
                </a:cubicBezTo>
                <a:cubicBezTo>
                  <a:pt x="2169195" y="9074"/>
                  <a:pt x="2355610" y="5328"/>
                  <a:pt x="2550751" y="0"/>
                </a:cubicBezTo>
                <a:cubicBezTo>
                  <a:pt x="2745892" y="-5328"/>
                  <a:pt x="3023206" y="11627"/>
                  <a:pt x="3150522" y="0"/>
                </a:cubicBezTo>
                <a:cubicBezTo>
                  <a:pt x="3277838" y="-11627"/>
                  <a:pt x="3395071" y="18199"/>
                  <a:pt x="3571051" y="0"/>
                </a:cubicBezTo>
                <a:cubicBezTo>
                  <a:pt x="3747031" y="-18199"/>
                  <a:pt x="3938407" y="1645"/>
                  <a:pt x="4170823" y="0"/>
                </a:cubicBezTo>
                <a:cubicBezTo>
                  <a:pt x="4403239" y="-1645"/>
                  <a:pt x="4510024" y="-11615"/>
                  <a:pt x="4770594" y="0"/>
                </a:cubicBezTo>
                <a:cubicBezTo>
                  <a:pt x="5031164" y="11615"/>
                  <a:pt x="5213144" y="33240"/>
                  <a:pt x="5549607" y="0"/>
                </a:cubicBezTo>
                <a:cubicBezTo>
                  <a:pt x="5886070" y="-33240"/>
                  <a:pt x="5800410" y="18316"/>
                  <a:pt x="5970136" y="0"/>
                </a:cubicBezTo>
                <a:cubicBezTo>
                  <a:pt x="6139862" y="-18316"/>
                  <a:pt x="6473823" y="-10920"/>
                  <a:pt x="6659528" y="0"/>
                </a:cubicBezTo>
                <a:cubicBezTo>
                  <a:pt x="6845233" y="10920"/>
                  <a:pt x="7065940" y="9149"/>
                  <a:pt x="7169678" y="0"/>
                </a:cubicBezTo>
                <a:cubicBezTo>
                  <a:pt x="7273416" y="-9149"/>
                  <a:pt x="7434842" y="-822"/>
                  <a:pt x="7590208" y="0"/>
                </a:cubicBezTo>
                <a:cubicBezTo>
                  <a:pt x="7745574" y="822"/>
                  <a:pt x="8285488" y="40359"/>
                  <a:pt x="8962098" y="0"/>
                </a:cubicBezTo>
                <a:cubicBezTo>
                  <a:pt x="8955875" y="179935"/>
                  <a:pt x="8934984" y="381322"/>
                  <a:pt x="8962098" y="581274"/>
                </a:cubicBezTo>
                <a:cubicBezTo>
                  <a:pt x="8989212" y="781226"/>
                  <a:pt x="8936687" y="1050464"/>
                  <a:pt x="8962098" y="1186273"/>
                </a:cubicBezTo>
                <a:cubicBezTo>
                  <a:pt x="8773150" y="1171940"/>
                  <a:pt x="8713881" y="1165959"/>
                  <a:pt x="8541569" y="1186273"/>
                </a:cubicBezTo>
                <a:cubicBezTo>
                  <a:pt x="8369257" y="1206587"/>
                  <a:pt x="7946817" y="1215681"/>
                  <a:pt x="7672935" y="1186273"/>
                </a:cubicBezTo>
                <a:cubicBezTo>
                  <a:pt x="7399053" y="1156865"/>
                  <a:pt x="7433511" y="1175801"/>
                  <a:pt x="7252405" y="1186273"/>
                </a:cubicBezTo>
                <a:cubicBezTo>
                  <a:pt x="7071299" y="1196746"/>
                  <a:pt x="6730593" y="1198487"/>
                  <a:pt x="6473392" y="1186273"/>
                </a:cubicBezTo>
                <a:cubicBezTo>
                  <a:pt x="6216191" y="1174059"/>
                  <a:pt x="5928123" y="1152589"/>
                  <a:pt x="5784000" y="1186273"/>
                </a:cubicBezTo>
                <a:cubicBezTo>
                  <a:pt x="5639877" y="1219957"/>
                  <a:pt x="5290102" y="1181239"/>
                  <a:pt x="5094608" y="1186273"/>
                </a:cubicBezTo>
                <a:cubicBezTo>
                  <a:pt x="4899114" y="1191307"/>
                  <a:pt x="4646058" y="1177655"/>
                  <a:pt x="4494837" y="1186273"/>
                </a:cubicBezTo>
                <a:cubicBezTo>
                  <a:pt x="4343616" y="1194891"/>
                  <a:pt x="4071982" y="1201940"/>
                  <a:pt x="3715824" y="1186273"/>
                </a:cubicBezTo>
                <a:cubicBezTo>
                  <a:pt x="3359666" y="1170606"/>
                  <a:pt x="3269812" y="1215138"/>
                  <a:pt x="3116053" y="1186273"/>
                </a:cubicBezTo>
                <a:cubicBezTo>
                  <a:pt x="2962294" y="1157408"/>
                  <a:pt x="2501003" y="1170652"/>
                  <a:pt x="2337039" y="1186273"/>
                </a:cubicBezTo>
                <a:cubicBezTo>
                  <a:pt x="2173075" y="1201894"/>
                  <a:pt x="2078012" y="1210278"/>
                  <a:pt x="1826889" y="1186273"/>
                </a:cubicBezTo>
                <a:cubicBezTo>
                  <a:pt x="1575766" y="1162269"/>
                  <a:pt x="1566259" y="1196786"/>
                  <a:pt x="1316739" y="1186273"/>
                </a:cubicBezTo>
                <a:cubicBezTo>
                  <a:pt x="1067219" y="1175761"/>
                  <a:pt x="586745" y="1215105"/>
                  <a:pt x="0" y="1186273"/>
                </a:cubicBezTo>
                <a:cubicBezTo>
                  <a:pt x="-25979" y="902018"/>
                  <a:pt x="-6425" y="794925"/>
                  <a:pt x="0" y="604999"/>
                </a:cubicBezTo>
                <a:cubicBezTo>
                  <a:pt x="6425" y="415073"/>
                  <a:pt x="20610" y="205486"/>
                  <a:pt x="0" y="0"/>
                </a:cubicBezTo>
                <a:close/>
              </a:path>
              <a:path w="8962098" h="1186273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43871" y="238292"/>
                  <a:pt x="8957477" y="429249"/>
                  <a:pt x="8962098" y="616862"/>
                </a:cubicBezTo>
                <a:cubicBezTo>
                  <a:pt x="8966719" y="804475"/>
                  <a:pt x="8954556" y="949962"/>
                  <a:pt x="8962098" y="1186273"/>
                </a:cubicBezTo>
                <a:cubicBezTo>
                  <a:pt x="8742154" y="1161619"/>
                  <a:pt x="8448095" y="1164677"/>
                  <a:pt x="8272706" y="1186273"/>
                </a:cubicBezTo>
                <a:cubicBezTo>
                  <a:pt x="8097317" y="1207869"/>
                  <a:pt x="7820885" y="1190734"/>
                  <a:pt x="7583314" y="1186273"/>
                </a:cubicBezTo>
                <a:cubicBezTo>
                  <a:pt x="7345743" y="1181812"/>
                  <a:pt x="7187503" y="1171376"/>
                  <a:pt x="6893922" y="1186273"/>
                </a:cubicBezTo>
                <a:cubicBezTo>
                  <a:pt x="6600341" y="1201170"/>
                  <a:pt x="6348884" y="1146118"/>
                  <a:pt x="6025287" y="1186273"/>
                </a:cubicBezTo>
                <a:cubicBezTo>
                  <a:pt x="5701690" y="1226428"/>
                  <a:pt x="5641903" y="1220102"/>
                  <a:pt x="5335895" y="1186273"/>
                </a:cubicBezTo>
                <a:cubicBezTo>
                  <a:pt x="5029887" y="1152444"/>
                  <a:pt x="4881389" y="1197738"/>
                  <a:pt x="4556882" y="1186273"/>
                </a:cubicBezTo>
                <a:cubicBezTo>
                  <a:pt x="4232375" y="1174808"/>
                  <a:pt x="4151239" y="1181932"/>
                  <a:pt x="3777869" y="1186273"/>
                </a:cubicBezTo>
                <a:cubicBezTo>
                  <a:pt x="3404499" y="1190614"/>
                  <a:pt x="3407727" y="1163207"/>
                  <a:pt x="3178098" y="1186273"/>
                </a:cubicBezTo>
                <a:cubicBezTo>
                  <a:pt x="2948469" y="1209339"/>
                  <a:pt x="2828812" y="1171344"/>
                  <a:pt x="2667948" y="1186273"/>
                </a:cubicBezTo>
                <a:cubicBezTo>
                  <a:pt x="2507084" y="1201203"/>
                  <a:pt x="2194447" y="1150799"/>
                  <a:pt x="1799314" y="1186273"/>
                </a:cubicBezTo>
                <a:cubicBezTo>
                  <a:pt x="1404181" y="1221747"/>
                  <a:pt x="1251049" y="1174254"/>
                  <a:pt x="1109921" y="1186273"/>
                </a:cubicBezTo>
                <a:cubicBezTo>
                  <a:pt x="968793" y="1198292"/>
                  <a:pt x="382880" y="1174877"/>
                  <a:pt x="0" y="1186273"/>
                </a:cubicBezTo>
                <a:cubicBezTo>
                  <a:pt x="12214" y="900878"/>
                  <a:pt x="-10623" y="766773"/>
                  <a:pt x="0" y="581274"/>
                </a:cubicBezTo>
                <a:cubicBezTo>
                  <a:pt x="10623" y="395775"/>
                  <a:pt x="6729" y="229452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36000" rIns="288000" bIns="36000">
            <a:spAutoFit/>
          </a:bodyPr>
          <a:lstStyle/>
          <a:p>
            <a:pPr defTabSz="360000"/>
            <a:r>
              <a:rPr lang="en-US" altLang="ko-KR" sz="1000"/>
              <a:t>lockable&lt;&gt; x;</a:t>
            </a:r>
          </a:p>
          <a:p>
            <a:pPr defTabSz="360000"/>
            <a:endParaRPr lang="en-US" altLang="ko-KR" sz="1000"/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scoped_lock() </a:t>
            </a:r>
            <a:r>
              <a:rPr lang="ko-KR" altLang="en-US" sz="1000">
                <a:solidFill>
                  <a:srgbClr val="00B050"/>
                </a:solidFill>
              </a:rPr>
              <a:t>매크로는 블록을 명시하도록 해 직관적으로 코딩할 수 있도록 해준다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</a:p>
          <a:p>
            <a:pPr defTabSz="360000"/>
            <a:r>
              <a:rPr lang="en-US" altLang="ko-KR" sz="1000" b="1"/>
              <a:t>scoped_lock</a:t>
            </a:r>
            <a:r>
              <a:rPr lang="en-US" altLang="ko-KR" sz="1000"/>
              <a:t>(x)</a:t>
            </a:r>
          </a:p>
          <a:p>
            <a:pPr defTabSz="360000"/>
            <a:r>
              <a:rPr lang="en-US" altLang="ko-KR" sz="1000"/>
              <a:t>{</a:t>
            </a:r>
          </a:p>
          <a:p>
            <a:pPr defTabSz="360000"/>
            <a:r>
              <a:rPr lang="en-US" altLang="ko-KR" sz="1000"/>
              <a:t>	…</a:t>
            </a:r>
          </a:p>
          <a:p>
            <a:pPr defTabSz="360000"/>
            <a:r>
              <a:rPr lang="en-US" altLang="ko-KR" sz="1000"/>
              <a:t>}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55174C6-D193-45A7-BD59-6A055811C08C}"/>
              </a:ext>
            </a:extLst>
          </p:cNvPr>
          <p:cNvSpPr/>
          <p:nvPr/>
        </p:nvSpPr>
        <p:spPr>
          <a:xfrm>
            <a:off x="1717200" y="2764700"/>
            <a:ext cx="8962098" cy="1618856"/>
          </a:xfrm>
          <a:custGeom>
            <a:avLst/>
            <a:gdLst>
              <a:gd name="connsiteX0" fmla="*/ 0 w 8962098"/>
              <a:gd name="connsiteY0" fmla="*/ 0 h 1618856"/>
              <a:gd name="connsiteX1" fmla="*/ 510150 w 8962098"/>
              <a:gd name="connsiteY1" fmla="*/ 0 h 1618856"/>
              <a:gd name="connsiteX2" fmla="*/ 930679 w 8962098"/>
              <a:gd name="connsiteY2" fmla="*/ 0 h 1618856"/>
              <a:gd name="connsiteX3" fmla="*/ 1440830 w 8962098"/>
              <a:gd name="connsiteY3" fmla="*/ 0 h 1618856"/>
              <a:gd name="connsiteX4" fmla="*/ 2040601 w 8962098"/>
              <a:gd name="connsiteY4" fmla="*/ 0 h 1618856"/>
              <a:gd name="connsiteX5" fmla="*/ 2461130 w 8962098"/>
              <a:gd name="connsiteY5" fmla="*/ 0 h 1618856"/>
              <a:gd name="connsiteX6" fmla="*/ 3060901 w 8962098"/>
              <a:gd name="connsiteY6" fmla="*/ 0 h 1618856"/>
              <a:gd name="connsiteX7" fmla="*/ 3660672 w 8962098"/>
              <a:gd name="connsiteY7" fmla="*/ 0 h 1618856"/>
              <a:gd name="connsiteX8" fmla="*/ 4439685 w 8962098"/>
              <a:gd name="connsiteY8" fmla="*/ 0 h 1618856"/>
              <a:gd name="connsiteX9" fmla="*/ 4860215 w 8962098"/>
              <a:gd name="connsiteY9" fmla="*/ 0 h 1618856"/>
              <a:gd name="connsiteX10" fmla="*/ 5549607 w 8962098"/>
              <a:gd name="connsiteY10" fmla="*/ 0 h 1618856"/>
              <a:gd name="connsiteX11" fmla="*/ 6059757 w 8962098"/>
              <a:gd name="connsiteY11" fmla="*/ 0 h 1618856"/>
              <a:gd name="connsiteX12" fmla="*/ 6480286 w 8962098"/>
              <a:gd name="connsiteY12" fmla="*/ 0 h 1618856"/>
              <a:gd name="connsiteX13" fmla="*/ 7348920 w 8962098"/>
              <a:gd name="connsiteY13" fmla="*/ 0 h 1618856"/>
              <a:gd name="connsiteX14" fmla="*/ 7948692 w 8962098"/>
              <a:gd name="connsiteY14" fmla="*/ 0 h 1618856"/>
              <a:gd name="connsiteX15" fmla="*/ 8962098 w 8962098"/>
              <a:gd name="connsiteY15" fmla="*/ 0 h 1618856"/>
              <a:gd name="connsiteX16" fmla="*/ 8962098 w 8962098"/>
              <a:gd name="connsiteY16" fmla="*/ 539619 h 1618856"/>
              <a:gd name="connsiteX17" fmla="*/ 8962098 w 8962098"/>
              <a:gd name="connsiteY17" fmla="*/ 1079237 h 1618856"/>
              <a:gd name="connsiteX18" fmla="*/ 8962098 w 8962098"/>
              <a:gd name="connsiteY18" fmla="*/ 1618856 h 1618856"/>
              <a:gd name="connsiteX19" fmla="*/ 8451948 w 8962098"/>
              <a:gd name="connsiteY19" fmla="*/ 1618856 h 1618856"/>
              <a:gd name="connsiteX20" fmla="*/ 7762556 w 8962098"/>
              <a:gd name="connsiteY20" fmla="*/ 1618856 h 1618856"/>
              <a:gd name="connsiteX21" fmla="*/ 7073163 w 8962098"/>
              <a:gd name="connsiteY21" fmla="*/ 1618856 h 1618856"/>
              <a:gd name="connsiteX22" fmla="*/ 6473392 w 8962098"/>
              <a:gd name="connsiteY22" fmla="*/ 1618856 h 1618856"/>
              <a:gd name="connsiteX23" fmla="*/ 5694379 w 8962098"/>
              <a:gd name="connsiteY23" fmla="*/ 1618856 h 1618856"/>
              <a:gd name="connsiteX24" fmla="*/ 5094608 w 8962098"/>
              <a:gd name="connsiteY24" fmla="*/ 1618856 h 1618856"/>
              <a:gd name="connsiteX25" fmla="*/ 4315595 w 8962098"/>
              <a:gd name="connsiteY25" fmla="*/ 1618856 h 1618856"/>
              <a:gd name="connsiteX26" fmla="*/ 3805445 w 8962098"/>
              <a:gd name="connsiteY26" fmla="*/ 1618856 h 1618856"/>
              <a:gd name="connsiteX27" fmla="*/ 3295294 w 8962098"/>
              <a:gd name="connsiteY27" fmla="*/ 1618856 h 1618856"/>
              <a:gd name="connsiteX28" fmla="*/ 2516281 w 8962098"/>
              <a:gd name="connsiteY28" fmla="*/ 1618856 h 1618856"/>
              <a:gd name="connsiteX29" fmla="*/ 1916510 w 8962098"/>
              <a:gd name="connsiteY29" fmla="*/ 1618856 h 1618856"/>
              <a:gd name="connsiteX30" fmla="*/ 1227118 w 8962098"/>
              <a:gd name="connsiteY30" fmla="*/ 1618856 h 1618856"/>
              <a:gd name="connsiteX31" fmla="*/ 627347 w 8962098"/>
              <a:gd name="connsiteY31" fmla="*/ 1618856 h 1618856"/>
              <a:gd name="connsiteX32" fmla="*/ 0 w 8962098"/>
              <a:gd name="connsiteY32" fmla="*/ 1618856 h 1618856"/>
              <a:gd name="connsiteX33" fmla="*/ 0 w 8962098"/>
              <a:gd name="connsiteY33" fmla="*/ 1046860 h 1618856"/>
              <a:gd name="connsiteX34" fmla="*/ 0 w 8962098"/>
              <a:gd name="connsiteY34" fmla="*/ 555807 h 1618856"/>
              <a:gd name="connsiteX35" fmla="*/ 0 w 8962098"/>
              <a:gd name="connsiteY35" fmla="*/ 0 h 1618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1618856" fill="none" extrusionOk="0">
                <a:moveTo>
                  <a:pt x="0" y="0"/>
                </a:moveTo>
                <a:cubicBezTo>
                  <a:pt x="180912" y="-9047"/>
                  <a:pt x="382992" y="-5112"/>
                  <a:pt x="510150" y="0"/>
                </a:cubicBezTo>
                <a:cubicBezTo>
                  <a:pt x="637308" y="5112"/>
                  <a:pt x="802085" y="-9074"/>
                  <a:pt x="930679" y="0"/>
                </a:cubicBezTo>
                <a:cubicBezTo>
                  <a:pt x="1059273" y="9074"/>
                  <a:pt x="1240044" y="4253"/>
                  <a:pt x="1440830" y="0"/>
                </a:cubicBezTo>
                <a:cubicBezTo>
                  <a:pt x="1641616" y="-4253"/>
                  <a:pt x="1913285" y="11627"/>
                  <a:pt x="2040601" y="0"/>
                </a:cubicBezTo>
                <a:cubicBezTo>
                  <a:pt x="2167917" y="-11627"/>
                  <a:pt x="2285150" y="18199"/>
                  <a:pt x="2461130" y="0"/>
                </a:cubicBezTo>
                <a:cubicBezTo>
                  <a:pt x="2637110" y="-18199"/>
                  <a:pt x="2828636" y="4492"/>
                  <a:pt x="3060901" y="0"/>
                </a:cubicBezTo>
                <a:cubicBezTo>
                  <a:pt x="3293166" y="-4492"/>
                  <a:pt x="3400102" y="-11615"/>
                  <a:pt x="3660672" y="0"/>
                </a:cubicBezTo>
                <a:cubicBezTo>
                  <a:pt x="3921242" y="11615"/>
                  <a:pt x="4103222" y="33240"/>
                  <a:pt x="4439685" y="0"/>
                </a:cubicBezTo>
                <a:cubicBezTo>
                  <a:pt x="4776148" y="-33240"/>
                  <a:pt x="4682591" y="17857"/>
                  <a:pt x="4860215" y="0"/>
                </a:cubicBezTo>
                <a:cubicBezTo>
                  <a:pt x="5037839" y="-17857"/>
                  <a:pt x="5363902" y="-10920"/>
                  <a:pt x="5549607" y="0"/>
                </a:cubicBezTo>
                <a:cubicBezTo>
                  <a:pt x="5735312" y="10920"/>
                  <a:pt x="5956019" y="9149"/>
                  <a:pt x="6059757" y="0"/>
                </a:cubicBezTo>
                <a:cubicBezTo>
                  <a:pt x="6163495" y="-9149"/>
                  <a:pt x="6329987" y="5934"/>
                  <a:pt x="6480286" y="0"/>
                </a:cubicBezTo>
                <a:cubicBezTo>
                  <a:pt x="6630585" y="-5934"/>
                  <a:pt x="7107847" y="-26784"/>
                  <a:pt x="7348920" y="0"/>
                </a:cubicBezTo>
                <a:cubicBezTo>
                  <a:pt x="7589993" y="26784"/>
                  <a:pt x="7767262" y="-14219"/>
                  <a:pt x="7948692" y="0"/>
                </a:cubicBezTo>
                <a:cubicBezTo>
                  <a:pt x="8130122" y="14219"/>
                  <a:pt x="8523513" y="2118"/>
                  <a:pt x="8962098" y="0"/>
                </a:cubicBezTo>
                <a:cubicBezTo>
                  <a:pt x="8988461" y="177379"/>
                  <a:pt x="8937031" y="324039"/>
                  <a:pt x="8962098" y="539619"/>
                </a:cubicBezTo>
                <a:cubicBezTo>
                  <a:pt x="8987165" y="755199"/>
                  <a:pt x="8935348" y="948097"/>
                  <a:pt x="8962098" y="1079237"/>
                </a:cubicBezTo>
                <a:cubicBezTo>
                  <a:pt x="8988848" y="1210377"/>
                  <a:pt x="8979132" y="1430320"/>
                  <a:pt x="8962098" y="1618856"/>
                </a:cubicBezTo>
                <a:cubicBezTo>
                  <a:pt x="8768339" y="1619994"/>
                  <a:pt x="8635883" y="1621631"/>
                  <a:pt x="8451948" y="1618856"/>
                </a:cubicBezTo>
                <a:cubicBezTo>
                  <a:pt x="8268013" y="1616082"/>
                  <a:pt x="7906679" y="1585172"/>
                  <a:pt x="7762556" y="1618856"/>
                </a:cubicBezTo>
                <a:cubicBezTo>
                  <a:pt x="7618433" y="1652540"/>
                  <a:pt x="7274105" y="1617961"/>
                  <a:pt x="7073163" y="1618856"/>
                </a:cubicBezTo>
                <a:cubicBezTo>
                  <a:pt x="6872221" y="1619751"/>
                  <a:pt x="6624613" y="1610238"/>
                  <a:pt x="6473392" y="1618856"/>
                </a:cubicBezTo>
                <a:cubicBezTo>
                  <a:pt x="6322171" y="1627474"/>
                  <a:pt x="6050537" y="1634523"/>
                  <a:pt x="5694379" y="1618856"/>
                </a:cubicBezTo>
                <a:cubicBezTo>
                  <a:pt x="5338221" y="1603189"/>
                  <a:pt x="5248367" y="1647721"/>
                  <a:pt x="5094608" y="1618856"/>
                </a:cubicBezTo>
                <a:cubicBezTo>
                  <a:pt x="4940849" y="1589991"/>
                  <a:pt x="4475351" y="1599567"/>
                  <a:pt x="4315595" y="1618856"/>
                </a:cubicBezTo>
                <a:cubicBezTo>
                  <a:pt x="4155839" y="1638145"/>
                  <a:pt x="4056568" y="1642861"/>
                  <a:pt x="3805445" y="1618856"/>
                </a:cubicBezTo>
                <a:cubicBezTo>
                  <a:pt x="3554322" y="1594852"/>
                  <a:pt x="3547939" y="1630342"/>
                  <a:pt x="3295294" y="1618856"/>
                </a:cubicBezTo>
                <a:cubicBezTo>
                  <a:pt x="3042649" y="1607370"/>
                  <a:pt x="2707632" y="1586400"/>
                  <a:pt x="2516281" y="1618856"/>
                </a:cubicBezTo>
                <a:cubicBezTo>
                  <a:pt x="2324930" y="1651312"/>
                  <a:pt x="2073134" y="1611970"/>
                  <a:pt x="1916510" y="1618856"/>
                </a:cubicBezTo>
                <a:cubicBezTo>
                  <a:pt x="1759886" y="1625742"/>
                  <a:pt x="1421649" y="1597562"/>
                  <a:pt x="1227118" y="1618856"/>
                </a:cubicBezTo>
                <a:cubicBezTo>
                  <a:pt x="1032587" y="1640150"/>
                  <a:pt x="901337" y="1616583"/>
                  <a:pt x="627347" y="1618856"/>
                </a:cubicBezTo>
                <a:cubicBezTo>
                  <a:pt x="353357" y="1621129"/>
                  <a:pt x="301530" y="1632467"/>
                  <a:pt x="0" y="1618856"/>
                </a:cubicBezTo>
                <a:cubicBezTo>
                  <a:pt x="-8547" y="1404288"/>
                  <a:pt x="5333" y="1262201"/>
                  <a:pt x="0" y="1046860"/>
                </a:cubicBezTo>
                <a:cubicBezTo>
                  <a:pt x="-5333" y="831519"/>
                  <a:pt x="20982" y="692114"/>
                  <a:pt x="0" y="555807"/>
                </a:cubicBezTo>
                <a:cubicBezTo>
                  <a:pt x="-20982" y="419500"/>
                  <a:pt x="-11289" y="167178"/>
                  <a:pt x="0" y="0"/>
                </a:cubicBezTo>
                <a:close/>
              </a:path>
              <a:path w="8962098" h="1618856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77740" y="180450"/>
                  <a:pt x="8969357" y="305652"/>
                  <a:pt x="8962098" y="571996"/>
                </a:cubicBezTo>
                <a:cubicBezTo>
                  <a:pt x="8954839" y="838340"/>
                  <a:pt x="8954683" y="941101"/>
                  <a:pt x="8962098" y="1127803"/>
                </a:cubicBezTo>
                <a:cubicBezTo>
                  <a:pt x="8969513" y="1314505"/>
                  <a:pt x="8961370" y="1506664"/>
                  <a:pt x="8962098" y="1618856"/>
                </a:cubicBezTo>
                <a:cubicBezTo>
                  <a:pt x="8796241" y="1630440"/>
                  <a:pt x="8685247" y="1620965"/>
                  <a:pt x="8541569" y="1618856"/>
                </a:cubicBezTo>
                <a:cubicBezTo>
                  <a:pt x="8397891" y="1616747"/>
                  <a:pt x="8145758" y="1603959"/>
                  <a:pt x="7852177" y="1618856"/>
                </a:cubicBezTo>
                <a:cubicBezTo>
                  <a:pt x="7558596" y="1633753"/>
                  <a:pt x="7304328" y="1576595"/>
                  <a:pt x="6983543" y="1618856"/>
                </a:cubicBezTo>
                <a:cubicBezTo>
                  <a:pt x="6662758" y="1661117"/>
                  <a:pt x="6600854" y="1584677"/>
                  <a:pt x="6294150" y="1618856"/>
                </a:cubicBezTo>
                <a:cubicBezTo>
                  <a:pt x="5987446" y="1653035"/>
                  <a:pt x="5839644" y="1630321"/>
                  <a:pt x="5515137" y="1618856"/>
                </a:cubicBezTo>
                <a:cubicBezTo>
                  <a:pt x="5190630" y="1607391"/>
                  <a:pt x="5109494" y="1614515"/>
                  <a:pt x="4736124" y="1618856"/>
                </a:cubicBezTo>
                <a:cubicBezTo>
                  <a:pt x="4362754" y="1623197"/>
                  <a:pt x="4365982" y="1595790"/>
                  <a:pt x="4136353" y="1618856"/>
                </a:cubicBezTo>
                <a:cubicBezTo>
                  <a:pt x="3906724" y="1641922"/>
                  <a:pt x="3787067" y="1603927"/>
                  <a:pt x="3626203" y="1618856"/>
                </a:cubicBezTo>
                <a:cubicBezTo>
                  <a:pt x="3465339" y="1633786"/>
                  <a:pt x="3152702" y="1583382"/>
                  <a:pt x="2757569" y="1618856"/>
                </a:cubicBezTo>
                <a:cubicBezTo>
                  <a:pt x="2362436" y="1654330"/>
                  <a:pt x="2209304" y="1606837"/>
                  <a:pt x="2068176" y="1618856"/>
                </a:cubicBezTo>
                <a:cubicBezTo>
                  <a:pt x="1927048" y="1630875"/>
                  <a:pt x="1448099" y="1605669"/>
                  <a:pt x="1199542" y="1618856"/>
                </a:cubicBezTo>
                <a:cubicBezTo>
                  <a:pt x="950985" y="1632043"/>
                  <a:pt x="527239" y="1568481"/>
                  <a:pt x="0" y="1618856"/>
                </a:cubicBezTo>
                <a:cubicBezTo>
                  <a:pt x="-6046" y="1499360"/>
                  <a:pt x="-11311" y="1253410"/>
                  <a:pt x="0" y="1111614"/>
                </a:cubicBezTo>
                <a:cubicBezTo>
                  <a:pt x="11311" y="969818"/>
                  <a:pt x="15484" y="775142"/>
                  <a:pt x="0" y="620561"/>
                </a:cubicBezTo>
                <a:cubicBezTo>
                  <a:pt x="-15484" y="465980"/>
                  <a:pt x="-18158" y="195281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36000" rIns="288000" bIns="36000">
            <a:spAutoFit/>
          </a:bodyPr>
          <a:lstStyle/>
          <a:p>
            <a:pPr defTabSz="360000"/>
            <a:r>
              <a:rPr lang="en-US" altLang="ko-KR" sz="1000"/>
              <a:t>lockable&lt;&gt;x;</a:t>
            </a:r>
          </a:p>
          <a:p>
            <a:pPr defTabSz="360000"/>
            <a:r>
              <a:rPr lang="en-US" altLang="ko-KR" sz="1000"/>
              <a:t>lockable&lt;&gt;y;</a:t>
            </a:r>
          </a:p>
          <a:p>
            <a:pPr defTabSz="360000"/>
            <a:endParaRPr lang="ko-KR" altLang="en-US" sz="1000"/>
          </a:p>
          <a:p>
            <a:pPr defTabSz="360000"/>
            <a:r>
              <a:rPr lang="en-US" altLang="ko-KR" sz="1000" b="1"/>
              <a:t>scoped_lock(x)</a:t>
            </a:r>
          </a:p>
          <a:p>
            <a:pPr defTabSz="360000"/>
            <a:r>
              <a:rPr lang="en-US" altLang="ko-KR" sz="1000"/>
              <a:t>{</a:t>
            </a:r>
          </a:p>
          <a:p>
            <a:pPr defTabSz="360000"/>
            <a:r>
              <a:rPr lang="en-US" altLang="ko-KR" sz="1000"/>
              <a:t>	</a:t>
            </a:r>
            <a:r>
              <a:rPr lang="en-US" altLang="ko-KR" sz="1000" b="1"/>
              <a:t>scoped_lock(y)</a:t>
            </a:r>
          </a:p>
          <a:p>
            <a:pPr defTabSz="360000"/>
            <a:r>
              <a:rPr lang="en-US" altLang="ko-KR" sz="1000"/>
              <a:t>	{</a:t>
            </a:r>
          </a:p>
          <a:p>
            <a:pPr defTabSz="360000"/>
            <a:r>
              <a:rPr lang="en-US" altLang="ko-KR" sz="1000"/>
              <a:t>		std::cout &lt;&lt; "locked" &lt;&lt; std::endl;</a:t>
            </a:r>
          </a:p>
          <a:p>
            <a:pPr defTabSz="360000"/>
            <a:r>
              <a:rPr lang="en-US" altLang="ko-KR" sz="1000"/>
              <a:t>	}</a:t>
            </a:r>
          </a:p>
          <a:p>
            <a:pPr defTabSz="360000"/>
            <a:r>
              <a:rPr lang="en-US" altLang="ko-KR" sz="1000"/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F20310-ED84-4B60-AE6B-500E4C1207F9}"/>
              </a:ext>
            </a:extLst>
          </p:cNvPr>
          <p:cNvSpPr txBox="1"/>
          <p:nvPr/>
        </p:nvSpPr>
        <p:spPr>
          <a:xfrm>
            <a:off x="1416049" y="567444"/>
            <a:ext cx="9588281" cy="60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0" indent="-2730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CGDK::scoped_lock</a:t>
            </a:r>
            <a:b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CGDK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에서는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C++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표준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scoped lock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좀 더 직관적으로 사용하도록 하기 위해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scoped_lock(…)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매크로를 제공해 준다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7DD1EC-8B43-4332-8EC0-79D64313DA46}"/>
              </a:ext>
            </a:extLst>
          </p:cNvPr>
          <p:cNvSpPr txBox="1"/>
          <p:nvPr/>
        </p:nvSpPr>
        <p:spPr>
          <a:xfrm>
            <a:off x="1657785" y="2388193"/>
            <a:ext cx="7708900" cy="326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다중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scoped_lock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로 당연히 가능하다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1B2856B-841E-4318-BDF0-FAD8007C3175}"/>
              </a:ext>
            </a:extLst>
          </p:cNvPr>
          <p:cNvSpPr/>
          <p:nvPr/>
        </p:nvSpPr>
        <p:spPr>
          <a:xfrm>
            <a:off x="1717200" y="5084910"/>
            <a:ext cx="8962098" cy="1464968"/>
          </a:xfrm>
          <a:custGeom>
            <a:avLst/>
            <a:gdLst>
              <a:gd name="connsiteX0" fmla="*/ 0 w 8962098"/>
              <a:gd name="connsiteY0" fmla="*/ 0 h 1464968"/>
              <a:gd name="connsiteX1" fmla="*/ 510150 w 8962098"/>
              <a:gd name="connsiteY1" fmla="*/ 0 h 1464968"/>
              <a:gd name="connsiteX2" fmla="*/ 930679 w 8962098"/>
              <a:gd name="connsiteY2" fmla="*/ 0 h 1464968"/>
              <a:gd name="connsiteX3" fmla="*/ 1440830 w 8962098"/>
              <a:gd name="connsiteY3" fmla="*/ 0 h 1464968"/>
              <a:gd name="connsiteX4" fmla="*/ 2040601 w 8962098"/>
              <a:gd name="connsiteY4" fmla="*/ 0 h 1464968"/>
              <a:gd name="connsiteX5" fmla="*/ 2461130 w 8962098"/>
              <a:gd name="connsiteY5" fmla="*/ 0 h 1464968"/>
              <a:gd name="connsiteX6" fmla="*/ 3060901 w 8962098"/>
              <a:gd name="connsiteY6" fmla="*/ 0 h 1464968"/>
              <a:gd name="connsiteX7" fmla="*/ 3660672 w 8962098"/>
              <a:gd name="connsiteY7" fmla="*/ 0 h 1464968"/>
              <a:gd name="connsiteX8" fmla="*/ 4439685 w 8962098"/>
              <a:gd name="connsiteY8" fmla="*/ 0 h 1464968"/>
              <a:gd name="connsiteX9" fmla="*/ 4860215 w 8962098"/>
              <a:gd name="connsiteY9" fmla="*/ 0 h 1464968"/>
              <a:gd name="connsiteX10" fmla="*/ 5549607 w 8962098"/>
              <a:gd name="connsiteY10" fmla="*/ 0 h 1464968"/>
              <a:gd name="connsiteX11" fmla="*/ 6059757 w 8962098"/>
              <a:gd name="connsiteY11" fmla="*/ 0 h 1464968"/>
              <a:gd name="connsiteX12" fmla="*/ 6480286 w 8962098"/>
              <a:gd name="connsiteY12" fmla="*/ 0 h 1464968"/>
              <a:gd name="connsiteX13" fmla="*/ 7348920 w 8962098"/>
              <a:gd name="connsiteY13" fmla="*/ 0 h 1464968"/>
              <a:gd name="connsiteX14" fmla="*/ 7948692 w 8962098"/>
              <a:gd name="connsiteY14" fmla="*/ 0 h 1464968"/>
              <a:gd name="connsiteX15" fmla="*/ 8962098 w 8962098"/>
              <a:gd name="connsiteY15" fmla="*/ 0 h 1464968"/>
              <a:gd name="connsiteX16" fmla="*/ 8962098 w 8962098"/>
              <a:gd name="connsiteY16" fmla="*/ 488323 h 1464968"/>
              <a:gd name="connsiteX17" fmla="*/ 8962098 w 8962098"/>
              <a:gd name="connsiteY17" fmla="*/ 976645 h 1464968"/>
              <a:gd name="connsiteX18" fmla="*/ 8962098 w 8962098"/>
              <a:gd name="connsiteY18" fmla="*/ 1464968 h 1464968"/>
              <a:gd name="connsiteX19" fmla="*/ 8451948 w 8962098"/>
              <a:gd name="connsiteY19" fmla="*/ 1464968 h 1464968"/>
              <a:gd name="connsiteX20" fmla="*/ 7762556 w 8962098"/>
              <a:gd name="connsiteY20" fmla="*/ 1464968 h 1464968"/>
              <a:gd name="connsiteX21" fmla="*/ 7073163 w 8962098"/>
              <a:gd name="connsiteY21" fmla="*/ 1464968 h 1464968"/>
              <a:gd name="connsiteX22" fmla="*/ 6473392 w 8962098"/>
              <a:gd name="connsiteY22" fmla="*/ 1464968 h 1464968"/>
              <a:gd name="connsiteX23" fmla="*/ 5694379 w 8962098"/>
              <a:gd name="connsiteY23" fmla="*/ 1464968 h 1464968"/>
              <a:gd name="connsiteX24" fmla="*/ 5094608 w 8962098"/>
              <a:gd name="connsiteY24" fmla="*/ 1464968 h 1464968"/>
              <a:gd name="connsiteX25" fmla="*/ 4315595 w 8962098"/>
              <a:gd name="connsiteY25" fmla="*/ 1464968 h 1464968"/>
              <a:gd name="connsiteX26" fmla="*/ 3805445 w 8962098"/>
              <a:gd name="connsiteY26" fmla="*/ 1464968 h 1464968"/>
              <a:gd name="connsiteX27" fmla="*/ 3295294 w 8962098"/>
              <a:gd name="connsiteY27" fmla="*/ 1464968 h 1464968"/>
              <a:gd name="connsiteX28" fmla="*/ 2516281 w 8962098"/>
              <a:gd name="connsiteY28" fmla="*/ 1464968 h 1464968"/>
              <a:gd name="connsiteX29" fmla="*/ 1916510 w 8962098"/>
              <a:gd name="connsiteY29" fmla="*/ 1464968 h 1464968"/>
              <a:gd name="connsiteX30" fmla="*/ 1227118 w 8962098"/>
              <a:gd name="connsiteY30" fmla="*/ 1464968 h 1464968"/>
              <a:gd name="connsiteX31" fmla="*/ 627347 w 8962098"/>
              <a:gd name="connsiteY31" fmla="*/ 1464968 h 1464968"/>
              <a:gd name="connsiteX32" fmla="*/ 0 w 8962098"/>
              <a:gd name="connsiteY32" fmla="*/ 1464968 h 1464968"/>
              <a:gd name="connsiteX33" fmla="*/ 0 w 8962098"/>
              <a:gd name="connsiteY33" fmla="*/ 947346 h 1464968"/>
              <a:gd name="connsiteX34" fmla="*/ 0 w 8962098"/>
              <a:gd name="connsiteY34" fmla="*/ 502972 h 1464968"/>
              <a:gd name="connsiteX35" fmla="*/ 0 w 8962098"/>
              <a:gd name="connsiteY35" fmla="*/ 0 h 1464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1464968" fill="none" extrusionOk="0">
                <a:moveTo>
                  <a:pt x="0" y="0"/>
                </a:moveTo>
                <a:cubicBezTo>
                  <a:pt x="180912" y="-9047"/>
                  <a:pt x="382992" y="-5112"/>
                  <a:pt x="510150" y="0"/>
                </a:cubicBezTo>
                <a:cubicBezTo>
                  <a:pt x="637308" y="5112"/>
                  <a:pt x="802085" y="-9074"/>
                  <a:pt x="930679" y="0"/>
                </a:cubicBezTo>
                <a:cubicBezTo>
                  <a:pt x="1059273" y="9074"/>
                  <a:pt x="1240044" y="4253"/>
                  <a:pt x="1440830" y="0"/>
                </a:cubicBezTo>
                <a:cubicBezTo>
                  <a:pt x="1641616" y="-4253"/>
                  <a:pt x="1913285" y="11627"/>
                  <a:pt x="2040601" y="0"/>
                </a:cubicBezTo>
                <a:cubicBezTo>
                  <a:pt x="2167917" y="-11627"/>
                  <a:pt x="2285150" y="18199"/>
                  <a:pt x="2461130" y="0"/>
                </a:cubicBezTo>
                <a:cubicBezTo>
                  <a:pt x="2637110" y="-18199"/>
                  <a:pt x="2828636" y="4492"/>
                  <a:pt x="3060901" y="0"/>
                </a:cubicBezTo>
                <a:cubicBezTo>
                  <a:pt x="3293166" y="-4492"/>
                  <a:pt x="3400102" y="-11615"/>
                  <a:pt x="3660672" y="0"/>
                </a:cubicBezTo>
                <a:cubicBezTo>
                  <a:pt x="3921242" y="11615"/>
                  <a:pt x="4103222" y="33240"/>
                  <a:pt x="4439685" y="0"/>
                </a:cubicBezTo>
                <a:cubicBezTo>
                  <a:pt x="4776148" y="-33240"/>
                  <a:pt x="4682591" y="17857"/>
                  <a:pt x="4860215" y="0"/>
                </a:cubicBezTo>
                <a:cubicBezTo>
                  <a:pt x="5037839" y="-17857"/>
                  <a:pt x="5363902" y="-10920"/>
                  <a:pt x="5549607" y="0"/>
                </a:cubicBezTo>
                <a:cubicBezTo>
                  <a:pt x="5735312" y="10920"/>
                  <a:pt x="5956019" y="9149"/>
                  <a:pt x="6059757" y="0"/>
                </a:cubicBezTo>
                <a:cubicBezTo>
                  <a:pt x="6163495" y="-9149"/>
                  <a:pt x="6329987" y="5934"/>
                  <a:pt x="6480286" y="0"/>
                </a:cubicBezTo>
                <a:cubicBezTo>
                  <a:pt x="6630585" y="-5934"/>
                  <a:pt x="7107847" y="-26784"/>
                  <a:pt x="7348920" y="0"/>
                </a:cubicBezTo>
                <a:cubicBezTo>
                  <a:pt x="7589993" y="26784"/>
                  <a:pt x="7767262" y="-14219"/>
                  <a:pt x="7948692" y="0"/>
                </a:cubicBezTo>
                <a:cubicBezTo>
                  <a:pt x="8130122" y="14219"/>
                  <a:pt x="8523513" y="2118"/>
                  <a:pt x="8962098" y="0"/>
                </a:cubicBezTo>
                <a:cubicBezTo>
                  <a:pt x="8978330" y="192506"/>
                  <a:pt x="8982327" y="251180"/>
                  <a:pt x="8962098" y="488323"/>
                </a:cubicBezTo>
                <a:cubicBezTo>
                  <a:pt x="8941869" y="725466"/>
                  <a:pt x="8953207" y="739240"/>
                  <a:pt x="8962098" y="976645"/>
                </a:cubicBezTo>
                <a:cubicBezTo>
                  <a:pt x="8970989" y="1214050"/>
                  <a:pt x="8946318" y="1322857"/>
                  <a:pt x="8962098" y="1464968"/>
                </a:cubicBezTo>
                <a:cubicBezTo>
                  <a:pt x="8768339" y="1466106"/>
                  <a:pt x="8635883" y="1467743"/>
                  <a:pt x="8451948" y="1464968"/>
                </a:cubicBezTo>
                <a:cubicBezTo>
                  <a:pt x="8268013" y="1462194"/>
                  <a:pt x="7906679" y="1431284"/>
                  <a:pt x="7762556" y="1464968"/>
                </a:cubicBezTo>
                <a:cubicBezTo>
                  <a:pt x="7618433" y="1498652"/>
                  <a:pt x="7274105" y="1464073"/>
                  <a:pt x="7073163" y="1464968"/>
                </a:cubicBezTo>
                <a:cubicBezTo>
                  <a:pt x="6872221" y="1465863"/>
                  <a:pt x="6624613" y="1456350"/>
                  <a:pt x="6473392" y="1464968"/>
                </a:cubicBezTo>
                <a:cubicBezTo>
                  <a:pt x="6322171" y="1473586"/>
                  <a:pt x="6050537" y="1480635"/>
                  <a:pt x="5694379" y="1464968"/>
                </a:cubicBezTo>
                <a:cubicBezTo>
                  <a:pt x="5338221" y="1449301"/>
                  <a:pt x="5248367" y="1493833"/>
                  <a:pt x="5094608" y="1464968"/>
                </a:cubicBezTo>
                <a:cubicBezTo>
                  <a:pt x="4940849" y="1436103"/>
                  <a:pt x="4475351" y="1445679"/>
                  <a:pt x="4315595" y="1464968"/>
                </a:cubicBezTo>
                <a:cubicBezTo>
                  <a:pt x="4155839" y="1484257"/>
                  <a:pt x="4056568" y="1488973"/>
                  <a:pt x="3805445" y="1464968"/>
                </a:cubicBezTo>
                <a:cubicBezTo>
                  <a:pt x="3554322" y="1440964"/>
                  <a:pt x="3547939" y="1476454"/>
                  <a:pt x="3295294" y="1464968"/>
                </a:cubicBezTo>
                <a:cubicBezTo>
                  <a:pt x="3042649" y="1453482"/>
                  <a:pt x="2707632" y="1432512"/>
                  <a:pt x="2516281" y="1464968"/>
                </a:cubicBezTo>
                <a:cubicBezTo>
                  <a:pt x="2324930" y="1497424"/>
                  <a:pt x="2073134" y="1458082"/>
                  <a:pt x="1916510" y="1464968"/>
                </a:cubicBezTo>
                <a:cubicBezTo>
                  <a:pt x="1759886" y="1471854"/>
                  <a:pt x="1421649" y="1443674"/>
                  <a:pt x="1227118" y="1464968"/>
                </a:cubicBezTo>
                <a:cubicBezTo>
                  <a:pt x="1032587" y="1486262"/>
                  <a:pt x="901337" y="1462695"/>
                  <a:pt x="627347" y="1464968"/>
                </a:cubicBezTo>
                <a:cubicBezTo>
                  <a:pt x="353357" y="1467241"/>
                  <a:pt x="301530" y="1478579"/>
                  <a:pt x="0" y="1464968"/>
                </a:cubicBezTo>
                <a:cubicBezTo>
                  <a:pt x="-14226" y="1237843"/>
                  <a:pt x="1747" y="1094961"/>
                  <a:pt x="0" y="947346"/>
                </a:cubicBezTo>
                <a:cubicBezTo>
                  <a:pt x="-1747" y="799731"/>
                  <a:pt x="20556" y="662146"/>
                  <a:pt x="0" y="502972"/>
                </a:cubicBezTo>
                <a:cubicBezTo>
                  <a:pt x="-20556" y="343798"/>
                  <a:pt x="-7813" y="193529"/>
                  <a:pt x="0" y="0"/>
                </a:cubicBezTo>
                <a:close/>
              </a:path>
              <a:path w="8962098" h="1464968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72889" y="184796"/>
                  <a:pt x="8982181" y="362112"/>
                  <a:pt x="8962098" y="517622"/>
                </a:cubicBezTo>
                <a:cubicBezTo>
                  <a:pt x="8942015" y="673132"/>
                  <a:pt x="8948882" y="837051"/>
                  <a:pt x="8962098" y="1020594"/>
                </a:cubicBezTo>
                <a:cubicBezTo>
                  <a:pt x="8975314" y="1204137"/>
                  <a:pt x="8966689" y="1356149"/>
                  <a:pt x="8962098" y="1464968"/>
                </a:cubicBezTo>
                <a:cubicBezTo>
                  <a:pt x="8796241" y="1476552"/>
                  <a:pt x="8685247" y="1467077"/>
                  <a:pt x="8541569" y="1464968"/>
                </a:cubicBezTo>
                <a:cubicBezTo>
                  <a:pt x="8397891" y="1462859"/>
                  <a:pt x="8145758" y="1450071"/>
                  <a:pt x="7852177" y="1464968"/>
                </a:cubicBezTo>
                <a:cubicBezTo>
                  <a:pt x="7558596" y="1479865"/>
                  <a:pt x="7304328" y="1422707"/>
                  <a:pt x="6983543" y="1464968"/>
                </a:cubicBezTo>
                <a:cubicBezTo>
                  <a:pt x="6662758" y="1507229"/>
                  <a:pt x="6600854" y="1430789"/>
                  <a:pt x="6294150" y="1464968"/>
                </a:cubicBezTo>
                <a:cubicBezTo>
                  <a:pt x="5987446" y="1499147"/>
                  <a:pt x="5839644" y="1476433"/>
                  <a:pt x="5515137" y="1464968"/>
                </a:cubicBezTo>
                <a:cubicBezTo>
                  <a:pt x="5190630" y="1453503"/>
                  <a:pt x="5109494" y="1460627"/>
                  <a:pt x="4736124" y="1464968"/>
                </a:cubicBezTo>
                <a:cubicBezTo>
                  <a:pt x="4362754" y="1469309"/>
                  <a:pt x="4365982" y="1441902"/>
                  <a:pt x="4136353" y="1464968"/>
                </a:cubicBezTo>
                <a:cubicBezTo>
                  <a:pt x="3906724" y="1488034"/>
                  <a:pt x="3787067" y="1450039"/>
                  <a:pt x="3626203" y="1464968"/>
                </a:cubicBezTo>
                <a:cubicBezTo>
                  <a:pt x="3465339" y="1479898"/>
                  <a:pt x="3152702" y="1429494"/>
                  <a:pt x="2757569" y="1464968"/>
                </a:cubicBezTo>
                <a:cubicBezTo>
                  <a:pt x="2362436" y="1500442"/>
                  <a:pt x="2209304" y="1452949"/>
                  <a:pt x="2068176" y="1464968"/>
                </a:cubicBezTo>
                <a:cubicBezTo>
                  <a:pt x="1927048" y="1476987"/>
                  <a:pt x="1448099" y="1451781"/>
                  <a:pt x="1199542" y="1464968"/>
                </a:cubicBezTo>
                <a:cubicBezTo>
                  <a:pt x="950985" y="1478155"/>
                  <a:pt x="527239" y="1414593"/>
                  <a:pt x="0" y="1464968"/>
                </a:cubicBezTo>
                <a:cubicBezTo>
                  <a:pt x="10761" y="1237799"/>
                  <a:pt x="17452" y="1188994"/>
                  <a:pt x="0" y="1005945"/>
                </a:cubicBezTo>
                <a:cubicBezTo>
                  <a:pt x="-17452" y="822896"/>
                  <a:pt x="22008" y="770615"/>
                  <a:pt x="0" y="561571"/>
                </a:cubicBezTo>
                <a:cubicBezTo>
                  <a:pt x="-22008" y="352527"/>
                  <a:pt x="-8731" y="200591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36000" rIns="288000" bIns="36000">
            <a:spAutoFit/>
          </a:bodyPr>
          <a:lstStyle/>
          <a:p>
            <a:pPr defTabSz="360000"/>
            <a:r>
              <a:rPr lang="en-US" altLang="ko-KR" sz="1000"/>
              <a:t>lockable&lt;&gt;x;</a:t>
            </a:r>
          </a:p>
          <a:p>
            <a:pPr defTabSz="360000"/>
            <a:endParaRPr lang="ko-KR" altLang="en-US" sz="1000"/>
          </a:p>
          <a:p>
            <a:pPr defTabSz="360000"/>
            <a:r>
              <a:rPr lang="en-US" altLang="ko-KR" sz="1000"/>
              <a:t>scoped_lock_named(x, </a:t>
            </a:r>
            <a:r>
              <a:rPr lang="en-US" altLang="ko-KR" sz="1000" b="1"/>
              <a:t>x_scoped</a:t>
            </a:r>
            <a:r>
              <a:rPr lang="en-US" altLang="ko-KR" sz="1000"/>
              <a:t>)</a:t>
            </a:r>
          </a:p>
          <a:p>
            <a:pPr defTabSz="360000"/>
            <a:r>
              <a:rPr lang="en-US" altLang="ko-KR" sz="1000"/>
              <a:t>{</a:t>
            </a:r>
          </a:p>
          <a:p>
            <a:pPr defTabSz="360000"/>
            <a:r>
              <a:rPr lang="en-US" altLang="ko-KR" sz="1000"/>
              <a:t>	std::cout &lt;&lt; "locked" &lt;&lt; std::endl;</a:t>
            </a:r>
          </a:p>
          <a:p>
            <a:pPr defTabSz="360000"/>
            <a:endParaRPr lang="ko-KR" altLang="en-US" sz="1000"/>
          </a:p>
          <a:p>
            <a:pPr defTabSz="360000"/>
            <a:r>
              <a:rPr lang="en-US" altLang="ko-KR" sz="1000"/>
              <a:t>	</a:t>
            </a:r>
            <a:r>
              <a:rPr lang="en-US" altLang="ko-KR" sz="1000">
                <a:solidFill>
                  <a:srgbClr val="00B050"/>
                </a:solidFill>
              </a:rPr>
              <a:t>// </a:t>
            </a:r>
            <a:r>
              <a:rPr lang="ko-KR" altLang="en-US" sz="1000">
                <a:solidFill>
                  <a:srgbClr val="00B050"/>
                </a:solidFill>
              </a:rPr>
              <a:t>여기 이후로는 </a:t>
            </a:r>
            <a:r>
              <a:rPr lang="en-US" altLang="ko-KR" sz="1000">
                <a:solidFill>
                  <a:srgbClr val="00B050"/>
                </a:solidFill>
              </a:rPr>
              <a:t>lock</a:t>
            </a:r>
            <a:r>
              <a:rPr lang="ko-KR" altLang="en-US" sz="1000">
                <a:solidFill>
                  <a:srgbClr val="00B050"/>
                </a:solidFill>
              </a:rPr>
              <a:t>을 풀어버린다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 b="1"/>
              <a:t>	scoped_lock_leave(x_scoped);</a:t>
            </a:r>
          </a:p>
          <a:p>
            <a:pPr defTabSz="360000"/>
            <a:r>
              <a:rPr lang="en-US" altLang="ko-KR" sz="1000"/>
              <a:t>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438DC6-F073-42E9-B530-0053254C1B99}"/>
              </a:ext>
            </a:extLst>
          </p:cNvPr>
          <p:cNvSpPr txBox="1"/>
          <p:nvPr/>
        </p:nvSpPr>
        <p:spPr>
          <a:xfrm>
            <a:off x="1657785" y="4446075"/>
            <a:ext cx="9246030" cy="60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scoped_lock_named()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사용해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lock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 이름을 부여할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std::conditional_variable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사용하는 경우나 블록을 빠져나가지 않고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lock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풀어야할 필요가 이름을 정해줄 필요가 있을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A928E4-1816-4978-80E8-26A97AFDE6EA}"/>
              </a:ext>
            </a:extLst>
          </p:cNvPr>
          <p:cNvSpPr txBox="1"/>
          <p:nvPr/>
        </p:nvSpPr>
        <p:spPr>
          <a:xfrm>
            <a:off x="538480" y="15240"/>
            <a:ext cx="15399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EXECUTOR SYSTEM</a:t>
            </a:r>
            <a:endParaRPr lang="ko-KR" altLang="en-US" sz="12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A346EA4-D57A-4B32-906B-F30A2D97C220}"/>
              </a:ext>
            </a:extLst>
          </p:cNvPr>
          <p:cNvSpPr/>
          <p:nvPr/>
        </p:nvSpPr>
        <p:spPr>
          <a:xfrm>
            <a:off x="203242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9772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2036867" y="-12879"/>
            <a:ext cx="2890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lock.conditional_variable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689317" y="620713"/>
            <a:ext cx="10050736" cy="880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scoped_lock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사용해서도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std::conditional_variable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사용할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C++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표준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std::condition_variable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혹은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std::conditional_variable_any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사용하기는 생각보다는 좀 까다롭다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std::unique_lock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과 같은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lock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객체와 반드시 같이 사용해야 하며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lock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처리도 잘 지켜줘야 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A6D31F-D864-41BF-902E-8743EAA2137A}"/>
              </a:ext>
            </a:extLst>
          </p:cNvPr>
          <p:cNvSpPr/>
          <p:nvPr/>
        </p:nvSpPr>
        <p:spPr>
          <a:xfrm>
            <a:off x="1771811" y="1590745"/>
            <a:ext cx="8962098" cy="4454278"/>
          </a:xfrm>
          <a:custGeom>
            <a:avLst/>
            <a:gdLst>
              <a:gd name="connsiteX0" fmla="*/ 0 w 8962098"/>
              <a:gd name="connsiteY0" fmla="*/ 0 h 4454278"/>
              <a:gd name="connsiteX1" fmla="*/ 599771 w 8962098"/>
              <a:gd name="connsiteY1" fmla="*/ 0 h 4454278"/>
              <a:gd name="connsiteX2" fmla="*/ 1289163 w 8962098"/>
              <a:gd name="connsiteY2" fmla="*/ 0 h 4454278"/>
              <a:gd name="connsiteX3" fmla="*/ 1799314 w 8962098"/>
              <a:gd name="connsiteY3" fmla="*/ 0 h 4454278"/>
              <a:gd name="connsiteX4" fmla="*/ 2219843 w 8962098"/>
              <a:gd name="connsiteY4" fmla="*/ 0 h 4454278"/>
              <a:gd name="connsiteX5" fmla="*/ 3088477 w 8962098"/>
              <a:gd name="connsiteY5" fmla="*/ 0 h 4454278"/>
              <a:gd name="connsiteX6" fmla="*/ 3688248 w 8962098"/>
              <a:gd name="connsiteY6" fmla="*/ 0 h 4454278"/>
              <a:gd name="connsiteX7" fmla="*/ 4467261 w 8962098"/>
              <a:gd name="connsiteY7" fmla="*/ 0 h 4454278"/>
              <a:gd name="connsiteX8" fmla="*/ 5156653 w 8962098"/>
              <a:gd name="connsiteY8" fmla="*/ 0 h 4454278"/>
              <a:gd name="connsiteX9" fmla="*/ 5666804 w 8962098"/>
              <a:gd name="connsiteY9" fmla="*/ 0 h 4454278"/>
              <a:gd name="connsiteX10" fmla="*/ 6087333 w 8962098"/>
              <a:gd name="connsiteY10" fmla="*/ 0 h 4454278"/>
              <a:gd name="connsiteX11" fmla="*/ 6955967 w 8962098"/>
              <a:gd name="connsiteY11" fmla="*/ 0 h 4454278"/>
              <a:gd name="connsiteX12" fmla="*/ 7645359 w 8962098"/>
              <a:gd name="connsiteY12" fmla="*/ 0 h 4454278"/>
              <a:gd name="connsiteX13" fmla="*/ 8962098 w 8962098"/>
              <a:gd name="connsiteY13" fmla="*/ 0 h 4454278"/>
              <a:gd name="connsiteX14" fmla="*/ 8962098 w 8962098"/>
              <a:gd name="connsiteY14" fmla="*/ 502697 h 4454278"/>
              <a:gd name="connsiteX15" fmla="*/ 8962098 w 8962098"/>
              <a:gd name="connsiteY15" fmla="*/ 1183565 h 4454278"/>
              <a:gd name="connsiteX16" fmla="*/ 8962098 w 8962098"/>
              <a:gd name="connsiteY16" fmla="*/ 1864434 h 4454278"/>
              <a:gd name="connsiteX17" fmla="*/ 8962098 w 8962098"/>
              <a:gd name="connsiteY17" fmla="*/ 2589844 h 4454278"/>
              <a:gd name="connsiteX18" fmla="*/ 8962098 w 8962098"/>
              <a:gd name="connsiteY18" fmla="*/ 3315255 h 4454278"/>
              <a:gd name="connsiteX19" fmla="*/ 8962098 w 8962098"/>
              <a:gd name="connsiteY19" fmla="*/ 4454278 h 4454278"/>
              <a:gd name="connsiteX20" fmla="*/ 8272706 w 8962098"/>
              <a:gd name="connsiteY20" fmla="*/ 4454278 h 4454278"/>
              <a:gd name="connsiteX21" fmla="*/ 7672935 w 8962098"/>
              <a:gd name="connsiteY21" fmla="*/ 4454278 h 4454278"/>
              <a:gd name="connsiteX22" fmla="*/ 6983543 w 8962098"/>
              <a:gd name="connsiteY22" fmla="*/ 4454278 h 4454278"/>
              <a:gd name="connsiteX23" fmla="*/ 6383771 w 8962098"/>
              <a:gd name="connsiteY23" fmla="*/ 4454278 h 4454278"/>
              <a:gd name="connsiteX24" fmla="*/ 5963242 w 8962098"/>
              <a:gd name="connsiteY24" fmla="*/ 4454278 h 4454278"/>
              <a:gd name="connsiteX25" fmla="*/ 5094608 w 8962098"/>
              <a:gd name="connsiteY25" fmla="*/ 4454278 h 4454278"/>
              <a:gd name="connsiteX26" fmla="*/ 4584458 w 8962098"/>
              <a:gd name="connsiteY26" fmla="*/ 4454278 h 4454278"/>
              <a:gd name="connsiteX27" fmla="*/ 3715824 w 8962098"/>
              <a:gd name="connsiteY27" fmla="*/ 4454278 h 4454278"/>
              <a:gd name="connsiteX28" fmla="*/ 3026432 w 8962098"/>
              <a:gd name="connsiteY28" fmla="*/ 4454278 h 4454278"/>
              <a:gd name="connsiteX29" fmla="*/ 2337039 w 8962098"/>
              <a:gd name="connsiteY29" fmla="*/ 4454278 h 4454278"/>
              <a:gd name="connsiteX30" fmla="*/ 1737268 w 8962098"/>
              <a:gd name="connsiteY30" fmla="*/ 4454278 h 4454278"/>
              <a:gd name="connsiteX31" fmla="*/ 1137497 w 8962098"/>
              <a:gd name="connsiteY31" fmla="*/ 4454278 h 4454278"/>
              <a:gd name="connsiteX32" fmla="*/ 0 w 8962098"/>
              <a:gd name="connsiteY32" fmla="*/ 4454278 h 4454278"/>
              <a:gd name="connsiteX33" fmla="*/ 0 w 8962098"/>
              <a:gd name="connsiteY33" fmla="*/ 3817953 h 4454278"/>
              <a:gd name="connsiteX34" fmla="*/ 0 w 8962098"/>
              <a:gd name="connsiteY34" fmla="*/ 3181627 h 4454278"/>
              <a:gd name="connsiteX35" fmla="*/ 0 w 8962098"/>
              <a:gd name="connsiteY35" fmla="*/ 2456216 h 4454278"/>
              <a:gd name="connsiteX36" fmla="*/ 0 w 8962098"/>
              <a:gd name="connsiteY36" fmla="*/ 1953519 h 4454278"/>
              <a:gd name="connsiteX37" fmla="*/ 0 w 8962098"/>
              <a:gd name="connsiteY37" fmla="*/ 1361736 h 4454278"/>
              <a:gd name="connsiteX38" fmla="*/ 0 w 8962098"/>
              <a:gd name="connsiteY38" fmla="*/ 725411 h 4454278"/>
              <a:gd name="connsiteX39" fmla="*/ 0 w 8962098"/>
              <a:gd name="connsiteY39" fmla="*/ 0 h 4454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8962098" h="4454278" fill="none" extrusionOk="0">
                <a:moveTo>
                  <a:pt x="0" y="0"/>
                </a:moveTo>
                <a:cubicBezTo>
                  <a:pt x="271116" y="19282"/>
                  <a:pt x="357905" y="25857"/>
                  <a:pt x="599771" y="0"/>
                </a:cubicBezTo>
                <a:cubicBezTo>
                  <a:pt x="841637" y="-25857"/>
                  <a:pt x="1103458" y="-10920"/>
                  <a:pt x="1289163" y="0"/>
                </a:cubicBezTo>
                <a:cubicBezTo>
                  <a:pt x="1474868" y="10920"/>
                  <a:pt x="1690225" y="5305"/>
                  <a:pt x="1799314" y="0"/>
                </a:cubicBezTo>
                <a:cubicBezTo>
                  <a:pt x="1908403" y="-5305"/>
                  <a:pt x="2069544" y="5934"/>
                  <a:pt x="2219843" y="0"/>
                </a:cubicBezTo>
                <a:cubicBezTo>
                  <a:pt x="2370142" y="-5934"/>
                  <a:pt x="2847404" y="-26784"/>
                  <a:pt x="3088477" y="0"/>
                </a:cubicBezTo>
                <a:cubicBezTo>
                  <a:pt x="3329550" y="26784"/>
                  <a:pt x="3510171" y="-7531"/>
                  <a:pt x="3688248" y="0"/>
                </a:cubicBezTo>
                <a:cubicBezTo>
                  <a:pt x="3866325" y="7531"/>
                  <a:pt x="4144292" y="-5864"/>
                  <a:pt x="4467261" y="0"/>
                </a:cubicBezTo>
                <a:cubicBezTo>
                  <a:pt x="4790230" y="5864"/>
                  <a:pt x="4969500" y="22350"/>
                  <a:pt x="5156653" y="0"/>
                </a:cubicBezTo>
                <a:cubicBezTo>
                  <a:pt x="5343806" y="-22350"/>
                  <a:pt x="5469728" y="-1060"/>
                  <a:pt x="5666804" y="0"/>
                </a:cubicBezTo>
                <a:cubicBezTo>
                  <a:pt x="5863880" y="1060"/>
                  <a:pt x="5995683" y="2799"/>
                  <a:pt x="6087333" y="0"/>
                </a:cubicBezTo>
                <a:cubicBezTo>
                  <a:pt x="6178983" y="-2799"/>
                  <a:pt x="6597990" y="-20624"/>
                  <a:pt x="6955967" y="0"/>
                </a:cubicBezTo>
                <a:cubicBezTo>
                  <a:pt x="7313944" y="20624"/>
                  <a:pt x="7388530" y="-12022"/>
                  <a:pt x="7645359" y="0"/>
                </a:cubicBezTo>
                <a:cubicBezTo>
                  <a:pt x="7902188" y="12022"/>
                  <a:pt x="8501786" y="41421"/>
                  <a:pt x="8962098" y="0"/>
                </a:cubicBezTo>
                <a:cubicBezTo>
                  <a:pt x="8980380" y="142880"/>
                  <a:pt x="8979300" y="275377"/>
                  <a:pt x="8962098" y="502697"/>
                </a:cubicBezTo>
                <a:cubicBezTo>
                  <a:pt x="8944896" y="730017"/>
                  <a:pt x="8993339" y="893323"/>
                  <a:pt x="8962098" y="1183565"/>
                </a:cubicBezTo>
                <a:cubicBezTo>
                  <a:pt x="8930857" y="1473807"/>
                  <a:pt x="8994301" y="1544237"/>
                  <a:pt x="8962098" y="1864434"/>
                </a:cubicBezTo>
                <a:cubicBezTo>
                  <a:pt x="8929895" y="2184631"/>
                  <a:pt x="8931503" y="2403660"/>
                  <a:pt x="8962098" y="2589844"/>
                </a:cubicBezTo>
                <a:cubicBezTo>
                  <a:pt x="8992694" y="2776028"/>
                  <a:pt x="8928324" y="3007335"/>
                  <a:pt x="8962098" y="3315255"/>
                </a:cubicBezTo>
                <a:cubicBezTo>
                  <a:pt x="8995872" y="3623175"/>
                  <a:pt x="8928016" y="4066802"/>
                  <a:pt x="8962098" y="4454278"/>
                </a:cubicBezTo>
                <a:cubicBezTo>
                  <a:pt x="8746900" y="4441821"/>
                  <a:pt x="8471491" y="4441961"/>
                  <a:pt x="8272706" y="4454278"/>
                </a:cubicBezTo>
                <a:cubicBezTo>
                  <a:pt x="8073921" y="4466595"/>
                  <a:pt x="7829559" y="4447392"/>
                  <a:pt x="7672935" y="4454278"/>
                </a:cubicBezTo>
                <a:cubicBezTo>
                  <a:pt x="7516311" y="4461164"/>
                  <a:pt x="7178074" y="4432984"/>
                  <a:pt x="6983543" y="4454278"/>
                </a:cubicBezTo>
                <a:cubicBezTo>
                  <a:pt x="6789012" y="4475572"/>
                  <a:pt x="6658510" y="4452209"/>
                  <a:pt x="6383771" y="4454278"/>
                </a:cubicBezTo>
                <a:cubicBezTo>
                  <a:pt x="6109032" y="4456347"/>
                  <a:pt x="6098311" y="4444755"/>
                  <a:pt x="5963242" y="4454278"/>
                </a:cubicBezTo>
                <a:cubicBezTo>
                  <a:pt x="5828173" y="4463801"/>
                  <a:pt x="5372204" y="4446954"/>
                  <a:pt x="5094608" y="4454278"/>
                </a:cubicBezTo>
                <a:cubicBezTo>
                  <a:pt x="4817012" y="4461602"/>
                  <a:pt x="4838280" y="4459095"/>
                  <a:pt x="4584458" y="4454278"/>
                </a:cubicBezTo>
                <a:cubicBezTo>
                  <a:pt x="4330636" y="4449462"/>
                  <a:pt x="3998311" y="4428546"/>
                  <a:pt x="3715824" y="4454278"/>
                </a:cubicBezTo>
                <a:cubicBezTo>
                  <a:pt x="3433337" y="4480010"/>
                  <a:pt x="3277339" y="4449308"/>
                  <a:pt x="3026432" y="4454278"/>
                </a:cubicBezTo>
                <a:cubicBezTo>
                  <a:pt x="2775525" y="4459248"/>
                  <a:pt x="2656888" y="4464880"/>
                  <a:pt x="2337039" y="4454278"/>
                </a:cubicBezTo>
                <a:cubicBezTo>
                  <a:pt x="2017190" y="4443676"/>
                  <a:pt x="1970929" y="4482520"/>
                  <a:pt x="1737268" y="4454278"/>
                </a:cubicBezTo>
                <a:cubicBezTo>
                  <a:pt x="1503607" y="4426036"/>
                  <a:pt x="1412030" y="4441974"/>
                  <a:pt x="1137497" y="4454278"/>
                </a:cubicBezTo>
                <a:cubicBezTo>
                  <a:pt x="862964" y="4466582"/>
                  <a:pt x="511888" y="4504095"/>
                  <a:pt x="0" y="4454278"/>
                </a:cubicBezTo>
                <a:cubicBezTo>
                  <a:pt x="1249" y="4297511"/>
                  <a:pt x="31112" y="4115696"/>
                  <a:pt x="0" y="3817953"/>
                </a:cubicBezTo>
                <a:cubicBezTo>
                  <a:pt x="-31112" y="3520211"/>
                  <a:pt x="5058" y="3320258"/>
                  <a:pt x="0" y="3181627"/>
                </a:cubicBezTo>
                <a:cubicBezTo>
                  <a:pt x="-5058" y="3042996"/>
                  <a:pt x="148" y="2700569"/>
                  <a:pt x="0" y="2456216"/>
                </a:cubicBezTo>
                <a:cubicBezTo>
                  <a:pt x="-148" y="2211863"/>
                  <a:pt x="10480" y="2139286"/>
                  <a:pt x="0" y="1953519"/>
                </a:cubicBezTo>
                <a:cubicBezTo>
                  <a:pt x="-10480" y="1767752"/>
                  <a:pt x="-15899" y="1570908"/>
                  <a:pt x="0" y="1361736"/>
                </a:cubicBezTo>
                <a:cubicBezTo>
                  <a:pt x="15899" y="1152564"/>
                  <a:pt x="27857" y="882197"/>
                  <a:pt x="0" y="725411"/>
                </a:cubicBezTo>
                <a:cubicBezTo>
                  <a:pt x="-27857" y="568626"/>
                  <a:pt x="-7591" y="314898"/>
                  <a:pt x="0" y="0"/>
                </a:cubicBezTo>
                <a:close/>
              </a:path>
              <a:path w="8962098" h="4454278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72428" y="154945"/>
                  <a:pt x="8983267" y="542210"/>
                  <a:pt x="8962098" y="725411"/>
                </a:cubicBezTo>
                <a:cubicBezTo>
                  <a:pt x="8940929" y="908612"/>
                  <a:pt x="8948580" y="1162360"/>
                  <a:pt x="8962098" y="1406279"/>
                </a:cubicBezTo>
                <a:cubicBezTo>
                  <a:pt x="8975616" y="1650198"/>
                  <a:pt x="8932019" y="1737656"/>
                  <a:pt x="8962098" y="2042605"/>
                </a:cubicBezTo>
                <a:cubicBezTo>
                  <a:pt x="8992177" y="2347554"/>
                  <a:pt x="8939547" y="2297753"/>
                  <a:pt x="8962098" y="2545302"/>
                </a:cubicBezTo>
                <a:cubicBezTo>
                  <a:pt x="8984649" y="2792851"/>
                  <a:pt x="8965889" y="2917808"/>
                  <a:pt x="8962098" y="3092542"/>
                </a:cubicBezTo>
                <a:cubicBezTo>
                  <a:pt x="8958307" y="3267276"/>
                  <a:pt x="8982725" y="3547440"/>
                  <a:pt x="8962098" y="3773410"/>
                </a:cubicBezTo>
                <a:cubicBezTo>
                  <a:pt x="8941471" y="3999380"/>
                  <a:pt x="8937415" y="4233971"/>
                  <a:pt x="8962098" y="4454278"/>
                </a:cubicBezTo>
                <a:cubicBezTo>
                  <a:pt x="8688803" y="4441734"/>
                  <a:pt x="8526449" y="4448658"/>
                  <a:pt x="8272706" y="4454278"/>
                </a:cubicBezTo>
                <a:cubicBezTo>
                  <a:pt x="8018963" y="4459898"/>
                  <a:pt x="7867063" y="4449937"/>
                  <a:pt x="7493693" y="4454278"/>
                </a:cubicBezTo>
                <a:cubicBezTo>
                  <a:pt x="7120323" y="4458619"/>
                  <a:pt x="7123551" y="4431212"/>
                  <a:pt x="6893922" y="4454278"/>
                </a:cubicBezTo>
                <a:cubicBezTo>
                  <a:pt x="6664293" y="4477344"/>
                  <a:pt x="6546406" y="4440223"/>
                  <a:pt x="6383771" y="4454278"/>
                </a:cubicBezTo>
                <a:cubicBezTo>
                  <a:pt x="6221136" y="4468333"/>
                  <a:pt x="5910270" y="4418804"/>
                  <a:pt x="5515137" y="4454278"/>
                </a:cubicBezTo>
                <a:cubicBezTo>
                  <a:pt x="5120004" y="4489752"/>
                  <a:pt x="5169750" y="4439825"/>
                  <a:pt x="4825745" y="4454278"/>
                </a:cubicBezTo>
                <a:cubicBezTo>
                  <a:pt x="4481740" y="4468731"/>
                  <a:pt x="4205668" y="4441091"/>
                  <a:pt x="3957111" y="4454278"/>
                </a:cubicBezTo>
                <a:cubicBezTo>
                  <a:pt x="3708554" y="4467465"/>
                  <a:pt x="3338244" y="4441819"/>
                  <a:pt x="3178098" y="4454278"/>
                </a:cubicBezTo>
                <a:cubicBezTo>
                  <a:pt x="3017952" y="4466737"/>
                  <a:pt x="2915702" y="4478817"/>
                  <a:pt x="2667948" y="4454278"/>
                </a:cubicBezTo>
                <a:cubicBezTo>
                  <a:pt x="2420194" y="4429740"/>
                  <a:pt x="2183589" y="4466358"/>
                  <a:pt x="1978555" y="4454278"/>
                </a:cubicBezTo>
                <a:cubicBezTo>
                  <a:pt x="1773521" y="4442198"/>
                  <a:pt x="1598654" y="4424320"/>
                  <a:pt x="1378784" y="4454278"/>
                </a:cubicBezTo>
                <a:cubicBezTo>
                  <a:pt x="1158914" y="4484236"/>
                  <a:pt x="279128" y="4453825"/>
                  <a:pt x="0" y="4454278"/>
                </a:cubicBezTo>
                <a:cubicBezTo>
                  <a:pt x="14747" y="4273777"/>
                  <a:pt x="8033" y="4086905"/>
                  <a:pt x="0" y="3862495"/>
                </a:cubicBezTo>
                <a:cubicBezTo>
                  <a:pt x="-8033" y="3638085"/>
                  <a:pt x="-11125" y="3324052"/>
                  <a:pt x="0" y="3137084"/>
                </a:cubicBezTo>
                <a:cubicBezTo>
                  <a:pt x="11125" y="2950116"/>
                  <a:pt x="18927" y="2740394"/>
                  <a:pt x="0" y="2634387"/>
                </a:cubicBezTo>
                <a:cubicBezTo>
                  <a:pt x="-18927" y="2528380"/>
                  <a:pt x="22969" y="2377738"/>
                  <a:pt x="0" y="2131690"/>
                </a:cubicBezTo>
                <a:cubicBezTo>
                  <a:pt x="-22969" y="1885642"/>
                  <a:pt x="7042" y="1694733"/>
                  <a:pt x="0" y="1584450"/>
                </a:cubicBezTo>
                <a:cubicBezTo>
                  <a:pt x="-7042" y="1474167"/>
                  <a:pt x="1083" y="1245838"/>
                  <a:pt x="0" y="992668"/>
                </a:cubicBezTo>
                <a:cubicBezTo>
                  <a:pt x="-1083" y="739498"/>
                  <a:pt x="-23616" y="387352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declare) </a:t>
            </a:r>
          </a:p>
          <a:p>
            <a:pPr defTabSz="360000"/>
            <a:r>
              <a:rPr lang="en-US" altLang="ko-KR" sz="1000"/>
              <a:t>lockable&lt;&gt; cs_wait;</a:t>
            </a:r>
          </a:p>
          <a:p>
            <a:pPr defTabSz="360000"/>
            <a:r>
              <a:rPr lang="en-US" altLang="ko-KR" sz="1000"/>
              <a:t>std::condition_variable_any cv_complete;</a:t>
            </a:r>
          </a:p>
          <a:p>
            <a:pPr defTabSz="360000"/>
            <a:endParaRPr lang="ko-KR" altLang="en-US" sz="1000"/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- </a:t>
            </a:r>
            <a:r>
              <a:rPr lang="ko-KR" altLang="en-US" sz="1000">
                <a:solidFill>
                  <a:srgbClr val="00B050"/>
                </a:solidFill>
              </a:rPr>
              <a:t>실행할 함수</a:t>
            </a:r>
            <a:r>
              <a:rPr lang="en-US" altLang="ko-KR" sz="1000">
                <a:solidFill>
                  <a:srgbClr val="00B050"/>
                </a:solidFill>
              </a:rPr>
              <a:t>...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f_process = [&amp;]()</a:t>
            </a:r>
          </a:p>
          <a:p>
            <a:pPr defTabSz="360000"/>
            <a:r>
              <a:rPr lang="en-US" altLang="ko-KR" sz="1000"/>
              <a:t>{</a:t>
            </a:r>
          </a:p>
          <a:p>
            <a:pPr defTabSz="360000"/>
            <a:r>
              <a:rPr lang="en-US" altLang="ko-KR" sz="1000"/>
              <a:t>	std::cout &lt;&lt; "'f_process' executed!!" &lt;&lt; '\n’;</a:t>
            </a:r>
          </a:p>
          <a:p>
            <a:pPr defTabSz="360000"/>
            <a:endParaRPr lang="ko-KR" altLang="en-US" sz="1000"/>
          </a:p>
          <a:p>
            <a:pPr defTabSz="360000"/>
            <a:r>
              <a:rPr lang="en-US" altLang="ko-KR" sz="1000"/>
              <a:t>	scoped_lock(cs_wait)</a:t>
            </a:r>
          </a:p>
          <a:p>
            <a:pPr defTabSz="360000"/>
            <a:r>
              <a:rPr lang="en-US" altLang="ko-KR" sz="1000"/>
              <a:t>	{</a:t>
            </a:r>
          </a:p>
          <a:p>
            <a:pPr defTabSz="360000"/>
            <a:r>
              <a:rPr lang="en-US" altLang="ko-KR" sz="1000"/>
              <a:t>		std::cout &lt;&lt; "'cv_complete' notify one!!" &lt;&lt; '\n’;</a:t>
            </a:r>
          </a:p>
          <a:p>
            <a:pPr defTabSz="360000"/>
            <a:endParaRPr lang="ko-KR" altLang="en-US" sz="1000"/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		// - </a:t>
            </a:r>
            <a:r>
              <a:rPr lang="ko-KR" altLang="en-US" sz="1000">
                <a:solidFill>
                  <a:srgbClr val="00B050"/>
                </a:solidFill>
              </a:rPr>
              <a:t>반드시 </a:t>
            </a:r>
            <a:r>
              <a:rPr lang="en-US" altLang="ko-KR" sz="1000">
                <a:solidFill>
                  <a:srgbClr val="00B050"/>
                </a:solidFill>
              </a:rPr>
              <a:t>wait</a:t>
            </a:r>
            <a:r>
              <a:rPr lang="ko-KR" altLang="en-US" sz="1000">
                <a:solidFill>
                  <a:srgbClr val="00B050"/>
                </a:solidFill>
              </a:rPr>
              <a:t>시 사용한 </a:t>
            </a:r>
            <a:r>
              <a:rPr lang="en-US" altLang="ko-KR" sz="1000">
                <a:solidFill>
                  <a:srgbClr val="00B050"/>
                </a:solidFill>
              </a:rPr>
              <a:t>lock</a:t>
            </a:r>
            <a:r>
              <a:rPr lang="ko-KR" altLang="en-US" sz="1000">
                <a:solidFill>
                  <a:srgbClr val="00B050"/>
                </a:solidFill>
              </a:rPr>
              <a:t>객체로 </a:t>
            </a:r>
            <a:r>
              <a:rPr lang="en-US" altLang="ko-KR" sz="1000">
                <a:solidFill>
                  <a:srgbClr val="00B050"/>
                </a:solidFill>
              </a:rPr>
              <a:t>lock</a:t>
            </a:r>
            <a:r>
              <a:rPr lang="ko-KR" altLang="en-US" sz="1000">
                <a:solidFill>
                  <a:srgbClr val="00B050"/>
                </a:solidFill>
              </a:rPr>
              <a:t>을 건 후에 </a:t>
            </a:r>
            <a:r>
              <a:rPr lang="en-US" altLang="ko-KR" sz="1000">
                <a:solidFill>
                  <a:srgbClr val="00B050"/>
                </a:solidFill>
              </a:rPr>
              <a:t>notify_one()  </a:t>
            </a:r>
            <a:r>
              <a:rPr lang="ko-KR" altLang="en-US" sz="1000">
                <a:solidFill>
                  <a:srgbClr val="00B050"/>
                </a:solidFill>
              </a:rPr>
              <a:t>혹은 </a:t>
            </a:r>
            <a:r>
              <a:rPr lang="en-US" altLang="ko-KR" sz="1000">
                <a:solidFill>
                  <a:srgbClr val="00B050"/>
                </a:solidFill>
              </a:rPr>
              <a:t>notify_all()</a:t>
            </a:r>
            <a:r>
              <a:rPr lang="ko-KR" altLang="en-US" sz="1000">
                <a:solidFill>
                  <a:srgbClr val="00B050"/>
                </a:solidFill>
              </a:rPr>
              <a:t>을 호출해야 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/>
              <a:t>		cv_complete.notify_one();</a:t>
            </a:r>
          </a:p>
          <a:p>
            <a:pPr defTabSz="360000"/>
            <a:r>
              <a:rPr lang="en-US" altLang="ko-KR" sz="1000"/>
              <a:t>	}</a:t>
            </a:r>
          </a:p>
          <a:p>
            <a:pPr defTabSz="360000"/>
            <a:r>
              <a:rPr lang="en-US" altLang="ko-KR" sz="1000"/>
              <a:t>};</a:t>
            </a:r>
          </a:p>
          <a:p>
            <a:pPr defTabSz="360000"/>
            <a:endParaRPr lang="ko-KR" altLang="en-US" sz="1000"/>
          </a:p>
          <a:p>
            <a:pPr defTabSz="360000"/>
            <a:r>
              <a:rPr lang="en-US" altLang="ko-KR" sz="1000"/>
              <a:t>scoped_lock_named(cs_wait, cs)</a:t>
            </a:r>
          </a:p>
          <a:p>
            <a:pPr defTabSz="360000"/>
            <a:r>
              <a:rPr lang="en-US" altLang="ko-KR" sz="1000"/>
              <a:t>{</a:t>
            </a:r>
          </a:p>
          <a:p>
            <a:pPr defTabSz="360000"/>
            <a:r>
              <a:rPr lang="en-US" altLang="ko-KR" sz="1000"/>
              <a:t>	std::cout &lt;&lt; "'cs_wait' locked!" &lt;&lt; '\n’;</a:t>
            </a:r>
          </a:p>
          <a:p>
            <a:pPr defTabSz="360000"/>
            <a:endParaRPr lang="ko-KR" altLang="en-US" sz="1000"/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	// - </a:t>
            </a:r>
            <a:r>
              <a:rPr lang="ko-KR" altLang="en-US" sz="1000">
                <a:solidFill>
                  <a:srgbClr val="00B050"/>
                </a:solidFill>
              </a:rPr>
              <a:t>비동기 처리를 호출한다</a:t>
            </a:r>
            <a:r>
              <a:rPr lang="en-US" altLang="ko-KR" sz="1000">
                <a:solidFill>
                  <a:srgbClr val="00B050"/>
                </a:solidFill>
              </a:rPr>
              <a:t>. (</a:t>
            </a:r>
            <a:r>
              <a:rPr lang="ko-KR" altLang="en-US" sz="1000">
                <a:solidFill>
                  <a:srgbClr val="00B050"/>
                </a:solidFill>
              </a:rPr>
              <a:t>반드시 </a:t>
            </a:r>
            <a:r>
              <a:rPr lang="en-US" altLang="ko-KR" sz="1000">
                <a:solidFill>
                  <a:srgbClr val="00B050"/>
                </a:solidFill>
              </a:rPr>
              <a:t>lock </a:t>
            </a:r>
            <a:r>
              <a:rPr lang="ko-KR" altLang="en-US" sz="1000">
                <a:solidFill>
                  <a:srgbClr val="00B050"/>
                </a:solidFill>
              </a:rPr>
              <a:t>안에서 실행해야 한다</a:t>
            </a:r>
            <a:r>
              <a:rPr lang="en-US" altLang="ko-KR" sz="1000">
                <a:solidFill>
                  <a:srgbClr val="00B050"/>
                </a:solidFill>
              </a:rPr>
              <a:t>.)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/>
              <a:t>	system_executor::post(f_process);</a:t>
            </a:r>
          </a:p>
          <a:p>
            <a:pPr defTabSz="360000"/>
            <a:endParaRPr lang="ko-KR" altLang="en-US" sz="1000"/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	// - wait</a:t>
            </a:r>
            <a:r>
              <a:rPr lang="ko-KR" altLang="en-US" sz="1000">
                <a:solidFill>
                  <a:srgbClr val="00B050"/>
                </a:solidFill>
              </a:rPr>
              <a:t>를 하면 </a:t>
            </a:r>
            <a:r>
              <a:rPr lang="en-US" altLang="ko-KR" sz="1000">
                <a:solidFill>
                  <a:srgbClr val="00B050"/>
                </a:solidFill>
              </a:rPr>
              <a:t>lock</a:t>
            </a:r>
            <a:r>
              <a:rPr lang="ko-KR" altLang="en-US" sz="1000">
                <a:solidFill>
                  <a:srgbClr val="00B050"/>
                </a:solidFill>
              </a:rPr>
              <a:t>을 해제되며 블록된다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/>
              <a:t>	cv_complete.wait(cs);</a:t>
            </a:r>
          </a:p>
          <a:p>
            <a:pPr defTabSz="360000"/>
            <a:r>
              <a:rPr lang="en-US" altLang="ko-KR" sz="1000"/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5DD8F2-C3EF-48A8-AD77-7A1379833006}"/>
              </a:ext>
            </a:extLst>
          </p:cNvPr>
          <p:cNvSpPr txBox="1"/>
          <p:nvPr/>
        </p:nvSpPr>
        <p:spPr>
          <a:xfrm>
            <a:off x="538480" y="15240"/>
            <a:ext cx="15399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EXECUTOR SYSTEM</a:t>
            </a:r>
            <a:endParaRPr lang="ko-KR" altLang="en-US" sz="12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CD1D7EF-8C51-4F9D-9203-D4AC49B72CDC}"/>
              </a:ext>
            </a:extLst>
          </p:cNvPr>
          <p:cNvSpPr/>
          <p:nvPr/>
        </p:nvSpPr>
        <p:spPr>
          <a:xfrm>
            <a:off x="203242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9006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2036867" y="-12879"/>
            <a:ext cx="2025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lock.scoped_lock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78FB4F6-6912-40A5-BA48-7444385298CE}"/>
              </a:ext>
            </a:extLst>
          </p:cNvPr>
          <p:cNvSpPr/>
          <p:nvPr/>
        </p:nvSpPr>
        <p:spPr>
          <a:xfrm>
            <a:off x="1728513" y="3270154"/>
            <a:ext cx="98959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48A8428-4AC1-4030-98E6-2B47C5B6DF36}"/>
              </a:ext>
            </a:extLst>
          </p:cNvPr>
          <p:cNvSpPr/>
          <p:nvPr/>
        </p:nvSpPr>
        <p:spPr>
          <a:xfrm>
            <a:off x="1416049" y="619704"/>
            <a:ext cx="10408088" cy="649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indent="-2730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>
                <a:latin typeface="HY견명조" panose="02030600000101010101" pitchFamily="18" charset="-127"/>
                <a:ea typeface="HY견명조" panose="02030600000101010101" pitchFamily="18" charset="-127"/>
              </a:rPr>
              <a:t>데드락 회피알고리즘을 적용한 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lock</a:t>
            </a:r>
            <a:r>
              <a:rPr lang="ko-KR" altLang="en-US" sz="1400">
                <a:latin typeface="HY견명조" panose="02030600000101010101" pitchFamily="18" charset="-127"/>
                <a:ea typeface="HY견명조" panose="02030600000101010101" pitchFamily="18" charset="-127"/>
              </a:rPr>
              <a:t>처리</a:t>
            </a:r>
            <a:b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표준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C++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에서 여러 개의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lock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순차적으로 할 경우 데드락을 회피하기 위한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std::lock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(L1,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L2,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…)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을 제공해 준다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CDB4DAB-5196-48B6-A360-D3EEB66FA0BA}"/>
              </a:ext>
            </a:extLst>
          </p:cNvPr>
          <p:cNvSpPr/>
          <p:nvPr/>
        </p:nvSpPr>
        <p:spPr>
          <a:xfrm>
            <a:off x="1717200" y="1339760"/>
            <a:ext cx="8962098" cy="1149921"/>
          </a:xfrm>
          <a:custGeom>
            <a:avLst/>
            <a:gdLst>
              <a:gd name="connsiteX0" fmla="*/ 0 w 8962098"/>
              <a:gd name="connsiteY0" fmla="*/ 0 h 1149921"/>
              <a:gd name="connsiteX1" fmla="*/ 420529 w 8962098"/>
              <a:gd name="connsiteY1" fmla="*/ 0 h 1149921"/>
              <a:gd name="connsiteX2" fmla="*/ 1199542 w 8962098"/>
              <a:gd name="connsiteY2" fmla="*/ 0 h 1149921"/>
              <a:gd name="connsiteX3" fmla="*/ 1620072 w 8962098"/>
              <a:gd name="connsiteY3" fmla="*/ 0 h 1149921"/>
              <a:gd name="connsiteX4" fmla="*/ 2040601 w 8962098"/>
              <a:gd name="connsiteY4" fmla="*/ 0 h 1149921"/>
              <a:gd name="connsiteX5" fmla="*/ 2550751 w 8962098"/>
              <a:gd name="connsiteY5" fmla="*/ 0 h 1149921"/>
              <a:gd name="connsiteX6" fmla="*/ 3150522 w 8962098"/>
              <a:gd name="connsiteY6" fmla="*/ 0 h 1149921"/>
              <a:gd name="connsiteX7" fmla="*/ 3571051 w 8962098"/>
              <a:gd name="connsiteY7" fmla="*/ 0 h 1149921"/>
              <a:gd name="connsiteX8" fmla="*/ 4170823 w 8962098"/>
              <a:gd name="connsiteY8" fmla="*/ 0 h 1149921"/>
              <a:gd name="connsiteX9" fmla="*/ 4770594 w 8962098"/>
              <a:gd name="connsiteY9" fmla="*/ 0 h 1149921"/>
              <a:gd name="connsiteX10" fmla="*/ 5549607 w 8962098"/>
              <a:gd name="connsiteY10" fmla="*/ 0 h 1149921"/>
              <a:gd name="connsiteX11" fmla="*/ 5970136 w 8962098"/>
              <a:gd name="connsiteY11" fmla="*/ 0 h 1149921"/>
              <a:gd name="connsiteX12" fmla="*/ 6659528 w 8962098"/>
              <a:gd name="connsiteY12" fmla="*/ 0 h 1149921"/>
              <a:gd name="connsiteX13" fmla="*/ 7169678 w 8962098"/>
              <a:gd name="connsiteY13" fmla="*/ 0 h 1149921"/>
              <a:gd name="connsiteX14" fmla="*/ 7590208 w 8962098"/>
              <a:gd name="connsiteY14" fmla="*/ 0 h 1149921"/>
              <a:gd name="connsiteX15" fmla="*/ 8962098 w 8962098"/>
              <a:gd name="connsiteY15" fmla="*/ 0 h 1149921"/>
              <a:gd name="connsiteX16" fmla="*/ 8962098 w 8962098"/>
              <a:gd name="connsiteY16" fmla="*/ 563461 h 1149921"/>
              <a:gd name="connsiteX17" fmla="*/ 8962098 w 8962098"/>
              <a:gd name="connsiteY17" fmla="*/ 1149921 h 1149921"/>
              <a:gd name="connsiteX18" fmla="*/ 8541569 w 8962098"/>
              <a:gd name="connsiteY18" fmla="*/ 1149921 h 1149921"/>
              <a:gd name="connsiteX19" fmla="*/ 7672935 w 8962098"/>
              <a:gd name="connsiteY19" fmla="*/ 1149921 h 1149921"/>
              <a:gd name="connsiteX20" fmla="*/ 7252405 w 8962098"/>
              <a:gd name="connsiteY20" fmla="*/ 1149921 h 1149921"/>
              <a:gd name="connsiteX21" fmla="*/ 6473392 w 8962098"/>
              <a:gd name="connsiteY21" fmla="*/ 1149921 h 1149921"/>
              <a:gd name="connsiteX22" fmla="*/ 5784000 w 8962098"/>
              <a:gd name="connsiteY22" fmla="*/ 1149921 h 1149921"/>
              <a:gd name="connsiteX23" fmla="*/ 5094608 w 8962098"/>
              <a:gd name="connsiteY23" fmla="*/ 1149921 h 1149921"/>
              <a:gd name="connsiteX24" fmla="*/ 4494837 w 8962098"/>
              <a:gd name="connsiteY24" fmla="*/ 1149921 h 1149921"/>
              <a:gd name="connsiteX25" fmla="*/ 3715824 w 8962098"/>
              <a:gd name="connsiteY25" fmla="*/ 1149921 h 1149921"/>
              <a:gd name="connsiteX26" fmla="*/ 3116053 w 8962098"/>
              <a:gd name="connsiteY26" fmla="*/ 1149921 h 1149921"/>
              <a:gd name="connsiteX27" fmla="*/ 2337039 w 8962098"/>
              <a:gd name="connsiteY27" fmla="*/ 1149921 h 1149921"/>
              <a:gd name="connsiteX28" fmla="*/ 1826889 w 8962098"/>
              <a:gd name="connsiteY28" fmla="*/ 1149921 h 1149921"/>
              <a:gd name="connsiteX29" fmla="*/ 1316739 w 8962098"/>
              <a:gd name="connsiteY29" fmla="*/ 1149921 h 1149921"/>
              <a:gd name="connsiteX30" fmla="*/ 0 w 8962098"/>
              <a:gd name="connsiteY30" fmla="*/ 1149921 h 1149921"/>
              <a:gd name="connsiteX31" fmla="*/ 0 w 8962098"/>
              <a:gd name="connsiteY31" fmla="*/ 586460 h 1149921"/>
              <a:gd name="connsiteX32" fmla="*/ 0 w 8962098"/>
              <a:gd name="connsiteY32" fmla="*/ 0 h 1149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62098" h="1149921" fill="none" extrusionOk="0">
                <a:moveTo>
                  <a:pt x="0" y="0"/>
                </a:moveTo>
                <a:cubicBezTo>
                  <a:pt x="106741" y="-5227"/>
                  <a:pt x="258086" y="10078"/>
                  <a:pt x="420529" y="0"/>
                </a:cubicBezTo>
                <a:cubicBezTo>
                  <a:pt x="582972" y="-10078"/>
                  <a:pt x="967967" y="-21079"/>
                  <a:pt x="1199542" y="0"/>
                </a:cubicBezTo>
                <a:cubicBezTo>
                  <a:pt x="1431117" y="21079"/>
                  <a:pt x="1447174" y="13280"/>
                  <a:pt x="1620072" y="0"/>
                </a:cubicBezTo>
                <a:cubicBezTo>
                  <a:pt x="1792970" y="-13280"/>
                  <a:pt x="1912007" y="-9074"/>
                  <a:pt x="2040601" y="0"/>
                </a:cubicBezTo>
                <a:cubicBezTo>
                  <a:pt x="2169195" y="9074"/>
                  <a:pt x="2355610" y="5328"/>
                  <a:pt x="2550751" y="0"/>
                </a:cubicBezTo>
                <a:cubicBezTo>
                  <a:pt x="2745892" y="-5328"/>
                  <a:pt x="3023206" y="11627"/>
                  <a:pt x="3150522" y="0"/>
                </a:cubicBezTo>
                <a:cubicBezTo>
                  <a:pt x="3277838" y="-11627"/>
                  <a:pt x="3395071" y="18199"/>
                  <a:pt x="3571051" y="0"/>
                </a:cubicBezTo>
                <a:cubicBezTo>
                  <a:pt x="3747031" y="-18199"/>
                  <a:pt x="3938407" y="1645"/>
                  <a:pt x="4170823" y="0"/>
                </a:cubicBezTo>
                <a:cubicBezTo>
                  <a:pt x="4403239" y="-1645"/>
                  <a:pt x="4510024" y="-11615"/>
                  <a:pt x="4770594" y="0"/>
                </a:cubicBezTo>
                <a:cubicBezTo>
                  <a:pt x="5031164" y="11615"/>
                  <a:pt x="5213144" y="33240"/>
                  <a:pt x="5549607" y="0"/>
                </a:cubicBezTo>
                <a:cubicBezTo>
                  <a:pt x="5886070" y="-33240"/>
                  <a:pt x="5800410" y="18316"/>
                  <a:pt x="5970136" y="0"/>
                </a:cubicBezTo>
                <a:cubicBezTo>
                  <a:pt x="6139862" y="-18316"/>
                  <a:pt x="6473823" y="-10920"/>
                  <a:pt x="6659528" y="0"/>
                </a:cubicBezTo>
                <a:cubicBezTo>
                  <a:pt x="6845233" y="10920"/>
                  <a:pt x="7065940" y="9149"/>
                  <a:pt x="7169678" y="0"/>
                </a:cubicBezTo>
                <a:cubicBezTo>
                  <a:pt x="7273416" y="-9149"/>
                  <a:pt x="7434842" y="-822"/>
                  <a:pt x="7590208" y="0"/>
                </a:cubicBezTo>
                <a:cubicBezTo>
                  <a:pt x="7745574" y="822"/>
                  <a:pt x="8285488" y="40359"/>
                  <a:pt x="8962098" y="0"/>
                </a:cubicBezTo>
                <a:cubicBezTo>
                  <a:pt x="8978224" y="277266"/>
                  <a:pt x="8954298" y="366393"/>
                  <a:pt x="8962098" y="563461"/>
                </a:cubicBezTo>
                <a:cubicBezTo>
                  <a:pt x="8969898" y="760529"/>
                  <a:pt x="8942214" y="889939"/>
                  <a:pt x="8962098" y="1149921"/>
                </a:cubicBezTo>
                <a:cubicBezTo>
                  <a:pt x="8773150" y="1135588"/>
                  <a:pt x="8713881" y="1129607"/>
                  <a:pt x="8541569" y="1149921"/>
                </a:cubicBezTo>
                <a:cubicBezTo>
                  <a:pt x="8369257" y="1170235"/>
                  <a:pt x="7946817" y="1179329"/>
                  <a:pt x="7672935" y="1149921"/>
                </a:cubicBezTo>
                <a:cubicBezTo>
                  <a:pt x="7399053" y="1120513"/>
                  <a:pt x="7433511" y="1139449"/>
                  <a:pt x="7252405" y="1149921"/>
                </a:cubicBezTo>
                <a:cubicBezTo>
                  <a:pt x="7071299" y="1160394"/>
                  <a:pt x="6730593" y="1162135"/>
                  <a:pt x="6473392" y="1149921"/>
                </a:cubicBezTo>
                <a:cubicBezTo>
                  <a:pt x="6216191" y="1137707"/>
                  <a:pt x="5928123" y="1116237"/>
                  <a:pt x="5784000" y="1149921"/>
                </a:cubicBezTo>
                <a:cubicBezTo>
                  <a:pt x="5639877" y="1183605"/>
                  <a:pt x="5290102" y="1144887"/>
                  <a:pt x="5094608" y="1149921"/>
                </a:cubicBezTo>
                <a:cubicBezTo>
                  <a:pt x="4899114" y="1154955"/>
                  <a:pt x="4646058" y="1141303"/>
                  <a:pt x="4494837" y="1149921"/>
                </a:cubicBezTo>
                <a:cubicBezTo>
                  <a:pt x="4343616" y="1158539"/>
                  <a:pt x="4071982" y="1165588"/>
                  <a:pt x="3715824" y="1149921"/>
                </a:cubicBezTo>
                <a:cubicBezTo>
                  <a:pt x="3359666" y="1134254"/>
                  <a:pt x="3269812" y="1178786"/>
                  <a:pt x="3116053" y="1149921"/>
                </a:cubicBezTo>
                <a:cubicBezTo>
                  <a:pt x="2962294" y="1121056"/>
                  <a:pt x="2501003" y="1134300"/>
                  <a:pt x="2337039" y="1149921"/>
                </a:cubicBezTo>
                <a:cubicBezTo>
                  <a:pt x="2173075" y="1165542"/>
                  <a:pt x="2078012" y="1173926"/>
                  <a:pt x="1826889" y="1149921"/>
                </a:cubicBezTo>
                <a:cubicBezTo>
                  <a:pt x="1575766" y="1125917"/>
                  <a:pt x="1566259" y="1160434"/>
                  <a:pt x="1316739" y="1149921"/>
                </a:cubicBezTo>
                <a:cubicBezTo>
                  <a:pt x="1067219" y="1139409"/>
                  <a:pt x="586745" y="1178753"/>
                  <a:pt x="0" y="1149921"/>
                </a:cubicBezTo>
                <a:cubicBezTo>
                  <a:pt x="23275" y="976803"/>
                  <a:pt x="21547" y="735931"/>
                  <a:pt x="0" y="586460"/>
                </a:cubicBezTo>
                <a:cubicBezTo>
                  <a:pt x="-21547" y="436989"/>
                  <a:pt x="-15458" y="179908"/>
                  <a:pt x="0" y="0"/>
                </a:cubicBezTo>
                <a:close/>
              </a:path>
              <a:path w="8962098" h="1149921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46410" y="288730"/>
                  <a:pt x="8970738" y="408674"/>
                  <a:pt x="8962098" y="597959"/>
                </a:cubicBezTo>
                <a:cubicBezTo>
                  <a:pt x="8953458" y="787244"/>
                  <a:pt x="8952176" y="1031187"/>
                  <a:pt x="8962098" y="1149921"/>
                </a:cubicBezTo>
                <a:cubicBezTo>
                  <a:pt x="8742154" y="1125267"/>
                  <a:pt x="8448095" y="1128325"/>
                  <a:pt x="8272706" y="1149921"/>
                </a:cubicBezTo>
                <a:cubicBezTo>
                  <a:pt x="8097317" y="1171517"/>
                  <a:pt x="7820885" y="1154382"/>
                  <a:pt x="7583314" y="1149921"/>
                </a:cubicBezTo>
                <a:cubicBezTo>
                  <a:pt x="7345743" y="1145460"/>
                  <a:pt x="7187503" y="1135024"/>
                  <a:pt x="6893922" y="1149921"/>
                </a:cubicBezTo>
                <a:cubicBezTo>
                  <a:pt x="6600341" y="1164818"/>
                  <a:pt x="6348884" y="1109766"/>
                  <a:pt x="6025287" y="1149921"/>
                </a:cubicBezTo>
                <a:cubicBezTo>
                  <a:pt x="5701690" y="1190076"/>
                  <a:pt x="5641903" y="1183750"/>
                  <a:pt x="5335895" y="1149921"/>
                </a:cubicBezTo>
                <a:cubicBezTo>
                  <a:pt x="5029887" y="1116092"/>
                  <a:pt x="4881389" y="1161386"/>
                  <a:pt x="4556882" y="1149921"/>
                </a:cubicBezTo>
                <a:cubicBezTo>
                  <a:pt x="4232375" y="1138456"/>
                  <a:pt x="4151239" y="1145580"/>
                  <a:pt x="3777869" y="1149921"/>
                </a:cubicBezTo>
                <a:cubicBezTo>
                  <a:pt x="3404499" y="1154262"/>
                  <a:pt x="3407727" y="1126855"/>
                  <a:pt x="3178098" y="1149921"/>
                </a:cubicBezTo>
                <a:cubicBezTo>
                  <a:pt x="2948469" y="1172987"/>
                  <a:pt x="2828812" y="1134992"/>
                  <a:pt x="2667948" y="1149921"/>
                </a:cubicBezTo>
                <a:cubicBezTo>
                  <a:pt x="2507084" y="1164851"/>
                  <a:pt x="2194447" y="1114447"/>
                  <a:pt x="1799314" y="1149921"/>
                </a:cubicBezTo>
                <a:cubicBezTo>
                  <a:pt x="1404181" y="1185395"/>
                  <a:pt x="1251049" y="1137902"/>
                  <a:pt x="1109921" y="1149921"/>
                </a:cubicBezTo>
                <a:cubicBezTo>
                  <a:pt x="968793" y="1161940"/>
                  <a:pt x="382880" y="1138525"/>
                  <a:pt x="0" y="1149921"/>
                </a:cubicBezTo>
                <a:cubicBezTo>
                  <a:pt x="14149" y="863191"/>
                  <a:pt x="-54" y="698711"/>
                  <a:pt x="0" y="563461"/>
                </a:cubicBezTo>
                <a:cubicBezTo>
                  <a:pt x="54" y="428211"/>
                  <a:pt x="14413" y="157976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36000" rIns="288000" bIns="36000">
            <a:spAutoFit/>
          </a:bodyPr>
          <a:lstStyle/>
          <a:p>
            <a:pPr defTabSz="360000"/>
            <a:r>
              <a:rPr lang="en-US" altLang="ko-KR" sz="1000"/>
              <a:t>lockable&lt;&gt;x;</a:t>
            </a:r>
          </a:p>
          <a:p>
            <a:pPr defTabSz="360000"/>
            <a:r>
              <a:rPr lang="en-US" altLang="ko-KR" sz="1000"/>
              <a:t>lockable&lt;&gt;y;</a:t>
            </a:r>
          </a:p>
          <a:p>
            <a:pPr defTabSz="360000"/>
            <a:endParaRPr lang="ko-KR" altLang="en-US" sz="1000"/>
          </a:p>
          <a:p>
            <a:pPr defTabSz="360000"/>
            <a:r>
              <a:rPr lang="en-US" altLang="ko-KR" sz="1000" b="1"/>
              <a:t>std::lock(x, y)</a:t>
            </a:r>
          </a:p>
          <a:p>
            <a:pPr defTabSz="360000"/>
            <a:r>
              <a:rPr lang="en-US" altLang="ko-KR" sz="1000"/>
              <a:t>{</a:t>
            </a:r>
          </a:p>
          <a:p>
            <a:pPr defTabSz="360000"/>
            <a:r>
              <a:rPr lang="en-US" altLang="ko-KR" sz="1000"/>
              <a:t>	std::cout &lt;&lt; "locked" &lt;&lt; std::endl;</a:t>
            </a:r>
          </a:p>
          <a:p>
            <a:pPr defTabSz="360000"/>
            <a:r>
              <a:rPr lang="en-US" altLang="ko-KR" sz="1000"/>
              <a:t>}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A2F16A4-ED65-44F9-9957-C8B100187FB1}"/>
              </a:ext>
            </a:extLst>
          </p:cNvPr>
          <p:cNvSpPr/>
          <p:nvPr/>
        </p:nvSpPr>
        <p:spPr>
          <a:xfrm>
            <a:off x="1682749" y="2550030"/>
            <a:ext cx="9831071" cy="3262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여러 개의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lock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한꺼번에 걸 경우에만 적용할 수 있어 그렇게 빈번히 사용되지는 않는다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42B34EE-56F6-4666-9E62-AC5256E3F0D0}"/>
              </a:ext>
            </a:extLst>
          </p:cNvPr>
          <p:cNvSpPr/>
          <p:nvPr/>
        </p:nvSpPr>
        <p:spPr>
          <a:xfrm>
            <a:off x="3940324" y="1637370"/>
            <a:ext cx="626285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x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와 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y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를 모두 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lock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을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한다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 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이때 데드락을 회피하기 위해 알고리즘이 적용된다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endParaRPr lang="ko-KR" altLang="en-US" sz="1200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DCAFFF3A-B20F-4BAD-9E3C-9363762ED4EB}"/>
              </a:ext>
            </a:extLst>
          </p:cNvPr>
          <p:cNvCxnSpPr>
            <a:cxnSpLocks/>
            <a:stCxn id="25" idx="1"/>
          </p:cNvCxnSpPr>
          <p:nvPr/>
        </p:nvCxnSpPr>
        <p:spPr>
          <a:xfrm flipH="1">
            <a:off x="2842260" y="1775870"/>
            <a:ext cx="1098064" cy="136750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565EEC5-45AF-42C7-8E78-1F04BB2DB4D3}"/>
              </a:ext>
            </a:extLst>
          </p:cNvPr>
          <p:cNvSpPr txBox="1"/>
          <p:nvPr/>
        </p:nvSpPr>
        <p:spPr>
          <a:xfrm>
            <a:off x="538480" y="15240"/>
            <a:ext cx="15399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EXECUTOR SYSTEM</a:t>
            </a:r>
            <a:endParaRPr lang="ko-KR" altLang="en-US" sz="1200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A5EB792-1CC5-4C9D-8BF1-0095D3536C9F}"/>
              </a:ext>
            </a:extLst>
          </p:cNvPr>
          <p:cNvSpPr/>
          <p:nvPr/>
        </p:nvSpPr>
        <p:spPr>
          <a:xfrm>
            <a:off x="203242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4917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868592" y="0"/>
            <a:ext cx="634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FAQ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98BA61-B650-4A92-BD27-814B7E1E2E78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1650E-1B67-421A-BF6A-1BF89648C6C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B362E6D-A6B2-4CDD-A469-E33822357EB6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26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13693</TotalTime>
  <Words>1702</Words>
  <Application>Microsoft Office PowerPoint</Application>
  <PresentationFormat>와이드스크린</PresentationFormat>
  <Paragraphs>229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HY견명조</vt:lpstr>
      <vt:lpstr>HY신명조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상현 조</dc:creator>
  <cp:lastModifiedBy>조 상현</cp:lastModifiedBy>
  <cp:revision>394</cp:revision>
  <dcterms:created xsi:type="dcterms:W3CDTF">2019-08-08T18:29:33Z</dcterms:created>
  <dcterms:modified xsi:type="dcterms:W3CDTF">2020-01-26T17:49:10Z</dcterms:modified>
</cp:coreProperties>
</file>