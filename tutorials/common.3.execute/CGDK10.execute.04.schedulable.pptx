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6" r:id="rId4"/>
    <p:sldId id="261" r:id="rId5"/>
    <p:sldId id="26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>
        <p:scale>
          <a:sx n="100" d="100"/>
          <a:sy n="100" d="100"/>
        </p:scale>
        <p:origin x="-24" y="630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A6C9D82-D4D8-4675-B463-3DBB5DD138FF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870921"/>
            <a:ext cx="3318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Wingdings" panose="05000000000000000000" pitchFamily="2" charset="2"/>
              <a:buChar char="§"/>
            </a:pPr>
            <a:r>
              <a:rPr lang="en-US" altLang="ko-KR" sz="1200"/>
              <a:t>schedulable?</a:t>
            </a:r>
          </a:p>
          <a:p>
            <a:pPr marL="180975" indent="-180975">
              <a:buFont typeface="Wingdings" panose="05000000000000000000" pitchFamily="2" charset="2"/>
              <a:buChar char="§"/>
            </a:pPr>
            <a:r>
              <a:rPr lang="en-US" altLang="ko-KR" sz="1200"/>
              <a:t>schedulable.class</a:t>
            </a:r>
          </a:p>
          <a:p>
            <a:pPr marL="180975" indent="-180975">
              <a:buFont typeface="Wingdings" panose="05000000000000000000" pitchFamily="2" charset="2"/>
              <a:buChar char="§"/>
            </a:pPr>
            <a:r>
              <a:rPr lang="en-US" altLang="ko-KR" sz="1200"/>
              <a:t>schedulable::executable_function&lt;T&gt; class</a:t>
            </a:r>
            <a:endParaRPr lang="ko-KR" altLang="en-US" sz="12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SCHEDULABLE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36867" y="-12879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schedulable?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5BD819-D792-466B-988F-51CD215A27B0}"/>
              </a:ext>
            </a:extLst>
          </p:cNvPr>
          <p:cNvSpPr txBox="1"/>
          <p:nvPr/>
        </p:nvSpPr>
        <p:spPr>
          <a:xfrm>
            <a:off x="1416049" y="578901"/>
            <a:ext cx="9783173" cy="11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schedulable 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객체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일정 시간마다 처리해야 할 것이 있다면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reactor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패턴에서는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poll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방식으로 구현해야 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하지만 이것은 처리마다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개의 쓰레드가 필요하기 때문에 많은 비효율이 발생할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proactor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패턴의 비동기적 실행을 지원해주는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Ischedulable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제공해 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148540A-D078-4542-AA82-CBAEBEED5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592" y="2062191"/>
            <a:ext cx="2228850" cy="30575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E43F67-19F9-436B-8EEF-A1F5C0043CC1}"/>
              </a:ext>
            </a:extLst>
          </p:cNvPr>
          <p:cNvSpPr txBox="1"/>
          <p:nvPr/>
        </p:nvSpPr>
        <p:spPr>
          <a:xfrm>
            <a:off x="4658490" y="1930385"/>
            <a:ext cx="6540732" cy="11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schedulable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은 정해진 시간마다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Iexecutable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executor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걸어 주어 비동기적으로 실행하도록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처리마다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개의 쓰레드를 필요로 하지 않기 때문에 처리 효율이 뛰어나다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36867" y="-12879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schedulable.class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1C023A-D0AF-4549-A7CF-5D222E4000BA}"/>
              </a:ext>
            </a:extLst>
          </p:cNvPr>
          <p:cNvSpPr/>
          <p:nvPr/>
        </p:nvSpPr>
        <p:spPr>
          <a:xfrm>
            <a:off x="1788226" y="3156260"/>
            <a:ext cx="8962098" cy="1376513"/>
          </a:xfrm>
          <a:custGeom>
            <a:avLst/>
            <a:gdLst>
              <a:gd name="connsiteX0" fmla="*/ 0 w 8962098"/>
              <a:gd name="connsiteY0" fmla="*/ 0 h 1376513"/>
              <a:gd name="connsiteX1" fmla="*/ 420529 w 8962098"/>
              <a:gd name="connsiteY1" fmla="*/ 0 h 1376513"/>
              <a:gd name="connsiteX2" fmla="*/ 1199542 w 8962098"/>
              <a:gd name="connsiteY2" fmla="*/ 0 h 1376513"/>
              <a:gd name="connsiteX3" fmla="*/ 1620072 w 8962098"/>
              <a:gd name="connsiteY3" fmla="*/ 0 h 1376513"/>
              <a:gd name="connsiteX4" fmla="*/ 2040601 w 8962098"/>
              <a:gd name="connsiteY4" fmla="*/ 0 h 1376513"/>
              <a:gd name="connsiteX5" fmla="*/ 2550751 w 8962098"/>
              <a:gd name="connsiteY5" fmla="*/ 0 h 1376513"/>
              <a:gd name="connsiteX6" fmla="*/ 3150522 w 8962098"/>
              <a:gd name="connsiteY6" fmla="*/ 0 h 1376513"/>
              <a:gd name="connsiteX7" fmla="*/ 3571051 w 8962098"/>
              <a:gd name="connsiteY7" fmla="*/ 0 h 1376513"/>
              <a:gd name="connsiteX8" fmla="*/ 4170823 w 8962098"/>
              <a:gd name="connsiteY8" fmla="*/ 0 h 1376513"/>
              <a:gd name="connsiteX9" fmla="*/ 4770594 w 8962098"/>
              <a:gd name="connsiteY9" fmla="*/ 0 h 1376513"/>
              <a:gd name="connsiteX10" fmla="*/ 5549607 w 8962098"/>
              <a:gd name="connsiteY10" fmla="*/ 0 h 1376513"/>
              <a:gd name="connsiteX11" fmla="*/ 5970136 w 8962098"/>
              <a:gd name="connsiteY11" fmla="*/ 0 h 1376513"/>
              <a:gd name="connsiteX12" fmla="*/ 6659528 w 8962098"/>
              <a:gd name="connsiteY12" fmla="*/ 0 h 1376513"/>
              <a:gd name="connsiteX13" fmla="*/ 7169678 w 8962098"/>
              <a:gd name="connsiteY13" fmla="*/ 0 h 1376513"/>
              <a:gd name="connsiteX14" fmla="*/ 7590208 w 8962098"/>
              <a:gd name="connsiteY14" fmla="*/ 0 h 1376513"/>
              <a:gd name="connsiteX15" fmla="*/ 8962098 w 8962098"/>
              <a:gd name="connsiteY15" fmla="*/ 0 h 1376513"/>
              <a:gd name="connsiteX16" fmla="*/ 8962098 w 8962098"/>
              <a:gd name="connsiteY16" fmla="*/ 674491 h 1376513"/>
              <a:gd name="connsiteX17" fmla="*/ 8962098 w 8962098"/>
              <a:gd name="connsiteY17" fmla="*/ 1376513 h 1376513"/>
              <a:gd name="connsiteX18" fmla="*/ 8541569 w 8962098"/>
              <a:gd name="connsiteY18" fmla="*/ 1376513 h 1376513"/>
              <a:gd name="connsiteX19" fmla="*/ 7672935 w 8962098"/>
              <a:gd name="connsiteY19" fmla="*/ 1376513 h 1376513"/>
              <a:gd name="connsiteX20" fmla="*/ 7252405 w 8962098"/>
              <a:gd name="connsiteY20" fmla="*/ 1376513 h 1376513"/>
              <a:gd name="connsiteX21" fmla="*/ 6473392 w 8962098"/>
              <a:gd name="connsiteY21" fmla="*/ 1376513 h 1376513"/>
              <a:gd name="connsiteX22" fmla="*/ 5784000 w 8962098"/>
              <a:gd name="connsiteY22" fmla="*/ 1376513 h 1376513"/>
              <a:gd name="connsiteX23" fmla="*/ 5094608 w 8962098"/>
              <a:gd name="connsiteY23" fmla="*/ 1376513 h 1376513"/>
              <a:gd name="connsiteX24" fmla="*/ 4494837 w 8962098"/>
              <a:gd name="connsiteY24" fmla="*/ 1376513 h 1376513"/>
              <a:gd name="connsiteX25" fmla="*/ 3715824 w 8962098"/>
              <a:gd name="connsiteY25" fmla="*/ 1376513 h 1376513"/>
              <a:gd name="connsiteX26" fmla="*/ 3116053 w 8962098"/>
              <a:gd name="connsiteY26" fmla="*/ 1376513 h 1376513"/>
              <a:gd name="connsiteX27" fmla="*/ 2337039 w 8962098"/>
              <a:gd name="connsiteY27" fmla="*/ 1376513 h 1376513"/>
              <a:gd name="connsiteX28" fmla="*/ 1826889 w 8962098"/>
              <a:gd name="connsiteY28" fmla="*/ 1376513 h 1376513"/>
              <a:gd name="connsiteX29" fmla="*/ 1316739 w 8962098"/>
              <a:gd name="connsiteY29" fmla="*/ 1376513 h 1376513"/>
              <a:gd name="connsiteX30" fmla="*/ 0 w 8962098"/>
              <a:gd name="connsiteY30" fmla="*/ 1376513 h 1376513"/>
              <a:gd name="connsiteX31" fmla="*/ 0 w 8962098"/>
              <a:gd name="connsiteY31" fmla="*/ 702022 h 1376513"/>
              <a:gd name="connsiteX32" fmla="*/ 0 w 8962098"/>
              <a:gd name="connsiteY32" fmla="*/ 0 h 137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376513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0343" y="220271"/>
                  <a:pt x="8977101" y="457820"/>
                  <a:pt x="8962098" y="674491"/>
                </a:cubicBezTo>
                <a:cubicBezTo>
                  <a:pt x="8947095" y="891162"/>
                  <a:pt x="8980432" y="1119357"/>
                  <a:pt x="8962098" y="1376513"/>
                </a:cubicBezTo>
                <a:cubicBezTo>
                  <a:pt x="8773150" y="1362180"/>
                  <a:pt x="8713881" y="1356199"/>
                  <a:pt x="8541569" y="1376513"/>
                </a:cubicBezTo>
                <a:cubicBezTo>
                  <a:pt x="8369257" y="1396827"/>
                  <a:pt x="7946817" y="1405921"/>
                  <a:pt x="7672935" y="1376513"/>
                </a:cubicBezTo>
                <a:cubicBezTo>
                  <a:pt x="7399053" y="1347105"/>
                  <a:pt x="7433511" y="1366041"/>
                  <a:pt x="7252405" y="1376513"/>
                </a:cubicBezTo>
                <a:cubicBezTo>
                  <a:pt x="7071299" y="1386986"/>
                  <a:pt x="6730593" y="1388727"/>
                  <a:pt x="6473392" y="1376513"/>
                </a:cubicBezTo>
                <a:cubicBezTo>
                  <a:pt x="6216191" y="1364299"/>
                  <a:pt x="5928123" y="1342829"/>
                  <a:pt x="5784000" y="1376513"/>
                </a:cubicBezTo>
                <a:cubicBezTo>
                  <a:pt x="5639877" y="1410197"/>
                  <a:pt x="5290102" y="1371479"/>
                  <a:pt x="5094608" y="1376513"/>
                </a:cubicBezTo>
                <a:cubicBezTo>
                  <a:pt x="4899114" y="1381547"/>
                  <a:pt x="4646058" y="1367895"/>
                  <a:pt x="4494837" y="1376513"/>
                </a:cubicBezTo>
                <a:cubicBezTo>
                  <a:pt x="4343616" y="1385131"/>
                  <a:pt x="4071982" y="1392180"/>
                  <a:pt x="3715824" y="1376513"/>
                </a:cubicBezTo>
                <a:cubicBezTo>
                  <a:pt x="3359666" y="1360846"/>
                  <a:pt x="3269812" y="1405378"/>
                  <a:pt x="3116053" y="1376513"/>
                </a:cubicBezTo>
                <a:cubicBezTo>
                  <a:pt x="2962294" y="1347648"/>
                  <a:pt x="2501003" y="1360892"/>
                  <a:pt x="2337039" y="1376513"/>
                </a:cubicBezTo>
                <a:cubicBezTo>
                  <a:pt x="2173075" y="1392134"/>
                  <a:pt x="2078012" y="1400518"/>
                  <a:pt x="1826889" y="1376513"/>
                </a:cubicBezTo>
                <a:cubicBezTo>
                  <a:pt x="1575766" y="1352509"/>
                  <a:pt x="1566259" y="1387026"/>
                  <a:pt x="1316739" y="1376513"/>
                </a:cubicBezTo>
                <a:cubicBezTo>
                  <a:pt x="1067219" y="1366001"/>
                  <a:pt x="586745" y="1405345"/>
                  <a:pt x="0" y="1376513"/>
                </a:cubicBezTo>
                <a:cubicBezTo>
                  <a:pt x="9008" y="1119888"/>
                  <a:pt x="-80" y="933782"/>
                  <a:pt x="0" y="702022"/>
                </a:cubicBezTo>
                <a:cubicBezTo>
                  <a:pt x="80" y="470262"/>
                  <a:pt x="-30040" y="296869"/>
                  <a:pt x="0" y="0"/>
                </a:cubicBezTo>
                <a:close/>
              </a:path>
              <a:path w="8962098" h="137651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5534" y="178243"/>
                  <a:pt x="8992739" y="386956"/>
                  <a:pt x="8962098" y="715787"/>
                </a:cubicBezTo>
                <a:cubicBezTo>
                  <a:pt x="8931457" y="1044618"/>
                  <a:pt x="8960788" y="1061095"/>
                  <a:pt x="8962098" y="1376513"/>
                </a:cubicBezTo>
                <a:cubicBezTo>
                  <a:pt x="8742154" y="1351859"/>
                  <a:pt x="8448095" y="1354917"/>
                  <a:pt x="8272706" y="1376513"/>
                </a:cubicBezTo>
                <a:cubicBezTo>
                  <a:pt x="8097317" y="1398109"/>
                  <a:pt x="7820885" y="1380974"/>
                  <a:pt x="7583314" y="1376513"/>
                </a:cubicBezTo>
                <a:cubicBezTo>
                  <a:pt x="7345743" y="1372052"/>
                  <a:pt x="7187503" y="1361616"/>
                  <a:pt x="6893922" y="1376513"/>
                </a:cubicBezTo>
                <a:cubicBezTo>
                  <a:pt x="6600341" y="1391410"/>
                  <a:pt x="6348884" y="1336358"/>
                  <a:pt x="6025287" y="1376513"/>
                </a:cubicBezTo>
                <a:cubicBezTo>
                  <a:pt x="5701690" y="1416668"/>
                  <a:pt x="5641903" y="1410342"/>
                  <a:pt x="5335895" y="1376513"/>
                </a:cubicBezTo>
                <a:cubicBezTo>
                  <a:pt x="5029887" y="1342684"/>
                  <a:pt x="4881389" y="1387978"/>
                  <a:pt x="4556882" y="1376513"/>
                </a:cubicBezTo>
                <a:cubicBezTo>
                  <a:pt x="4232375" y="1365048"/>
                  <a:pt x="4151239" y="1372172"/>
                  <a:pt x="3777869" y="1376513"/>
                </a:cubicBezTo>
                <a:cubicBezTo>
                  <a:pt x="3404499" y="1380854"/>
                  <a:pt x="3407727" y="1353447"/>
                  <a:pt x="3178098" y="1376513"/>
                </a:cubicBezTo>
                <a:cubicBezTo>
                  <a:pt x="2948469" y="1399579"/>
                  <a:pt x="2828812" y="1361584"/>
                  <a:pt x="2667948" y="1376513"/>
                </a:cubicBezTo>
                <a:cubicBezTo>
                  <a:pt x="2507084" y="1391443"/>
                  <a:pt x="2194447" y="1341039"/>
                  <a:pt x="1799314" y="1376513"/>
                </a:cubicBezTo>
                <a:cubicBezTo>
                  <a:pt x="1404181" y="1411987"/>
                  <a:pt x="1251049" y="1364494"/>
                  <a:pt x="1109921" y="1376513"/>
                </a:cubicBezTo>
                <a:cubicBezTo>
                  <a:pt x="968793" y="1388532"/>
                  <a:pt x="382880" y="1365117"/>
                  <a:pt x="0" y="1376513"/>
                </a:cubicBezTo>
                <a:cubicBezTo>
                  <a:pt x="-24411" y="1126453"/>
                  <a:pt x="27826" y="987205"/>
                  <a:pt x="0" y="674491"/>
                </a:cubicBezTo>
                <a:cubicBezTo>
                  <a:pt x="-27826" y="361777"/>
                  <a:pt x="12805" y="17229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bar</a:t>
            </a:r>
            <a:r>
              <a:rPr lang="ko-KR" altLang="en-US" sz="1000">
                <a:solidFill>
                  <a:srgbClr val="00B050"/>
                </a:solidFill>
              </a:rPr>
              <a:t>클래스의</a:t>
            </a:r>
            <a:r>
              <a:rPr lang="en-US" altLang="ko-KR" sz="1000">
                <a:solidFill>
                  <a:srgbClr val="00B050"/>
                </a:solidFill>
              </a:rPr>
              <a:t> </a:t>
            </a:r>
            <a:r>
              <a:rPr lang="ko-KR" altLang="en-US" sz="1000">
                <a:solidFill>
                  <a:srgbClr val="00B050"/>
                </a:solidFill>
              </a:rPr>
              <a:t>객체를 생성한다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pschedulable_1 = make_object&lt;bar&gt;();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- 500ms</a:t>
            </a:r>
            <a:r>
              <a:rPr lang="ko-KR" altLang="en-US" sz="1000">
                <a:solidFill>
                  <a:srgbClr val="00B050"/>
                </a:solidFill>
              </a:rPr>
              <a:t>마다 실행이 요청되도록 설정한다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pschedulable _1 -&gt;</a:t>
            </a:r>
            <a:r>
              <a:rPr lang="en-US" altLang="ko-KR" sz="1000" b="1"/>
              <a:t>set_execute_interval</a:t>
            </a:r>
            <a:r>
              <a:rPr lang="en-US" altLang="ko-KR" sz="1000"/>
              <a:t>(500ms);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system_executor</a:t>
            </a:r>
            <a:r>
              <a:rPr lang="ko-KR" altLang="en-US" sz="1000">
                <a:solidFill>
                  <a:srgbClr val="00B050"/>
                </a:solidFill>
              </a:rPr>
              <a:t>에 등록한다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system_executor::</a:t>
            </a:r>
            <a:r>
              <a:rPr lang="en-US" altLang="ko-KR" sz="1000" b="1"/>
              <a:t>register_schedulable</a:t>
            </a:r>
            <a:r>
              <a:rPr lang="en-US" altLang="ko-KR" sz="1000"/>
              <a:t>(pschedulable _1);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D0B863-F1C5-4040-BA85-B90CA8504977}"/>
              </a:ext>
            </a:extLst>
          </p:cNvPr>
          <p:cNvSpPr txBox="1"/>
          <p:nvPr/>
        </p:nvSpPr>
        <p:spPr>
          <a:xfrm>
            <a:off x="1416049" y="578901"/>
            <a:ext cx="9783173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schedulable 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객체의 동작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기본적인 사용 방법은 다음과 같다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3247EB-6ACE-4A33-B59C-15FB1929DFA8}"/>
              </a:ext>
            </a:extLst>
          </p:cNvPr>
          <p:cNvSpPr/>
          <p:nvPr/>
        </p:nvSpPr>
        <p:spPr>
          <a:xfrm>
            <a:off x="1788226" y="1288352"/>
            <a:ext cx="8962098" cy="1376513"/>
          </a:xfrm>
          <a:custGeom>
            <a:avLst/>
            <a:gdLst>
              <a:gd name="connsiteX0" fmla="*/ 0 w 8962098"/>
              <a:gd name="connsiteY0" fmla="*/ 0 h 1376513"/>
              <a:gd name="connsiteX1" fmla="*/ 420529 w 8962098"/>
              <a:gd name="connsiteY1" fmla="*/ 0 h 1376513"/>
              <a:gd name="connsiteX2" fmla="*/ 1199542 w 8962098"/>
              <a:gd name="connsiteY2" fmla="*/ 0 h 1376513"/>
              <a:gd name="connsiteX3" fmla="*/ 1620072 w 8962098"/>
              <a:gd name="connsiteY3" fmla="*/ 0 h 1376513"/>
              <a:gd name="connsiteX4" fmla="*/ 2040601 w 8962098"/>
              <a:gd name="connsiteY4" fmla="*/ 0 h 1376513"/>
              <a:gd name="connsiteX5" fmla="*/ 2550751 w 8962098"/>
              <a:gd name="connsiteY5" fmla="*/ 0 h 1376513"/>
              <a:gd name="connsiteX6" fmla="*/ 3150522 w 8962098"/>
              <a:gd name="connsiteY6" fmla="*/ 0 h 1376513"/>
              <a:gd name="connsiteX7" fmla="*/ 3571051 w 8962098"/>
              <a:gd name="connsiteY7" fmla="*/ 0 h 1376513"/>
              <a:gd name="connsiteX8" fmla="*/ 4170823 w 8962098"/>
              <a:gd name="connsiteY8" fmla="*/ 0 h 1376513"/>
              <a:gd name="connsiteX9" fmla="*/ 4770594 w 8962098"/>
              <a:gd name="connsiteY9" fmla="*/ 0 h 1376513"/>
              <a:gd name="connsiteX10" fmla="*/ 5549607 w 8962098"/>
              <a:gd name="connsiteY10" fmla="*/ 0 h 1376513"/>
              <a:gd name="connsiteX11" fmla="*/ 5970136 w 8962098"/>
              <a:gd name="connsiteY11" fmla="*/ 0 h 1376513"/>
              <a:gd name="connsiteX12" fmla="*/ 6659528 w 8962098"/>
              <a:gd name="connsiteY12" fmla="*/ 0 h 1376513"/>
              <a:gd name="connsiteX13" fmla="*/ 7169678 w 8962098"/>
              <a:gd name="connsiteY13" fmla="*/ 0 h 1376513"/>
              <a:gd name="connsiteX14" fmla="*/ 7590208 w 8962098"/>
              <a:gd name="connsiteY14" fmla="*/ 0 h 1376513"/>
              <a:gd name="connsiteX15" fmla="*/ 8962098 w 8962098"/>
              <a:gd name="connsiteY15" fmla="*/ 0 h 1376513"/>
              <a:gd name="connsiteX16" fmla="*/ 8962098 w 8962098"/>
              <a:gd name="connsiteY16" fmla="*/ 674491 h 1376513"/>
              <a:gd name="connsiteX17" fmla="*/ 8962098 w 8962098"/>
              <a:gd name="connsiteY17" fmla="*/ 1376513 h 1376513"/>
              <a:gd name="connsiteX18" fmla="*/ 8541569 w 8962098"/>
              <a:gd name="connsiteY18" fmla="*/ 1376513 h 1376513"/>
              <a:gd name="connsiteX19" fmla="*/ 7672935 w 8962098"/>
              <a:gd name="connsiteY19" fmla="*/ 1376513 h 1376513"/>
              <a:gd name="connsiteX20" fmla="*/ 7252405 w 8962098"/>
              <a:gd name="connsiteY20" fmla="*/ 1376513 h 1376513"/>
              <a:gd name="connsiteX21" fmla="*/ 6473392 w 8962098"/>
              <a:gd name="connsiteY21" fmla="*/ 1376513 h 1376513"/>
              <a:gd name="connsiteX22" fmla="*/ 5784000 w 8962098"/>
              <a:gd name="connsiteY22" fmla="*/ 1376513 h 1376513"/>
              <a:gd name="connsiteX23" fmla="*/ 5094608 w 8962098"/>
              <a:gd name="connsiteY23" fmla="*/ 1376513 h 1376513"/>
              <a:gd name="connsiteX24" fmla="*/ 4494837 w 8962098"/>
              <a:gd name="connsiteY24" fmla="*/ 1376513 h 1376513"/>
              <a:gd name="connsiteX25" fmla="*/ 3715824 w 8962098"/>
              <a:gd name="connsiteY25" fmla="*/ 1376513 h 1376513"/>
              <a:gd name="connsiteX26" fmla="*/ 3116053 w 8962098"/>
              <a:gd name="connsiteY26" fmla="*/ 1376513 h 1376513"/>
              <a:gd name="connsiteX27" fmla="*/ 2337039 w 8962098"/>
              <a:gd name="connsiteY27" fmla="*/ 1376513 h 1376513"/>
              <a:gd name="connsiteX28" fmla="*/ 1826889 w 8962098"/>
              <a:gd name="connsiteY28" fmla="*/ 1376513 h 1376513"/>
              <a:gd name="connsiteX29" fmla="*/ 1316739 w 8962098"/>
              <a:gd name="connsiteY29" fmla="*/ 1376513 h 1376513"/>
              <a:gd name="connsiteX30" fmla="*/ 0 w 8962098"/>
              <a:gd name="connsiteY30" fmla="*/ 1376513 h 1376513"/>
              <a:gd name="connsiteX31" fmla="*/ 0 w 8962098"/>
              <a:gd name="connsiteY31" fmla="*/ 702022 h 1376513"/>
              <a:gd name="connsiteX32" fmla="*/ 0 w 8962098"/>
              <a:gd name="connsiteY32" fmla="*/ 0 h 137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376513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0343" y="220271"/>
                  <a:pt x="8977101" y="457820"/>
                  <a:pt x="8962098" y="674491"/>
                </a:cubicBezTo>
                <a:cubicBezTo>
                  <a:pt x="8947095" y="891162"/>
                  <a:pt x="8980432" y="1119357"/>
                  <a:pt x="8962098" y="1376513"/>
                </a:cubicBezTo>
                <a:cubicBezTo>
                  <a:pt x="8773150" y="1362180"/>
                  <a:pt x="8713881" y="1356199"/>
                  <a:pt x="8541569" y="1376513"/>
                </a:cubicBezTo>
                <a:cubicBezTo>
                  <a:pt x="8369257" y="1396827"/>
                  <a:pt x="7946817" y="1405921"/>
                  <a:pt x="7672935" y="1376513"/>
                </a:cubicBezTo>
                <a:cubicBezTo>
                  <a:pt x="7399053" y="1347105"/>
                  <a:pt x="7433511" y="1366041"/>
                  <a:pt x="7252405" y="1376513"/>
                </a:cubicBezTo>
                <a:cubicBezTo>
                  <a:pt x="7071299" y="1386986"/>
                  <a:pt x="6730593" y="1388727"/>
                  <a:pt x="6473392" y="1376513"/>
                </a:cubicBezTo>
                <a:cubicBezTo>
                  <a:pt x="6216191" y="1364299"/>
                  <a:pt x="5928123" y="1342829"/>
                  <a:pt x="5784000" y="1376513"/>
                </a:cubicBezTo>
                <a:cubicBezTo>
                  <a:pt x="5639877" y="1410197"/>
                  <a:pt x="5290102" y="1371479"/>
                  <a:pt x="5094608" y="1376513"/>
                </a:cubicBezTo>
                <a:cubicBezTo>
                  <a:pt x="4899114" y="1381547"/>
                  <a:pt x="4646058" y="1367895"/>
                  <a:pt x="4494837" y="1376513"/>
                </a:cubicBezTo>
                <a:cubicBezTo>
                  <a:pt x="4343616" y="1385131"/>
                  <a:pt x="4071982" y="1392180"/>
                  <a:pt x="3715824" y="1376513"/>
                </a:cubicBezTo>
                <a:cubicBezTo>
                  <a:pt x="3359666" y="1360846"/>
                  <a:pt x="3269812" y="1405378"/>
                  <a:pt x="3116053" y="1376513"/>
                </a:cubicBezTo>
                <a:cubicBezTo>
                  <a:pt x="2962294" y="1347648"/>
                  <a:pt x="2501003" y="1360892"/>
                  <a:pt x="2337039" y="1376513"/>
                </a:cubicBezTo>
                <a:cubicBezTo>
                  <a:pt x="2173075" y="1392134"/>
                  <a:pt x="2078012" y="1400518"/>
                  <a:pt x="1826889" y="1376513"/>
                </a:cubicBezTo>
                <a:cubicBezTo>
                  <a:pt x="1575766" y="1352509"/>
                  <a:pt x="1566259" y="1387026"/>
                  <a:pt x="1316739" y="1376513"/>
                </a:cubicBezTo>
                <a:cubicBezTo>
                  <a:pt x="1067219" y="1366001"/>
                  <a:pt x="586745" y="1405345"/>
                  <a:pt x="0" y="1376513"/>
                </a:cubicBezTo>
                <a:cubicBezTo>
                  <a:pt x="9008" y="1119888"/>
                  <a:pt x="-80" y="933782"/>
                  <a:pt x="0" y="702022"/>
                </a:cubicBezTo>
                <a:cubicBezTo>
                  <a:pt x="80" y="470262"/>
                  <a:pt x="-30040" y="296869"/>
                  <a:pt x="0" y="0"/>
                </a:cubicBezTo>
                <a:close/>
              </a:path>
              <a:path w="8962098" h="137651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5534" y="178243"/>
                  <a:pt x="8992739" y="386956"/>
                  <a:pt x="8962098" y="715787"/>
                </a:cubicBezTo>
                <a:cubicBezTo>
                  <a:pt x="8931457" y="1044618"/>
                  <a:pt x="8960788" y="1061095"/>
                  <a:pt x="8962098" y="1376513"/>
                </a:cubicBezTo>
                <a:cubicBezTo>
                  <a:pt x="8742154" y="1351859"/>
                  <a:pt x="8448095" y="1354917"/>
                  <a:pt x="8272706" y="1376513"/>
                </a:cubicBezTo>
                <a:cubicBezTo>
                  <a:pt x="8097317" y="1398109"/>
                  <a:pt x="7820885" y="1380974"/>
                  <a:pt x="7583314" y="1376513"/>
                </a:cubicBezTo>
                <a:cubicBezTo>
                  <a:pt x="7345743" y="1372052"/>
                  <a:pt x="7187503" y="1361616"/>
                  <a:pt x="6893922" y="1376513"/>
                </a:cubicBezTo>
                <a:cubicBezTo>
                  <a:pt x="6600341" y="1391410"/>
                  <a:pt x="6348884" y="1336358"/>
                  <a:pt x="6025287" y="1376513"/>
                </a:cubicBezTo>
                <a:cubicBezTo>
                  <a:pt x="5701690" y="1416668"/>
                  <a:pt x="5641903" y="1410342"/>
                  <a:pt x="5335895" y="1376513"/>
                </a:cubicBezTo>
                <a:cubicBezTo>
                  <a:pt x="5029887" y="1342684"/>
                  <a:pt x="4881389" y="1387978"/>
                  <a:pt x="4556882" y="1376513"/>
                </a:cubicBezTo>
                <a:cubicBezTo>
                  <a:pt x="4232375" y="1365048"/>
                  <a:pt x="4151239" y="1372172"/>
                  <a:pt x="3777869" y="1376513"/>
                </a:cubicBezTo>
                <a:cubicBezTo>
                  <a:pt x="3404499" y="1380854"/>
                  <a:pt x="3407727" y="1353447"/>
                  <a:pt x="3178098" y="1376513"/>
                </a:cubicBezTo>
                <a:cubicBezTo>
                  <a:pt x="2948469" y="1399579"/>
                  <a:pt x="2828812" y="1361584"/>
                  <a:pt x="2667948" y="1376513"/>
                </a:cubicBezTo>
                <a:cubicBezTo>
                  <a:pt x="2507084" y="1391443"/>
                  <a:pt x="2194447" y="1341039"/>
                  <a:pt x="1799314" y="1376513"/>
                </a:cubicBezTo>
                <a:cubicBezTo>
                  <a:pt x="1404181" y="1411987"/>
                  <a:pt x="1251049" y="1364494"/>
                  <a:pt x="1109921" y="1376513"/>
                </a:cubicBezTo>
                <a:cubicBezTo>
                  <a:pt x="968793" y="1388532"/>
                  <a:pt x="382880" y="1365117"/>
                  <a:pt x="0" y="1376513"/>
                </a:cubicBezTo>
                <a:cubicBezTo>
                  <a:pt x="-24411" y="1126453"/>
                  <a:pt x="27826" y="987205"/>
                  <a:pt x="0" y="674491"/>
                </a:cubicBezTo>
                <a:cubicBezTo>
                  <a:pt x="-27826" y="361777"/>
                  <a:pt x="12805" y="17229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class</a:t>
            </a:r>
            <a:r>
              <a:rPr lang="en-US" altLang="ko-KR" sz="1000"/>
              <a:t> bar : public </a:t>
            </a:r>
            <a:r>
              <a:rPr lang="en-US" altLang="ko-KR" sz="1000" b="1"/>
              <a:t>schedulable::Nexecutable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public: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virtual void</a:t>
            </a:r>
            <a:r>
              <a:rPr lang="en-US" altLang="ko-KR" sz="1000"/>
              <a:t> </a:t>
            </a:r>
            <a:r>
              <a:rPr lang="en-US" altLang="ko-KR" sz="1000" b="1"/>
              <a:t>on_execute()</a:t>
            </a:r>
            <a:r>
              <a:rPr lang="en-US" altLang="ko-KR" sz="1000"/>
              <a:t> </a:t>
            </a:r>
            <a:r>
              <a:rPr lang="en-US" altLang="ko-KR" sz="1000">
                <a:solidFill>
                  <a:srgbClr val="0000FF"/>
                </a:solidFill>
              </a:rPr>
              <a:t>override</a:t>
            </a:r>
          </a:p>
          <a:p>
            <a:pPr defTabSz="360000"/>
            <a:r>
              <a:rPr lang="en-US" altLang="ko-KR" sz="1000"/>
              <a:t>	{</a:t>
            </a:r>
          </a:p>
          <a:p>
            <a:pPr defTabSz="360000"/>
            <a:r>
              <a:rPr lang="en-US" altLang="ko-KR" sz="1000"/>
              <a:t>		std::cout &lt;&lt; "'bar' executed" &lt;&lt; '\n’;</a:t>
            </a:r>
          </a:p>
          <a:p>
            <a:pPr defTabSz="360000"/>
            <a:r>
              <a:rPr lang="en-US" altLang="ko-KR" sz="1000"/>
              <a:t>	}</a:t>
            </a:r>
          </a:p>
          <a:p>
            <a:pPr defTabSz="360000"/>
            <a:r>
              <a:rPr lang="en-US" altLang="ko-KR" sz="1000"/>
              <a:t>};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32E0036-F1D7-4C94-92ED-AB1C502407BF}"/>
              </a:ext>
            </a:extLst>
          </p:cNvPr>
          <p:cNvSpPr/>
          <p:nvPr/>
        </p:nvSpPr>
        <p:spPr>
          <a:xfrm>
            <a:off x="5485344" y="1294349"/>
            <a:ext cx="6128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schedulable::Nexecutable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을 상속받아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‘bar’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클래스를 정의한다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b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(Ischedulable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과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Iexecutable 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모두를 가진 클래스이다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.)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9FAA1D3-967B-439E-B285-A86345C1F175}"/>
              </a:ext>
            </a:extLst>
          </p:cNvPr>
          <p:cNvCxnSpPr>
            <a:cxnSpLocks/>
            <a:stCxn id="20" idx="2"/>
          </p:cNvCxnSpPr>
          <p:nvPr/>
        </p:nvCxnSpPr>
        <p:spPr>
          <a:xfrm flipH="1" flipV="1">
            <a:off x="4677104" y="1432851"/>
            <a:ext cx="818750" cy="162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71D2E66B-2390-4F01-B30E-4BA828F6F73B}"/>
              </a:ext>
            </a:extLst>
          </p:cNvPr>
          <p:cNvSpPr/>
          <p:nvPr/>
        </p:nvSpPr>
        <p:spPr>
          <a:xfrm>
            <a:off x="5495854" y="1343013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D1E992B-CDB0-4C4C-801F-FF1EF091ABD5}"/>
              </a:ext>
            </a:extLst>
          </p:cNvPr>
          <p:cNvSpPr/>
          <p:nvPr/>
        </p:nvSpPr>
        <p:spPr>
          <a:xfrm>
            <a:off x="5557440" y="1861572"/>
            <a:ext cx="48463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처리할 내용을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on_execute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에 정의한다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b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(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이것은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Nexecutable 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클래스 인터페이스의 함수다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.)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C8E2516-69F5-4A81-BE22-756F46315FC6}"/>
              </a:ext>
            </a:extLst>
          </p:cNvPr>
          <p:cNvCxnSpPr>
            <a:cxnSpLocks/>
            <a:stCxn id="23" idx="2"/>
          </p:cNvCxnSpPr>
          <p:nvPr/>
        </p:nvCxnSpPr>
        <p:spPr>
          <a:xfrm flipH="1" flipV="1">
            <a:off x="4498428" y="1912883"/>
            <a:ext cx="1069210" cy="98276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07018CB8-A9A0-493C-92BD-2E5DFB5DB90D}"/>
              </a:ext>
            </a:extLst>
          </p:cNvPr>
          <p:cNvSpPr/>
          <p:nvPr/>
        </p:nvSpPr>
        <p:spPr>
          <a:xfrm>
            <a:off x="5567638" y="1921159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9BE3DA9-5BBC-4537-B4C3-4354C1940407}"/>
              </a:ext>
            </a:extLst>
          </p:cNvPr>
          <p:cNvSpPr/>
          <p:nvPr/>
        </p:nvSpPr>
        <p:spPr>
          <a:xfrm>
            <a:off x="5203286" y="3254517"/>
            <a:ext cx="363763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‘bar’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클래스의 객체를 생성한다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C164694-980E-4763-AFE5-6F47C3A470E3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4498428" y="3397401"/>
            <a:ext cx="752370" cy="56769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97093506-B821-4168-AA34-20B681546CF4}"/>
              </a:ext>
            </a:extLst>
          </p:cNvPr>
          <p:cNvSpPr/>
          <p:nvPr/>
        </p:nvSpPr>
        <p:spPr>
          <a:xfrm>
            <a:off x="5250798" y="3307401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990A55D-D756-428F-A33A-A5D43C92B477}"/>
              </a:ext>
            </a:extLst>
          </p:cNvPr>
          <p:cNvSpPr/>
          <p:nvPr/>
        </p:nvSpPr>
        <p:spPr>
          <a:xfrm>
            <a:off x="5339920" y="3666068"/>
            <a:ext cx="475001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set_execute_interval()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함수로 실행을 걸 간격을 설정한다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0C0817A-E9D8-4FDA-BF20-2BD63E4DC54A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4614041" y="3825587"/>
            <a:ext cx="726601" cy="80871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326AB619-91A8-4D0E-BA0F-3C2944693774}"/>
              </a:ext>
            </a:extLst>
          </p:cNvPr>
          <p:cNvSpPr/>
          <p:nvPr/>
        </p:nvSpPr>
        <p:spPr>
          <a:xfrm>
            <a:off x="5340642" y="3735587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B56DD5F-78D3-42E0-B3BE-89DB72625BAE}"/>
              </a:ext>
            </a:extLst>
          </p:cNvPr>
          <p:cNvSpPr/>
          <p:nvPr/>
        </p:nvSpPr>
        <p:spPr>
          <a:xfrm>
            <a:off x="5224320" y="3954034"/>
            <a:ext cx="61831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e  system_executor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에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schedulable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를 등록한다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b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등록됨과 동시에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500ms 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마다 한번씩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bar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on_execute()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함수가 호출된다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D7A9405C-7BFF-4932-B2AC-6C426DCBD4D3}"/>
              </a:ext>
            </a:extLst>
          </p:cNvPr>
          <p:cNvSpPr/>
          <p:nvPr/>
        </p:nvSpPr>
        <p:spPr>
          <a:xfrm>
            <a:off x="5255217" y="4041184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5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9325580-996D-46BF-9F8C-DDE1CC45A432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4139381" y="4131184"/>
            <a:ext cx="1115836" cy="153991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E22E5CC-9722-4EE5-A317-971B725C329B}"/>
              </a:ext>
            </a:extLst>
          </p:cNvPr>
          <p:cNvSpPr/>
          <p:nvPr/>
        </p:nvSpPr>
        <p:spPr>
          <a:xfrm>
            <a:off x="1788226" y="5049584"/>
            <a:ext cx="8962098" cy="453183"/>
          </a:xfrm>
          <a:custGeom>
            <a:avLst/>
            <a:gdLst>
              <a:gd name="connsiteX0" fmla="*/ 0 w 8962098"/>
              <a:gd name="connsiteY0" fmla="*/ 0 h 453183"/>
              <a:gd name="connsiteX1" fmla="*/ 420529 w 8962098"/>
              <a:gd name="connsiteY1" fmla="*/ 0 h 453183"/>
              <a:gd name="connsiteX2" fmla="*/ 1109921 w 8962098"/>
              <a:gd name="connsiteY2" fmla="*/ 0 h 453183"/>
              <a:gd name="connsiteX3" fmla="*/ 1799314 w 8962098"/>
              <a:gd name="connsiteY3" fmla="*/ 0 h 453183"/>
              <a:gd name="connsiteX4" fmla="*/ 2578327 w 8962098"/>
              <a:gd name="connsiteY4" fmla="*/ 0 h 453183"/>
              <a:gd name="connsiteX5" fmla="*/ 2998856 w 8962098"/>
              <a:gd name="connsiteY5" fmla="*/ 0 h 453183"/>
              <a:gd name="connsiteX6" fmla="*/ 3419385 w 8962098"/>
              <a:gd name="connsiteY6" fmla="*/ 0 h 453183"/>
              <a:gd name="connsiteX7" fmla="*/ 3929535 w 8962098"/>
              <a:gd name="connsiteY7" fmla="*/ 0 h 453183"/>
              <a:gd name="connsiteX8" fmla="*/ 4529306 w 8962098"/>
              <a:gd name="connsiteY8" fmla="*/ 0 h 453183"/>
              <a:gd name="connsiteX9" fmla="*/ 4949836 w 8962098"/>
              <a:gd name="connsiteY9" fmla="*/ 0 h 453183"/>
              <a:gd name="connsiteX10" fmla="*/ 5549607 w 8962098"/>
              <a:gd name="connsiteY10" fmla="*/ 0 h 453183"/>
              <a:gd name="connsiteX11" fmla="*/ 6149378 w 8962098"/>
              <a:gd name="connsiteY11" fmla="*/ 0 h 453183"/>
              <a:gd name="connsiteX12" fmla="*/ 6928391 w 8962098"/>
              <a:gd name="connsiteY12" fmla="*/ 0 h 453183"/>
              <a:gd name="connsiteX13" fmla="*/ 7348920 w 8962098"/>
              <a:gd name="connsiteY13" fmla="*/ 0 h 453183"/>
              <a:gd name="connsiteX14" fmla="*/ 8038313 w 8962098"/>
              <a:gd name="connsiteY14" fmla="*/ 0 h 453183"/>
              <a:gd name="connsiteX15" fmla="*/ 8962098 w 8962098"/>
              <a:gd name="connsiteY15" fmla="*/ 0 h 453183"/>
              <a:gd name="connsiteX16" fmla="*/ 8962098 w 8962098"/>
              <a:gd name="connsiteY16" fmla="*/ 453183 h 453183"/>
              <a:gd name="connsiteX17" fmla="*/ 8541569 w 8962098"/>
              <a:gd name="connsiteY17" fmla="*/ 453183 h 453183"/>
              <a:gd name="connsiteX18" fmla="*/ 7941798 w 8962098"/>
              <a:gd name="connsiteY18" fmla="*/ 453183 h 453183"/>
              <a:gd name="connsiteX19" fmla="*/ 7431647 w 8962098"/>
              <a:gd name="connsiteY19" fmla="*/ 453183 h 453183"/>
              <a:gd name="connsiteX20" fmla="*/ 6652634 w 8962098"/>
              <a:gd name="connsiteY20" fmla="*/ 453183 h 453183"/>
              <a:gd name="connsiteX21" fmla="*/ 5784000 w 8962098"/>
              <a:gd name="connsiteY21" fmla="*/ 453183 h 453183"/>
              <a:gd name="connsiteX22" fmla="*/ 5363471 w 8962098"/>
              <a:gd name="connsiteY22" fmla="*/ 453183 h 453183"/>
              <a:gd name="connsiteX23" fmla="*/ 4584458 w 8962098"/>
              <a:gd name="connsiteY23" fmla="*/ 453183 h 453183"/>
              <a:gd name="connsiteX24" fmla="*/ 3895066 w 8962098"/>
              <a:gd name="connsiteY24" fmla="*/ 453183 h 453183"/>
              <a:gd name="connsiteX25" fmla="*/ 3205674 w 8962098"/>
              <a:gd name="connsiteY25" fmla="*/ 453183 h 453183"/>
              <a:gd name="connsiteX26" fmla="*/ 2605902 w 8962098"/>
              <a:gd name="connsiteY26" fmla="*/ 453183 h 453183"/>
              <a:gd name="connsiteX27" fmla="*/ 1826889 w 8962098"/>
              <a:gd name="connsiteY27" fmla="*/ 453183 h 453183"/>
              <a:gd name="connsiteX28" fmla="*/ 1227118 w 8962098"/>
              <a:gd name="connsiteY28" fmla="*/ 453183 h 453183"/>
              <a:gd name="connsiteX29" fmla="*/ 0 w 8962098"/>
              <a:gd name="connsiteY29" fmla="*/ 453183 h 453183"/>
              <a:gd name="connsiteX30" fmla="*/ 0 w 8962098"/>
              <a:gd name="connsiteY30" fmla="*/ 0 h 453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453183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81197" y="160911"/>
                  <a:pt x="8980555" y="230693"/>
                  <a:pt x="8962098" y="453183"/>
                </a:cubicBezTo>
                <a:cubicBezTo>
                  <a:pt x="8850386" y="471079"/>
                  <a:pt x="8708589" y="454411"/>
                  <a:pt x="8541569" y="453183"/>
                </a:cubicBezTo>
                <a:cubicBezTo>
                  <a:pt x="8374549" y="451955"/>
                  <a:pt x="8096765" y="446449"/>
                  <a:pt x="7941798" y="453183"/>
                </a:cubicBezTo>
                <a:cubicBezTo>
                  <a:pt x="7786831" y="459917"/>
                  <a:pt x="7566177" y="441451"/>
                  <a:pt x="7431647" y="453183"/>
                </a:cubicBezTo>
                <a:cubicBezTo>
                  <a:pt x="7297117" y="464915"/>
                  <a:pt x="7018011" y="416889"/>
                  <a:pt x="6652634" y="453183"/>
                </a:cubicBezTo>
                <a:cubicBezTo>
                  <a:pt x="6287257" y="489477"/>
                  <a:pt x="6057882" y="482591"/>
                  <a:pt x="5784000" y="453183"/>
                </a:cubicBezTo>
                <a:cubicBezTo>
                  <a:pt x="5510118" y="423775"/>
                  <a:pt x="5539657" y="434050"/>
                  <a:pt x="5363471" y="453183"/>
                </a:cubicBezTo>
                <a:cubicBezTo>
                  <a:pt x="5187285" y="472316"/>
                  <a:pt x="4841659" y="465397"/>
                  <a:pt x="4584458" y="453183"/>
                </a:cubicBezTo>
                <a:cubicBezTo>
                  <a:pt x="4327257" y="440969"/>
                  <a:pt x="4039189" y="419499"/>
                  <a:pt x="3895066" y="453183"/>
                </a:cubicBezTo>
                <a:cubicBezTo>
                  <a:pt x="3750943" y="486867"/>
                  <a:pt x="3401168" y="448149"/>
                  <a:pt x="3205674" y="453183"/>
                </a:cubicBezTo>
                <a:cubicBezTo>
                  <a:pt x="3010180" y="458217"/>
                  <a:pt x="2759549" y="446613"/>
                  <a:pt x="2605902" y="453183"/>
                </a:cubicBezTo>
                <a:cubicBezTo>
                  <a:pt x="2452255" y="459753"/>
                  <a:pt x="2183047" y="468850"/>
                  <a:pt x="1826889" y="453183"/>
                </a:cubicBezTo>
                <a:cubicBezTo>
                  <a:pt x="1470731" y="437516"/>
                  <a:pt x="1380877" y="482048"/>
                  <a:pt x="1227118" y="453183"/>
                </a:cubicBezTo>
                <a:cubicBezTo>
                  <a:pt x="1073359" y="424318"/>
                  <a:pt x="290229" y="491870"/>
                  <a:pt x="0" y="453183"/>
                </a:cubicBezTo>
                <a:cubicBezTo>
                  <a:pt x="3602" y="297206"/>
                  <a:pt x="4647" y="107809"/>
                  <a:pt x="0" y="0"/>
                </a:cubicBezTo>
                <a:close/>
              </a:path>
              <a:path w="8962098" h="45318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7384" y="131964"/>
                  <a:pt x="8974920" y="233058"/>
                  <a:pt x="8962098" y="453183"/>
                </a:cubicBezTo>
                <a:cubicBezTo>
                  <a:pt x="8581962" y="441259"/>
                  <a:pt x="8458871" y="429290"/>
                  <a:pt x="8183085" y="453183"/>
                </a:cubicBezTo>
                <a:cubicBezTo>
                  <a:pt x="7907299" y="477076"/>
                  <a:pt x="7572570" y="437889"/>
                  <a:pt x="7314451" y="453183"/>
                </a:cubicBezTo>
                <a:cubicBezTo>
                  <a:pt x="7056332" y="468477"/>
                  <a:pt x="6862630" y="457644"/>
                  <a:pt x="6625059" y="453183"/>
                </a:cubicBezTo>
                <a:cubicBezTo>
                  <a:pt x="6387488" y="448722"/>
                  <a:pt x="6230415" y="443639"/>
                  <a:pt x="5935666" y="453183"/>
                </a:cubicBezTo>
                <a:cubicBezTo>
                  <a:pt x="5640917" y="462727"/>
                  <a:pt x="5387817" y="410922"/>
                  <a:pt x="5067032" y="453183"/>
                </a:cubicBezTo>
                <a:cubicBezTo>
                  <a:pt x="4746247" y="495444"/>
                  <a:pt x="4683648" y="487012"/>
                  <a:pt x="4377640" y="453183"/>
                </a:cubicBezTo>
                <a:cubicBezTo>
                  <a:pt x="4071632" y="419354"/>
                  <a:pt x="3923134" y="464648"/>
                  <a:pt x="3598627" y="453183"/>
                </a:cubicBezTo>
                <a:cubicBezTo>
                  <a:pt x="3274120" y="441718"/>
                  <a:pt x="3192984" y="448842"/>
                  <a:pt x="2819614" y="453183"/>
                </a:cubicBezTo>
                <a:cubicBezTo>
                  <a:pt x="2446244" y="457524"/>
                  <a:pt x="2449472" y="430117"/>
                  <a:pt x="2219843" y="453183"/>
                </a:cubicBezTo>
                <a:cubicBezTo>
                  <a:pt x="1990214" y="476249"/>
                  <a:pt x="1870557" y="438254"/>
                  <a:pt x="1709693" y="453183"/>
                </a:cubicBezTo>
                <a:cubicBezTo>
                  <a:pt x="1548829" y="468113"/>
                  <a:pt x="1236483" y="421833"/>
                  <a:pt x="841058" y="453183"/>
                </a:cubicBezTo>
                <a:cubicBezTo>
                  <a:pt x="445633" y="484533"/>
                  <a:pt x="201602" y="438941"/>
                  <a:pt x="0" y="453183"/>
                </a:cubicBezTo>
                <a:cubicBezTo>
                  <a:pt x="13054" y="353925"/>
                  <a:pt x="7554" y="11774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en-US" altLang="ko-KR" sz="1000"/>
              <a:t>schedulable</a:t>
            </a:r>
            <a:r>
              <a:rPr lang="ko-KR" altLang="en-US" sz="1000"/>
              <a:t>객체들을 </a:t>
            </a:r>
            <a:r>
              <a:rPr lang="en-US" altLang="ko-KR" sz="1000"/>
              <a:t>unregister_schedulable</a:t>
            </a:r>
            <a:r>
              <a:rPr lang="ko-KR" altLang="en-US" sz="1000"/>
              <a:t>한다</a:t>
            </a:r>
            <a:r>
              <a:rPr lang="en-US" altLang="ko-KR" sz="1000"/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system_executor::</a:t>
            </a:r>
            <a:r>
              <a:rPr lang="en-US" altLang="ko-KR" sz="1000" b="1"/>
              <a:t>unregister_schedulable</a:t>
            </a:r>
            <a:r>
              <a:rPr lang="en-US" altLang="ko-KR" sz="1000"/>
              <a:t>(pschedulable_1);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5D05533-CDA9-4017-8A01-6FDBB8EA5843}"/>
              </a:ext>
            </a:extLst>
          </p:cNvPr>
          <p:cNvSpPr/>
          <p:nvPr/>
        </p:nvSpPr>
        <p:spPr>
          <a:xfrm>
            <a:off x="5660139" y="5601718"/>
            <a:ext cx="52209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schedulable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을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system_executor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에서 등록해제 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</a:p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등록해제 됨과 동시에 더 이상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on_execute()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함수가 호출되지 않는다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500CFE4-38EF-453B-8F32-9018F8A66CE9}"/>
              </a:ext>
            </a:extLst>
          </p:cNvPr>
          <p:cNvSpPr/>
          <p:nvPr/>
        </p:nvSpPr>
        <p:spPr>
          <a:xfrm>
            <a:off x="5671371" y="5639707"/>
            <a:ext cx="122645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6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AB2D6D41-2D00-477E-BE7E-EDC1477775B6}"/>
              </a:ext>
            </a:extLst>
          </p:cNvPr>
          <p:cNvCxnSpPr>
            <a:cxnSpLocks/>
            <a:stCxn id="35" idx="3"/>
          </p:cNvCxnSpPr>
          <p:nvPr/>
        </p:nvCxnSpPr>
        <p:spPr>
          <a:xfrm flipH="1" flipV="1">
            <a:off x="4365523" y="5476569"/>
            <a:ext cx="1323809" cy="316778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6B899BB-AEAC-4C12-BF55-E9BCCDA07D6B}"/>
              </a:ext>
            </a:extLst>
          </p:cNvPr>
          <p:cNvSpPr/>
          <p:nvPr/>
        </p:nvSpPr>
        <p:spPr>
          <a:xfrm>
            <a:off x="1723484" y="2766026"/>
            <a:ext cx="4435830" cy="3262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정기적으로 실행을 하고 싶다면 생성한 객체를 등록하면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51654C0-2B14-46C1-AAF3-DFDC7B4C6218}"/>
              </a:ext>
            </a:extLst>
          </p:cNvPr>
          <p:cNvSpPr/>
          <p:nvPr/>
        </p:nvSpPr>
        <p:spPr>
          <a:xfrm>
            <a:off x="1723484" y="4652086"/>
            <a:ext cx="4128053" cy="3262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더 이상 실행하고 싶지 않다면 객체를 등록해제하면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D8D0A32-37BF-42EF-B91B-77A83915BCD4}"/>
              </a:ext>
            </a:extLst>
          </p:cNvPr>
          <p:cNvSpPr/>
          <p:nvPr/>
        </p:nvSpPr>
        <p:spPr>
          <a:xfrm>
            <a:off x="1723484" y="6077145"/>
            <a:ext cx="6192721" cy="3262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등록해제 하고 싶다면 언제든 다시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register_schedulable()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호출해 등록해주면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91AA36-75BC-405E-AAF9-97512365E99F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1B8DD78-B699-45A5-8517-7D431E737740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2036867" y="-11382"/>
            <a:ext cx="4858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schedulable::executable_function&lt;T&gt; class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77C20B-B5C3-4C27-BDC8-A4F65251F5A5}"/>
              </a:ext>
            </a:extLst>
          </p:cNvPr>
          <p:cNvSpPr/>
          <p:nvPr/>
        </p:nvSpPr>
        <p:spPr>
          <a:xfrm>
            <a:off x="1813852" y="1815967"/>
            <a:ext cx="8962098" cy="3684837"/>
          </a:xfrm>
          <a:custGeom>
            <a:avLst/>
            <a:gdLst>
              <a:gd name="connsiteX0" fmla="*/ 0 w 8962098"/>
              <a:gd name="connsiteY0" fmla="*/ 0 h 3684837"/>
              <a:gd name="connsiteX1" fmla="*/ 689392 w 8962098"/>
              <a:gd name="connsiteY1" fmla="*/ 0 h 3684837"/>
              <a:gd name="connsiteX2" fmla="*/ 1109921 w 8962098"/>
              <a:gd name="connsiteY2" fmla="*/ 0 h 3684837"/>
              <a:gd name="connsiteX3" fmla="*/ 1799314 w 8962098"/>
              <a:gd name="connsiteY3" fmla="*/ 0 h 3684837"/>
              <a:gd name="connsiteX4" fmla="*/ 2309464 w 8962098"/>
              <a:gd name="connsiteY4" fmla="*/ 0 h 3684837"/>
              <a:gd name="connsiteX5" fmla="*/ 2729993 w 8962098"/>
              <a:gd name="connsiteY5" fmla="*/ 0 h 3684837"/>
              <a:gd name="connsiteX6" fmla="*/ 3598627 w 8962098"/>
              <a:gd name="connsiteY6" fmla="*/ 0 h 3684837"/>
              <a:gd name="connsiteX7" fmla="*/ 4198398 w 8962098"/>
              <a:gd name="connsiteY7" fmla="*/ 0 h 3684837"/>
              <a:gd name="connsiteX8" fmla="*/ 4977411 w 8962098"/>
              <a:gd name="connsiteY8" fmla="*/ 0 h 3684837"/>
              <a:gd name="connsiteX9" fmla="*/ 5666804 w 8962098"/>
              <a:gd name="connsiteY9" fmla="*/ 0 h 3684837"/>
              <a:gd name="connsiteX10" fmla="*/ 6176954 w 8962098"/>
              <a:gd name="connsiteY10" fmla="*/ 0 h 3684837"/>
              <a:gd name="connsiteX11" fmla="*/ 6597483 w 8962098"/>
              <a:gd name="connsiteY11" fmla="*/ 0 h 3684837"/>
              <a:gd name="connsiteX12" fmla="*/ 7466117 w 8962098"/>
              <a:gd name="connsiteY12" fmla="*/ 0 h 3684837"/>
              <a:gd name="connsiteX13" fmla="*/ 8155509 w 8962098"/>
              <a:gd name="connsiteY13" fmla="*/ 0 h 3684837"/>
              <a:gd name="connsiteX14" fmla="*/ 8962098 w 8962098"/>
              <a:gd name="connsiteY14" fmla="*/ 0 h 3684837"/>
              <a:gd name="connsiteX15" fmla="*/ 8962098 w 8962098"/>
              <a:gd name="connsiteY15" fmla="*/ 503594 h 3684837"/>
              <a:gd name="connsiteX16" fmla="*/ 8962098 w 8962098"/>
              <a:gd name="connsiteY16" fmla="*/ 1154582 h 3684837"/>
              <a:gd name="connsiteX17" fmla="*/ 8962098 w 8962098"/>
              <a:gd name="connsiteY17" fmla="*/ 1805570 h 3684837"/>
              <a:gd name="connsiteX18" fmla="*/ 8962098 w 8962098"/>
              <a:gd name="connsiteY18" fmla="*/ 2493406 h 3684837"/>
              <a:gd name="connsiteX19" fmla="*/ 8962098 w 8962098"/>
              <a:gd name="connsiteY19" fmla="*/ 3684837 h 3684837"/>
              <a:gd name="connsiteX20" fmla="*/ 8183085 w 8962098"/>
              <a:gd name="connsiteY20" fmla="*/ 3684837 h 3684837"/>
              <a:gd name="connsiteX21" fmla="*/ 7404072 w 8962098"/>
              <a:gd name="connsiteY21" fmla="*/ 3684837 h 3684837"/>
              <a:gd name="connsiteX22" fmla="*/ 6804301 w 8962098"/>
              <a:gd name="connsiteY22" fmla="*/ 3684837 h 3684837"/>
              <a:gd name="connsiteX23" fmla="*/ 6114908 w 8962098"/>
              <a:gd name="connsiteY23" fmla="*/ 3684837 h 3684837"/>
              <a:gd name="connsiteX24" fmla="*/ 5515137 w 8962098"/>
              <a:gd name="connsiteY24" fmla="*/ 3684837 h 3684837"/>
              <a:gd name="connsiteX25" fmla="*/ 5094608 w 8962098"/>
              <a:gd name="connsiteY25" fmla="*/ 3684837 h 3684837"/>
              <a:gd name="connsiteX26" fmla="*/ 4225974 w 8962098"/>
              <a:gd name="connsiteY26" fmla="*/ 3684837 h 3684837"/>
              <a:gd name="connsiteX27" fmla="*/ 3715824 w 8962098"/>
              <a:gd name="connsiteY27" fmla="*/ 3684837 h 3684837"/>
              <a:gd name="connsiteX28" fmla="*/ 2847190 w 8962098"/>
              <a:gd name="connsiteY28" fmla="*/ 3684837 h 3684837"/>
              <a:gd name="connsiteX29" fmla="*/ 2157797 w 8962098"/>
              <a:gd name="connsiteY29" fmla="*/ 3684837 h 3684837"/>
              <a:gd name="connsiteX30" fmla="*/ 1468405 w 8962098"/>
              <a:gd name="connsiteY30" fmla="*/ 3684837 h 3684837"/>
              <a:gd name="connsiteX31" fmla="*/ 868634 w 8962098"/>
              <a:gd name="connsiteY31" fmla="*/ 3684837 h 3684837"/>
              <a:gd name="connsiteX32" fmla="*/ 0 w 8962098"/>
              <a:gd name="connsiteY32" fmla="*/ 3684837 h 3684837"/>
              <a:gd name="connsiteX33" fmla="*/ 0 w 8962098"/>
              <a:gd name="connsiteY33" fmla="*/ 3107546 h 3684837"/>
              <a:gd name="connsiteX34" fmla="*/ 0 w 8962098"/>
              <a:gd name="connsiteY34" fmla="*/ 2456558 h 3684837"/>
              <a:gd name="connsiteX35" fmla="*/ 0 w 8962098"/>
              <a:gd name="connsiteY35" fmla="*/ 1842419 h 3684837"/>
              <a:gd name="connsiteX36" fmla="*/ 0 w 8962098"/>
              <a:gd name="connsiteY36" fmla="*/ 1154582 h 3684837"/>
              <a:gd name="connsiteX37" fmla="*/ 0 w 8962098"/>
              <a:gd name="connsiteY37" fmla="*/ 650988 h 3684837"/>
              <a:gd name="connsiteX38" fmla="*/ 0 w 8962098"/>
              <a:gd name="connsiteY38" fmla="*/ 0 h 3684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8962098" h="3684837" fill="none" extrusionOk="0">
                <a:moveTo>
                  <a:pt x="0" y="0"/>
                </a:moveTo>
                <a:cubicBezTo>
                  <a:pt x="241979" y="29770"/>
                  <a:pt x="512494" y="13686"/>
                  <a:pt x="689392" y="0"/>
                </a:cubicBezTo>
                <a:cubicBezTo>
                  <a:pt x="866290" y="-13686"/>
                  <a:pt x="940195" y="18316"/>
                  <a:pt x="1109921" y="0"/>
                </a:cubicBezTo>
                <a:cubicBezTo>
                  <a:pt x="1279647" y="-18316"/>
                  <a:pt x="1609321" y="-11638"/>
                  <a:pt x="1799314" y="0"/>
                </a:cubicBezTo>
                <a:cubicBezTo>
                  <a:pt x="1989307" y="11638"/>
                  <a:pt x="2205726" y="9149"/>
                  <a:pt x="2309464" y="0"/>
                </a:cubicBezTo>
                <a:cubicBezTo>
                  <a:pt x="2413202" y="-9149"/>
                  <a:pt x="2579694" y="5934"/>
                  <a:pt x="2729993" y="0"/>
                </a:cubicBezTo>
                <a:cubicBezTo>
                  <a:pt x="2880292" y="-5934"/>
                  <a:pt x="3357554" y="-26784"/>
                  <a:pt x="3598627" y="0"/>
                </a:cubicBezTo>
                <a:cubicBezTo>
                  <a:pt x="3839700" y="26784"/>
                  <a:pt x="4020321" y="-7531"/>
                  <a:pt x="4198398" y="0"/>
                </a:cubicBezTo>
                <a:cubicBezTo>
                  <a:pt x="4376475" y="7531"/>
                  <a:pt x="4654442" y="-5864"/>
                  <a:pt x="4977411" y="0"/>
                </a:cubicBezTo>
                <a:cubicBezTo>
                  <a:pt x="5300380" y="5864"/>
                  <a:pt x="5477971" y="20723"/>
                  <a:pt x="5666804" y="0"/>
                </a:cubicBezTo>
                <a:cubicBezTo>
                  <a:pt x="5855637" y="-20723"/>
                  <a:pt x="5984135" y="6674"/>
                  <a:pt x="6176954" y="0"/>
                </a:cubicBezTo>
                <a:cubicBezTo>
                  <a:pt x="6369773" y="-6674"/>
                  <a:pt x="6505833" y="2799"/>
                  <a:pt x="6597483" y="0"/>
                </a:cubicBezTo>
                <a:cubicBezTo>
                  <a:pt x="6689133" y="-2799"/>
                  <a:pt x="7108140" y="-20624"/>
                  <a:pt x="7466117" y="0"/>
                </a:cubicBezTo>
                <a:cubicBezTo>
                  <a:pt x="7824094" y="20624"/>
                  <a:pt x="7898680" y="-12022"/>
                  <a:pt x="8155509" y="0"/>
                </a:cubicBezTo>
                <a:cubicBezTo>
                  <a:pt x="8412338" y="12022"/>
                  <a:pt x="8741593" y="-28822"/>
                  <a:pt x="8962098" y="0"/>
                </a:cubicBezTo>
                <a:cubicBezTo>
                  <a:pt x="8983573" y="209402"/>
                  <a:pt x="8965081" y="320878"/>
                  <a:pt x="8962098" y="503594"/>
                </a:cubicBezTo>
                <a:cubicBezTo>
                  <a:pt x="8959115" y="686310"/>
                  <a:pt x="8944069" y="868766"/>
                  <a:pt x="8962098" y="1154582"/>
                </a:cubicBezTo>
                <a:cubicBezTo>
                  <a:pt x="8980127" y="1440398"/>
                  <a:pt x="8988942" y="1508742"/>
                  <a:pt x="8962098" y="1805570"/>
                </a:cubicBezTo>
                <a:cubicBezTo>
                  <a:pt x="8935254" y="2102398"/>
                  <a:pt x="8965001" y="2300839"/>
                  <a:pt x="8962098" y="2493406"/>
                </a:cubicBezTo>
                <a:cubicBezTo>
                  <a:pt x="8959195" y="2685973"/>
                  <a:pt x="8978888" y="3392954"/>
                  <a:pt x="8962098" y="3684837"/>
                </a:cubicBezTo>
                <a:cubicBezTo>
                  <a:pt x="8613981" y="3681710"/>
                  <a:pt x="8379706" y="3668911"/>
                  <a:pt x="8183085" y="3684837"/>
                </a:cubicBezTo>
                <a:cubicBezTo>
                  <a:pt x="7986464" y="3700763"/>
                  <a:pt x="7595423" y="3652381"/>
                  <a:pt x="7404072" y="3684837"/>
                </a:cubicBezTo>
                <a:cubicBezTo>
                  <a:pt x="7212721" y="3717293"/>
                  <a:pt x="6960925" y="3677951"/>
                  <a:pt x="6804301" y="3684837"/>
                </a:cubicBezTo>
                <a:cubicBezTo>
                  <a:pt x="6647677" y="3691723"/>
                  <a:pt x="6312739" y="3667993"/>
                  <a:pt x="6114908" y="3684837"/>
                </a:cubicBezTo>
                <a:cubicBezTo>
                  <a:pt x="5917077" y="3701681"/>
                  <a:pt x="5789127" y="3682564"/>
                  <a:pt x="5515137" y="3684837"/>
                </a:cubicBezTo>
                <a:cubicBezTo>
                  <a:pt x="5241147" y="3687110"/>
                  <a:pt x="5229677" y="3675314"/>
                  <a:pt x="5094608" y="3684837"/>
                </a:cubicBezTo>
                <a:cubicBezTo>
                  <a:pt x="4959539" y="3694360"/>
                  <a:pt x="4503570" y="3677513"/>
                  <a:pt x="4225974" y="3684837"/>
                </a:cubicBezTo>
                <a:cubicBezTo>
                  <a:pt x="3948378" y="3692161"/>
                  <a:pt x="3969646" y="3689654"/>
                  <a:pt x="3715824" y="3684837"/>
                </a:cubicBezTo>
                <a:cubicBezTo>
                  <a:pt x="3462002" y="3680021"/>
                  <a:pt x="3129677" y="3659105"/>
                  <a:pt x="2847190" y="3684837"/>
                </a:cubicBezTo>
                <a:cubicBezTo>
                  <a:pt x="2564703" y="3710569"/>
                  <a:pt x="2414453" y="3680193"/>
                  <a:pt x="2157797" y="3684837"/>
                </a:cubicBezTo>
                <a:cubicBezTo>
                  <a:pt x="1901141" y="3689481"/>
                  <a:pt x="1782984" y="3695281"/>
                  <a:pt x="1468405" y="3684837"/>
                </a:cubicBezTo>
                <a:cubicBezTo>
                  <a:pt x="1153826" y="3674393"/>
                  <a:pt x="1102295" y="3713079"/>
                  <a:pt x="868634" y="3684837"/>
                </a:cubicBezTo>
                <a:cubicBezTo>
                  <a:pt x="634973" y="3656595"/>
                  <a:pt x="216618" y="3669893"/>
                  <a:pt x="0" y="3684837"/>
                </a:cubicBezTo>
                <a:cubicBezTo>
                  <a:pt x="9659" y="3401278"/>
                  <a:pt x="-12046" y="3233662"/>
                  <a:pt x="0" y="3107546"/>
                </a:cubicBezTo>
                <a:cubicBezTo>
                  <a:pt x="12046" y="2981430"/>
                  <a:pt x="23879" y="2700503"/>
                  <a:pt x="0" y="2456558"/>
                </a:cubicBezTo>
                <a:cubicBezTo>
                  <a:pt x="-23879" y="2212613"/>
                  <a:pt x="15552" y="2086742"/>
                  <a:pt x="0" y="1842419"/>
                </a:cubicBezTo>
                <a:cubicBezTo>
                  <a:pt x="-15552" y="1598096"/>
                  <a:pt x="32600" y="1313814"/>
                  <a:pt x="0" y="1154582"/>
                </a:cubicBezTo>
                <a:cubicBezTo>
                  <a:pt x="-32600" y="995350"/>
                  <a:pt x="3952" y="805687"/>
                  <a:pt x="0" y="650988"/>
                </a:cubicBezTo>
                <a:cubicBezTo>
                  <a:pt x="-3952" y="496289"/>
                  <a:pt x="-19700" y="271507"/>
                  <a:pt x="0" y="0"/>
                </a:cubicBezTo>
                <a:close/>
              </a:path>
              <a:path w="8962098" h="3684837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1332" y="205077"/>
                  <a:pt x="8946030" y="366852"/>
                  <a:pt x="8962098" y="687836"/>
                </a:cubicBezTo>
                <a:cubicBezTo>
                  <a:pt x="8978166" y="1008820"/>
                  <a:pt x="8970986" y="1081661"/>
                  <a:pt x="8962098" y="1338824"/>
                </a:cubicBezTo>
                <a:cubicBezTo>
                  <a:pt x="8953210" y="1595987"/>
                  <a:pt x="8971214" y="1808118"/>
                  <a:pt x="8962098" y="1952964"/>
                </a:cubicBezTo>
                <a:cubicBezTo>
                  <a:pt x="8952982" y="2097810"/>
                  <a:pt x="8965353" y="2282163"/>
                  <a:pt x="8962098" y="2456558"/>
                </a:cubicBezTo>
                <a:cubicBezTo>
                  <a:pt x="8958843" y="2630953"/>
                  <a:pt x="8976005" y="2791798"/>
                  <a:pt x="8962098" y="2997001"/>
                </a:cubicBezTo>
                <a:cubicBezTo>
                  <a:pt x="8948191" y="3202204"/>
                  <a:pt x="8975680" y="3448415"/>
                  <a:pt x="8962098" y="3684837"/>
                </a:cubicBezTo>
                <a:cubicBezTo>
                  <a:pt x="8652068" y="3696610"/>
                  <a:pt x="8578714" y="3718666"/>
                  <a:pt x="8272706" y="3684837"/>
                </a:cubicBezTo>
                <a:cubicBezTo>
                  <a:pt x="7966698" y="3651008"/>
                  <a:pt x="7818200" y="3696302"/>
                  <a:pt x="7493693" y="3684837"/>
                </a:cubicBezTo>
                <a:cubicBezTo>
                  <a:pt x="7169186" y="3673372"/>
                  <a:pt x="7088050" y="3680496"/>
                  <a:pt x="6714680" y="3684837"/>
                </a:cubicBezTo>
                <a:cubicBezTo>
                  <a:pt x="6341310" y="3689178"/>
                  <a:pt x="6345519" y="3665548"/>
                  <a:pt x="6114908" y="3684837"/>
                </a:cubicBezTo>
                <a:cubicBezTo>
                  <a:pt x="5884297" y="3704126"/>
                  <a:pt x="5765622" y="3669908"/>
                  <a:pt x="5604758" y="3684837"/>
                </a:cubicBezTo>
                <a:cubicBezTo>
                  <a:pt x="5443894" y="3699767"/>
                  <a:pt x="5131257" y="3649363"/>
                  <a:pt x="4736124" y="3684837"/>
                </a:cubicBezTo>
                <a:cubicBezTo>
                  <a:pt x="4340991" y="3720311"/>
                  <a:pt x="4390737" y="3670384"/>
                  <a:pt x="4046732" y="3684837"/>
                </a:cubicBezTo>
                <a:cubicBezTo>
                  <a:pt x="3702727" y="3699290"/>
                  <a:pt x="3426655" y="3671650"/>
                  <a:pt x="3178098" y="3684837"/>
                </a:cubicBezTo>
                <a:cubicBezTo>
                  <a:pt x="2929541" y="3698024"/>
                  <a:pt x="2559231" y="3672378"/>
                  <a:pt x="2399085" y="3684837"/>
                </a:cubicBezTo>
                <a:cubicBezTo>
                  <a:pt x="2238939" y="3697296"/>
                  <a:pt x="2136689" y="3709376"/>
                  <a:pt x="1888935" y="3684837"/>
                </a:cubicBezTo>
                <a:cubicBezTo>
                  <a:pt x="1641181" y="3660299"/>
                  <a:pt x="1404576" y="3696917"/>
                  <a:pt x="1199542" y="3684837"/>
                </a:cubicBezTo>
                <a:cubicBezTo>
                  <a:pt x="994508" y="3672757"/>
                  <a:pt x="819641" y="3654879"/>
                  <a:pt x="599771" y="3684837"/>
                </a:cubicBezTo>
                <a:cubicBezTo>
                  <a:pt x="379901" y="3714795"/>
                  <a:pt x="208060" y="3712882"/>
                  <a:pt x="0" y="3684837"/>
                </a:cubicBezTo>
                <a:cubicBezTo>
                  <a:pt x="12045" y="3497855"/>
                  <a:pt x="-5271" y="3384155"/>
                  <a:pt x="0" y="3107546"/>
                </a:cubicBezTo>
                <a:cubicBezTo>
                  <a:pt x="5271" y="2830937"/>
                  <a:pt x="25608" y="2714110"/>
                  <a:pt x="0" y="2419710"/>
                </a:cubicBezTo>
                <a:cubicBezTo>
                  <a:pt x="-25608" y="2125310"/>
                  <a:pt x="-18462" y="2095363"/>
                  <a:pt x="0" y="1916115"/>
                </a:cubicBezTo>
                <a:cubicBezTo>
                  <a:pt x="18462" y="1736867"/>
                  <a:pt x="-23508" y="1638471"/>
                  <a:pt x="0" y="1412521"/>
                </a:cubicBezTo>
                <a:cubicBezTo>
                  <a:pt x="23508" y="1186571"/>
                  <a:pt x="-19131" y="1099395"/>
                  <a:pt x="0" y="872078"/>
                </a:cubicBezTo>
                <a:cubicBezTo>
                  <a:pt x="19131" y="644761"/>
                  <a:pt x="24645" y="39428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schedulable</a:t>
            </a:r>
            <a:r>
              <a:rPr lang="ko-KR" altLang="en-US" sz="1000">
                <a:solidFill>
                  <a:srgbClr val="00B050"/>
                </a:solidFill>
              </a:rPr>
              <a:t>를 생성한다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pschedulable_a = make_own&lt;</a:t>
            </a:r>
            <a:r>
              <a:rPr lang="en-US" altLang="ko-KR" sz="1000" b="1"/>
              <a:t>schedulable::executable_function&lt;&gt;</a:t>
            </a:r>
            <a:r>
              <a:rPr lang="en-US" altLang="ko-KR" sz="1000"/>
              <a:t>&gt;();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pschedulable_b = make_own&lt;</a:t>
            </a:r>
            <a:r>
              <a:rPr lang="en-US" altLang="ko-KR" sz="1000" b="1"/>
              <a:t>schedulable::executable_function&lt;&gt;</a:t>
            </a:r>
            <a:r>
              <a:rPr lang="en-US" altLang="ko-KR" sz="1000"/>
              <a:t>&gt;();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pschedulable_c = make_own&lt;</a:t>
            </a:r>
            <a:r>
              <a:rPr lang="en-US" altLang="ko-KR" sz="1000" b="1"/>
              <a:t>schedulable::executable_function&lt;&gt;</a:t>
            </a:r>
            <a:r>
              <a:rPr lang="en-US" altLang="ko-KR" sz="1000"/>
              <a:t>&gt;();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 b="1">
                <a:solidFill>
                  <a:srgbClr val="00B050"/>
                </a:solidFill>
              </a:rPr>
              <a:t>// 1) </a:t>
            </a:r>
            <a:r>
              <a:rPr lang="ko-KR" altLang="en-US" sz="1000" b="1">
                <a:solidFill>
                  <a:srgbClr val="00B050"/>
                </a:solidFill>
              </a:rPr>
              <a:t>일반 함수로 간단히 </a:t>
            </a:r>
            <a:r>
              <a:rPr lang="en-US" altLang="ko-KR" sz="1000" b="1">
                <a:solidFill>
                  <a:srgbClr val="00B050"/>
                </a:solidFill>
              </a:rPr>
              <a:t>scheduable </a:t>
            </a:r>
            <a:r>
              <a:rPr lang="ko-KR" altLang="en-US" sz="1000" b="1">
                <a:solidFill>
                  <a:srgbClr val="00B050"/>
                </a:solidFill>
              </a:rPr>
              <a:t>작성</a:t>
            </a:r>
          </a:p>
          <a:p>
            <a:pPr defTabSz="360000"/>
            <a:r>
              <a:rPr lang="en-US" altLang="ko-KR" sz="1000"/>
              <a:t>pschedulable_a-&gt;start(process_function, 500ms);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 b="1">
                <a:solidFill>
                  <a:srgbClr val="00B050"/>
                </a:solidFill>
              </a:rPr>
              <a:t>// 2) lambda </a:t>
            </a:r>
            <a:r>
              <a:rPr lang="ko-KR" altLang="en-US" sz="1000" b="1">
                <a:solidFill>
                  <a:srgbClr val="00B050"/>
                </a:solidFill>
              </a:rPr>
              <a:t>함수로 간단히 </a:t>
            </a:r>
            <a:r>
              <a:rPr lang="en-US" altLang="ko-KR" sz="1000" b="1">
                <a:solidFill>
                  <a:srgbClr val="00B050"/>
                </a:solidFill>
              </a:rPr>
              <a:t>schedulable </a:t>
            </a:r>
            <a:r>
              <a:rPr lang="ko-KR" altLang="en-US" sz="1000" b="1">
                <a:solidFill>
                  <a:srgbClr val="00B050"/>
                </a:solidFill>
              </a:rPr>
              <a:t>작성</a:t>
            </a:r>
            <a:r>
              <a:rPr lang="en-US" altLang="ko-KR" sz="1000" b="1">
                <a:solidFill>
                  <a:srgbClr val="00B050"/>
                </a:solidFill>
              </a:rPr>
              <a:t>!</a:t>
            </a:r>
            <a:endParaRPr lang="ko-KR" altLang="en-US" sz="1000" b="1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pschedulable_b-&gt;start([=]()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	std::cout &lt;&lt; </a:t>
            </a:r>
            <a:r>
              <a:rPr lang="ko-KR" altLang="en-US" sz="1000"/>
              <a:t>＂</a:t>
            </a:r>
            <a:r>
              <a:rPr lang="en-US" altLang="ko-KR" sz="1000"/>
              <a:t>lambda function executed</a:t>
            </a:r>
            <a:r>
              <a:rPr lang="ko-KR" altLang="en-US" sz="1000"/>
              <a:t>＂</a:t>
            </a:r>
            <a:r>
              <a:rPr lang="en-US" altLang="ko-KR" sz="1000"/>
              <a:t> &lt;&lt; </a:t>
            </a:r>
            <a:r>
              <a:rPr lang="ko-KR" altLang="en-US" sz="1000"/>
              <a:t>＇</a:t>
            </a:r>
            <a:r>
              <a:rPr lang="en-US" altLang="ko-KR" sz="1000"/>
              <a:t>\n</a:t>
            </a:r>
            <a:r>
              <a:rPr lang="ko-KR" altLang="en-US" sz="1000"/>
              <a:t>＇</a:t>
            </a:r>
            <a:r>
              <a:rPr lang="en-US" altLang="ko-KR" sz="1000"/>
              <a:t>;</a:t>
            </a:r>
          </a:p>
          <a:p>
            <a:pPr defTabSz="360000"/>
            <a:r>
              <a:rPr lang="en-US" altLang="ko-KR" sz="1000"/>
              <a:t>},</a:t>
            </a:r>
          </a:p>
          <a:p>
            <a:pPr defTabSz="360000"/>
            <a:r>
              <a:rPr lang="en-US" altLang="ko-KR" sz="1000"/>
              <a:t>1000ms);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buk </a:t>
            </a:r>
            <a:r>
              <a:rPr lang="ko-KR" altLang="en-US" sz="1000">
                <a:solidFill>
                  <a:srgbClr val="00B050"/>
                </a:solidFill>
              </a:rPr>
              <a:t>객체를 생성한다</a:t>
            </a:r>
            <a:r>
              <a:rPr lang="en-US" altLang="ko-KR" sz="1000">
                <a:solidFill>
                  <a:srgbClr val="00B050"/>
                </a:solidFill>
              </a:rPr>
              <a:t>. 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pobject = make_object&lt;buk&gt;();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 b="1">
                <a:solidFill>
                  <a:srgbClr val="00B050"/>
                </a:solidFill>
              </a:rPr>
              <a:t>// 3) </a:t>
            </a:r>
            <a:r>
              <a:rPr lang="ko-KR" altLang="en-US" sz="1000" b="1">
                <a:solidFill>
                  <a:srgbClr val="00B050"/>
                </a:solidFill>
              </a:rPr>
              <a:t>멤버 함수로도 간단히  </a:t>
            </a:r>
            <a:r>
              <a:rPr lang="en-US" altLang="ko-KR" sz="1000" b="1">
                <a:solidFill>
                  <a:srgbClr val="00B050"/>
                </a:solidFill>
              </a:rPr>
              <a:t>schedulable</a:t>
            </a:r>
            <a:r>
              <a:rPr lang="ko-KR" altLang="en-US" sz="1000" b="1">
                <a:solidFill>
                  <a:srgbClr val="00B050"/>
                </a:solidFill>
              </a:rPr>
              <a:t>을 작성할 수가 있다</a:t>
            </a:r>
            <a:r>
              <a:rPr lang="en-US" altLang="ko-KR" sz="1000" b="1">
                <a:solidFill>
                  <a:srgbClr val="00B050"/>
                </a:solidFill>
              </a:rPr>
              <a:t>.</a:t>
            </a:r>
            <a:r>
              <a:rPr lang="ko-KR" altLang="en-US" sz="1000" b="1">
                <a:solidFill>
                  <a:srgbClr val="00B050"/>
                </a:solidFill>
              </a:rPr>
              <a:t> </a:t>
            </a:r>
            <a:r>
              <a:rPr lang="en-US" altLang="ko-KR" sz="1000" b="1">
                <a:solidFill>
                  <a:srgbClr val="00B050"/>
                </a:solidFill>
              </a:rPr>
              <a:t>(std:;bind</a:t>
            </a:r>
            <a:r>
              <a:rPr lang="ko-KR" altLang="en-US" sz="1000" b="1">
                <a:solidFill>
                  <a:srgbClr val="00B050"/>
                </a:solidFill>
              </a:rPr>
              <a:t>를 사용</a:t>
            </a:r>
            <a:r>
              <a:rPr lang="en-US" altLang="ko-KR" sz="1000" b="1">
                <a:solidFill>
                  <a:srgbClr val="00B050"/>
                </a:solidFill>
              </a:rPr>
              <a:t>)</a:t>
            </a:r>
            <a:endParaRPr lang="ko-KR" altLang="en-US" sz="1000" b="1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pschedulable_c-&gt;start(std::bind(&amp;buk::process_function, pobject), 500ms);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* schedulable::executable_functio</a:t>
            </a:r>
            <a:r>
              <a:rPr lang="ko-KR" altLang="en-US" sz="1000">
                <a:solidFill>
                  <a:srgbClr val="00B050"/>
                </a:solidFill>
              </a:rPr>
              <a:t>을 </a:t>
            </a:r>
            <a:r>
              <a:rPr lang="en-US" altLang="ko-KR" sz="1000">
                <a:solidFill>
                  <a:srgbClr val="00B050"/>
                </a:solidFill>
              </a:rPr>
              <a:t>make_own&lt;T&gt;</a:t>
            </a:r>
            <a:r>
              <a:rPr lang="ko-KR" altLang="en-US" sz="1000">
                <a:solidFill>
                  <a:srgbClr val="00B050"/>
                </a:solidFill>
              </a:rPr>
              <a:t>으로 생성했으므로 소멸될 때 자동적으로 </a:t>
            </a:r>
            <a:r>
              <a:rPr lang="en-US" altLang="ko-KR" sz="1000">
                <a:solidFill>
                  <a:srgbClr val="00B050"/>
                </a:solidFill>
              </a:rPr>
              <a:t>destroy()</a:t>
            </a:r>
            <a:r>
              <a:rPr lang="ko-KR" altLang="en-US" sz="1000">
                <a:solidFill>
                  <a:srgbClr val="00B050"/>
                </a:solidFill>
              </a:rPr>
              <a:t>가 호출되며</a:t>
            </a:r>
            <a:endParaRPr lang="en-US" altLang="ko-KR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 </a:t>
            </a:r>
            <a:r>
              <a:rPr lang="ko-KR" altLang="en-US" sz="1000">
                <a:solidFill>
                  <a:srgbClr val="00B050"/>
                </a:solidFill>
              </a:rPr>
              <a:t> 이때 자동적으로 </a:t>
            </a:r>
            <a:r>
              <a:rPr lang="en-US" altLang="ko-KR" sz="1000">
                <a:solidFill>
                  <a:srgbClr val="00B050"/>
                </a:solidFill>
              </a:rPr>
              <a:t>unregister_schedulable()</a:t>
            </a:r>
            <a:r>
              <a:rPr lang="ko-KR" altLang="en-US" sz="1000">
                <a:solidFill>
                  <a:srgbClr val="00B050"/>
                </a:solidFill>
              </a:rPr>
              <a:t>이 호출된다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3A5D89-E71E-4D11-BFEB-5B295F68981A}"/>
              </a:ext>
            </a:extLst>
          </p:cNvPr>
          <p:cNvSpPr txBox="1"/>
          <p:nvPr/>
        </p:nvSpPr>
        <p:spPr>
          <a:xfrm>
            <a:off x="1416049" y="578901"/>
            <a:ext cx="9783173" cy="11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손쉬운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schedulable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매번 클래스를 정의해서 등록하기 귀찮다면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schedulable::executable_function&lt;&gt;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클래스를 사용하면 간단히 구현할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클래스는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Istartable, Idestoryable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객체이므로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start(),destroy()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 간단히 사용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사용할 경우 자동 등록해제하게 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837BC8B-A17B-4014-B4DD-9975C679307D}"/>
              </a:ext>
            </a:extLst>
          </p:cNvPr>
          <p:cNvSpPr/>
          <p:nvPr/>
        </p:nvSpPr>
        <p:spPr>
          <a:xfrm>
            <a:off x="6943569" y="2120850"/>
            <a:ext cx="4678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schedulable::executable_function&lt;&gt;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객체를 생성한다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b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make_own&lt;T&gt;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로 생성했다는 점에 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주목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!</a:t>
            </a:r>
            <a:endParaRPr lang="ko-KR" altLang="en-US" sz="12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410D631-FE98-4FB7-A3A2-D2CBBC8AF72A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6617110" y="2259514"/>
            <a:ext cx="336968" cy="1906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51153F55-B1D9-49DC-99E8-0FF85061BCCE}"/>
              </a:ext>
            </a:extLst>
          </p:cNvPr>
          <p:cNvSpPr/>
          <p:nvPr/>
        </p:nvSpPr>
        <p:spPr>
          <a:xfrm>
            <a:off x="6954078" y="2169514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52456A8-4A18-4594-A7E9-AE5D3669713B}"/>
              </a:ext>
            </a:extLst>
          </p:cNvPr>
          <p:cNvSpPr/>
          <p:nvPr/>
        </p:nvSpPr>
        <p:spPr>
          <a:xfrm>
            <a:off x="6357449" y="2674749"/>
            <a:ext cx="54215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Istartable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이므로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start(…)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로 시작한다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</a:p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start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하면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register_schedulable()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 호출되어 실행이 시작된다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F289F02-B690-450C-9882-85931E31055D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4935794" y="2813413"/>
            <a:ext cx="1432165" cy="77271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580C403F-8F1E-41B0-899D-6F9EE243DE4D}"/>
              </a:ext>
            </a:extLst>
          </p:cNvPr>
          <p:cNvSpPr/>
          <p:nvPr/>
        </p:nvSpPr>
        <p:spPr>
          <a:xfrm>
            <a:off x="6367959" y="2723413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2AA8867-8477-4201-BB54-5BE4C877D248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4591667" y="2813413"/>
            <a:ext cx="1776292" cy="490226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1A7142B-FD8D-4F97-9D0E-0CACD1E9211A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5122606" y="2813413"/>
            <a:ext cx="1245353" cy="1720645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3EA94E2-0E76-41A3-8141-3BC9285BFEA0}"/>
              </a:ext>
            </a:extLst>
          </p:cNvPr>
          <p:cNvSpPr/>
          <p:nvPr/>
        </p:nvSpPr>
        <p:spPr>
          <a:xfrm>
            <a:off x="2022524" y="5531504"/>
            <a:ext cx="89620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own_ptr&lt;T&gt;(make_own&lt;T&gt;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로 생성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 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객체이므로 소멸되면 자동적으로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destroy()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함수가 호출된다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이때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unregister_schedulable()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이 자동적으로 호출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86502CA-402B-405A-81AB-2748DD52F2AB}"/>
              </a:ext>
            </a:extLst>
          </p:cNvPr>
          <p:cNvSpPr/>
          <p:nvPr/>
        </p:nvSpPr>
        <p:spPr>
          <a:xfrm>
            <a:off x="2033033" y="5580168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CE1C12-7702-402A-B860-1A47FF762F79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DAA57E-0D4A-4904-9A12-D90236FB2FC8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204004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F4AD6B-3238-4389-90BE-023E7113A1AD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30DCF1-C517-494B-BFD7-5F2A7F92F134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3026</TotalTime>
  <Words>773</Words>
  <Application>Microsoft Office PowerPoint</Application>
  <PresentationFormat>와이드스크린</PresentationFormat>
  <Paragraphs>90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HY견명조</vt:lpstr>
      <vt:lpstr>HY신명조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231</cp:revision>
  <dcterms:created xsi:type="dcterms:W3CDTF">2019-08-08T18:29:33Z</dcterms:created>
  <dcterms:modified xsi:type="dcterms:W3CDTF">2020-01-20T12:18:18Z</dcterms:modified>
</cp:coreProperties>
</file>