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307" r:id="rId2"/>
    <p:sldId id="327" r:id="rId3"/>
    <p:sldId id="318" r:id="rId4"/>
    <p:sldId id="391" r:id="rId5"/>
    <p:sldId id="392" r:id="rId6"/>
    <p:sldId id="395" r:id="rId7"/>
    <p:sldId id="393" r:id="rId8"/>
    <p:sldId id="394" r:id="rId9"/>
    <p:sldId id="396" r:id="rId10"/>
    <p:sldId id="397" r:id="rId11"/>
    <p:sldId id="398" r:id="rId12"/>
    <p:sldId id="399" r:id="rId13"/>
    <p:sldId id="400" r:id="rId14"/>
    <p:sldId id="401" r:id="rId15"/>
    <p:sldId id="365" r:id="rId16"/>
    <p:sldId id="338" r:id="rId17"/>
    <p:sldId id="390" r:id="rId18"/>
    <p:sldId id="388" r:id="rId19"/>
    <p:sldId id="387" r:id="rId20"/>
    <p:sldId id="389" r:id="rId21"/>
    <p:sldId id="381" r:id="rId22"/>
    <p:sldId id="382" r:id="rId23"/>
    <p:sldId id="339" r:id="rId24"/>
    <p:sldId id="346" r:id="rId25"/>
    <p:sldId id="347" r:id="rId26"/>
    <p:sldId id="348" r:id="rId27"/>
    <p:sldId id="349" r:id="rId28"/>
    <p:sldId id="340" r:id="rId29"/>
    <p:sldId id="343" r:id="rId30"/>
    <p:sldId id="373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358" r:id="rId39"/>
    <p:sldId id="353" r:id="rId40"/>
    <p:sldId id="350" r:id="rId41"/>
    <p:sldId id="351" r:id="rId42"/>
    <p:sldId id="352" r:id="rId43"/>
    <p:sldId id="355" r:id="rId44"/>
    <p:sldId id="356" r:id="rId45"/>
    <p:sldId id="357" r:id="rId46"/>
    <p:sldId id="354" r:id="rId47"/>
    <p:sldId id="345" r:id="rId48"/>
    <p:sldId id="342" r:id="rId49"/>
    <p:sldId id="344" r:id="rId50"/>
    <p:sldId id="363" r:id="rId51"/>
    <p:sldId id="364" r:id="rId52"/>
    <p:sldId id="359" r:id="rId53"/>
    <p:sldId id="386" r:id="rId54"/>
    <p:sldId id="362" r:id="rId55"/>
    <p:sldId id="366" r:id="rId56"/>
    <p:sldId id="360" r:id="rId57"/>
    <p:sldId id="361" r:id="rId58"/>
    <p:sldId id="367" r:id="rId59"/>
    <p:sldId id="368" r:id="rId60"/>
    <p:sldId id="369" r:id="rId61"/>
    <p:sldId id="370" r:id="rId62"/>
    <p:sldId id="371" r:id="rId63"/>
    <p:sldId id="372" r:id="rId64"/>
    <p:sldId id="329" r:id="rId65"/>
    <p:sldId id="330" r:id="rId66"/>
    <p:sldId id="332" r:id="rId67"/>
    <p:sldId id="333" r:id="rId68"/>
    <p:sldId id="331" r:id="rId69"/>
    <p:sldId id="320" r:id="rId70"/>
    <p:sldId id="334" r:id="rId71"/>
    <p:sldId id="335" r:id="rId72"/>
    <p:sldId id="308" r:id="rId73"/>
    <p:sldId id="305" r:id="rId74"/>
    <p:sldId id="306" r:id="rId75"/>
    <p:sldId id="319" r:id="rId76"/>
    <p:sldId id="309" r:id="rId77"/>
    <p:sldId id="310" r:id="rId78"/>
    <p:sldId id="311" r:id="rId79"/>
    <p:sldId id="313" r:id="rId80"/>
    <p:sldId id="321" r:id="rId81"/>
    <p:sldId id="328" r:id="rId82"/>
    <p:sldId id="293" r:id="rId83"/>
    <p:sldId id="303" r:id="rId84"/>
    <p:sldId id="294" r:id="rId85"/>
    <p:sldId id="304" r:id="rId86"/>
    <p:sldId id="322" r:id="rId87"/>
    <p:sldId id="312" r:id="rId88"/>
    <p:sldId id="314" r:id="rId89"/>
    <p:sldId id="315" r:id="rId90"/>
    <p:sldId id="316" r:id="rId91"/>
    <p:sldId id="323" r:id="rId92"/>
    <p:sldId id="317" r:id="rId93"/>
    <p:sldId id="324" r:id="rId94"/>
    <p:sldId id="325" r:id="rId95"/>
    <p:sldId id="326" r:id="rId9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  <a:srgbClr val="FFFFCC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9" autoAdjust="0"/>
    <p:restoredTop sz="94906" autoAdjust="0"/>
  </p:normalViewPr>
  <p:slideViewPr>
    <p:cSldViewPr snapToGrid="0">
      <p:cViewPr varScale="1">
        <p:scale>
          <a:sx n="125" d="100"/>
          <a:sy n="125" d="100"/>
        </p:scale>
        <p:origin x="132" y="2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778DE-9D94-4E5D-91B3-7EC0AD5E216C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0D906-180E-40CD-8333-E002C5FAA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75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48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51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616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893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726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86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631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241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817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447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600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85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323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35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836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262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253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58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3744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805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945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52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3172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402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67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283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491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488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213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0720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420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1262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749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4726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758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6651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8040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520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067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576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9397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8921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0845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2328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672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654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8799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010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1067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5522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8182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5559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273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4578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667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61210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672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65699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90518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297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472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00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98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0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65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0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9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9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5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49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1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64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9A752-C760-47B0-9E93-7E995F39D971}" type="datetimeFigureOut">
              <a:rPr lang="ko-KR" altLang="en-US" smtClean="0"/>
              <a:t>2023-04-07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7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" name="TextBox 4"/>
          <p:cNvSpPr txBox="1"/>
          <p:nvPr/>
        </p:nvSpPr>
        <p:spPr>
          <a:xfrm>
            <a:off x="9971612" y="956773"/>
            <a:ext cx="1830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/>
              <a:t>CGC.II.</a:t>
            </a:r>
            <a:endParaRPr lang="ko-KR" altLang="en-US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56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8" name="TextBox 7"/>
          <p:cNvSpPr txBox="1"/>
          <p:nvPr/>
        </p:nvSpPr>
        <p:spPr>
          <a:xfrm>
            <a:off x="10901242" y="842895"/>
            <a:ext cx="111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23CE2-C2A4-4291-AEB6-E37FC1174BB0}"/>
              </a:ext>
            </a:extLst>
          </p:cNvPr>
          <p:cNvSpPr txBox="1"/>
          <p:nvPr/>
        </p:nvSpPr>
        <p:spPr>
          <a:xfrm>
            <a:off x="7669780" y="5761837"/>
            <a:ext cx="156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CGCII.</a:t>
            </a:r>
          </a:p>
          <a:p>
            <a:pPr algn="r"/>
            <a:r>
              <a:rPr lang="en-US" altLang="ko-KR" sz="1000" dirty="0"/>
              <a:t>Version 1.0</a:t>
            </a:r>
            <a:endParaRPr lang="ko-KR" altLang="en-US" sz="10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AA67D4-7AF2-462E-A356-476265A667AF}"/>
              </a:ext>
            </a:extLst>
          </p:cNvPr>
          <p:cNvCxnSpPr>
            <a:cxnSpLocks/>
          </p:cNvCxnSpPr>
          <p:nvPr/>
        </p:nvCxnSpPr>
        <p:spPr>
          <a:xfrm>
            <a:off x="10839450" y="5761837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9C7E71-1C4A-47B2-9AF8-4D8FD27050EA}"/>
              </a:ext>
            </a:extLst>
          </p:cNvPr>
          <p:cNvSpPr txBox="1"/>
          <p:nvPr/>
        </p:nvSpPr>
        <p:spPr>
          <a:xfrm>
            <a:off x="9881044" y="5761837"/>
            <a:ext cx="7360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2018.6.26</a:t>
            </a:r>
            <a:endParaRPr lang="ko-KR" altLang="en-US" sz="1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22906C-57A4-4447-9A4A-1D46BE1CA751}"/>
              </a:ext>
            </a:extLst>
          </p:cNvPr>
          <p:cNvCxnSpPr>
            <a:cxnSpLocks/>
          </p:cNvCxnSpPr>
          <p:nvPr/>
        </p:nvCxnSpPr>
        <p:spPr>
          <a:xfrm>
            <a:off x="9467850" y="5761837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1866BF-23FF-48AC-AB0F-2DB922813337}"/>
              </a:ext>
            </a:extLst>
          </p:cNvPr>
          <p:cNvSpPr txBox="1"/>
          <p:nvPr/>
        </p:nvSpPr>
        <p:spPr>
          <a:xfrm>
            <a:off x="10984213" y="5761837"/>
            <a:ext cx="10327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Cho </a:t>
            </a:r>
            <a:r>
              <a:rPr lang="en-US" altLang="ko-KR" sz="1000" dirty="0" err="1"/>
              <a:t>Sanghyun</a:t>
            </a:r>
            <a:endParaRPr lang="en-US" altLang="ko-KR" sz="1000" dirty="0"/>
          </a:p>
          <a:p>
            <a:pPr algn="r"/>
            <a:r>
              <a:rPr lang="ko-KR" altLang="en-US" sz="1000" dirty="0"/>
              <a:t>조상현</a:t>
            </a:r>
            <a:endParaRPr lang="en-US" altLang="ko-KR" sz="1000" dirty="0"/>
          </a:p>
          <a:p>
            <a:pPr algn="r"/>
            <a:r>
              <a:rPr lang="ko-KR" altLang="en-US" sz="1000" dirty="0"/>
              <a:t>曺尙鉉</a:t>
            </a:r>
          </a:p>
        </p:txBody>
      </p:sp>
    </p:spTree>
    <p:extLst>
      <p:ext uri="{BB962C8B-B14F-4D97-AF65-F5344CB8AC3E}">
        <p14:creationId xmlns:p14="http://schemas.microsoft.com/office/powerpoint/2010/main" val="287096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9743758" y="2976495"/>
            <a:ext cx="226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Cosistancy</a:t>
            </a:r>
            <a:r>
              <a:rPr lang="en-US" altLang="ko-KR" dirty="0"/>
              <a:t> of CGCII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1594F-C4BE-48F2-A06F-182C955D492F}"/>
              </a:ext>
            </a:extLst>
          </p:cNvPr>
          <p:cNvSpPr txBox="1"/>
          <p:nvPr/>
        </p:nvSpPr>
        <p:spPr>
          <a:xfrm>
            <a:off x="9989465" y="3605631"/>
            <a:ext cx="2157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Topology of Trade system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A444DD-7C30-407E-B2CE-73CCD70F6D45}"/>
              </a:ext>
            </a:extLst>
          </p:cNvPr>
          <p:cNvSpPr txBox="1"/>
          <p:nvPr/>
        </p:nvSpPr>
        <p:spPr>
          <a:xfrm>
            <a:off x="10266342" y="4149330"/>
            <a:ext cx="1880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Distribution Problems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0F7F5-9283-4B83-B2BE-340DB9ACACC4}"/>
              </a:ext>
            </a:extLst>
          </p:cNvPr>
          <p:cNvSpPr txBox="1"/>
          <p:nvPr/>
        </p:nvSpPr>
        <p:spPr>
          <a:xfrm>
            <a:off x="9657201" y="4676608"/>
            <a:ext cx="2489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Account &amp; </a:t>
            </a:r>
            <a:r>
              <a:rPr lang="en-US" altLang="ko-KR" sz="1200" dirty="0" err="1"/>
              <a:t>Sequencial</a:t>
            </a:r>
            <a:r>
              <a:rPr lang="en-US" altLang="ko-KR" sz="1200" dirty="0"/>
              <a:t> Process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E229FA-1EB9-435C-A650-D6A97EA7E9B1}"/>
              </a:ext>
            </a:extLst>
          </p:cNvPr>
          <p:cNvSpPr txBox="1"/>
          <p:nvPr/>
        </p:nvSpPr>
        <p:spPr>
          <a:xfrm>
            <a:off x="9335254" y="3866209"/>
            <a:ext cx="2811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Problems on Asynchronous 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518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정합성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(Consistency)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이란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60A63-0161-4FEC-9FD1-F0D1202C7CCF}"/>
              </a:ext>
            </a:extLst>
          </p:cNvPr>
          <p:cNvSpPr txBox="1"/>
          <p:nvPr/>
        </p:nvSpPr>
        <p:spPr>
          <a:xfrm>
            <a:off x="1423434" y="1237792"/>
            <a:ext cx="3253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모순이 없는 것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3891F8-5EEC-4603-8E89-E25A5C4F9B54}"/>
              </a:ext>
            </a:extLst>
          </p:cNvPr>
          <p:cNvSpPr txBox="1"/>
          <p:nvPr/>
        </p:nvSpPr>
        <p:spPr>
          <a:xfrm>
            <a:off x="1423434" y="1656633"/>
            <a:ext cx="3253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서버에 있어 생명과 같은 것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607A00-A099-4D5A-9768-5322F484E0AE}"/>
              </a:ext>
            </a:extLst>
          </p:cNvPr>
          <p:cNvSpPr txBox="1"/>
          <p:nvPr/>
        </p:nvSpPr>
        <p:spPr>
          <a:xfrm>
            <a:off x="1441080" y="2068917"/>
            <a:ext cx="465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궁극적으로는 완전 무결성을 목표로 함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3361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804309" y="618896"/>
            <a:ext cx="5991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데이터 정합성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3CE51-7828-4823-8A33-6085606BA53F}"/>
              </a:ext>
            </a:extLst>
          </p:cNvPr>
          <p:cNvSpPr txBox="1"/>
          <p:nvPr/>
        </p:nvSpPr>
        <p:spPr>
          <a:xfrm>
            <a:off x="1423434" y="1299697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쉽게 말해서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저장 되는 값의 정합성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1522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60A63-0161-4FEC-9FD1-F0D1202C7CCF}"/>
              </a:ext>
            </a:extLst>
          </p:cNvPr>
          <p:cNvSpPr txBox="1"/>
          <p:nvPr/>
        </p:nvSpPr>
        <p:spPr>
          <a:xfrm>
            <a:off x="1423434" y="804654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이거 깨지면 서비스 접어야 하는 수가 있다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B4A6F-0FD2-40C1-AD94-DE4407A1B029}"/>
              </a:ext>
            </a:extLst>
          </p:cNvPr>
          <p:cNvSpPr txBox="1"/>
          <p:nvPr/>
        </p:nvSpPr>
        <p:spPr>
          <a:xfrm>
            <a:off x="1431455" y="1332440"/>
            <a:ext cx="7260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이건 목숨 걸고 지켜야 하고 어떤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trade-off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대상이 될 수 없다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b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이건 뭐 묻지도 따지지도 말고 </a:t>
            </a:r>
            <a:r>
              <a:rPr lang="en-US" altLang="ko-KR" sz="2000" b="1" dirty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100%</a:t>
            </a:r>
            <a:r>
              <a:rPr lang="ko-KR" altLang="en-US" sz="2000" b="1" dirty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추구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해야 한다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88EFD-BF1D-43F1-9D50-D5BB34D08878}"/>
              </a:ext>
            </a:extLst>
          </p:cNvPr>
          <p:cNvSpPr txBox="1"/>
          <p:nvPr/>
        </p:nvSpPr>
        <p:spPr>
          <a:xfrm>
            <a:off x="1431454" y="2208340"/>
            <a:ext cx="8492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RDB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같은 정합성 보장을 위한 처리가 가능한 저장장치를 사용해야 한다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8714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804309" y="618896"/>
            <a:ext cx="5991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정합성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3CE51-7828-4823-8A33-6085606BA53F}"/>
              </a:ext>
            </a:extLst>
          </p:cNvPr>
          <p:cNvSpPr txBox="1"/>
          <p:nvPr/>
        </p:nvSpPr>
        <p:spPr>
          <a:xfrm>
            <a:off x="1423434" y="1299697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서버의 동작 중에 발생하는 모순성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0903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60A63-0161-4FEC-9FD1-F0D1202C7CCF}"/>
              </a:ext>
            </a:extLst>
          </p:cNvPr>
          <p:cNvSpPr txBox="1"/>
          <p:nvPr/>
        </p:nvSpPr>
        <p:spPr>
          <a:xfrm>
            <a:off x="1423434" y="1247417"/>
            <a:ext cx="81344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이거는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생산성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이나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어느 정도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trade-off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가능하다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A93C7-891E-4AF3-8313-8507C15AF918}"/>
              </a:ext>
            </a:extLst>
          </p:cNvPr>
          <p:cNvSpPr txBox="1"/>
          <p:nvPr/>
        </p:nvSpPr>
        <p:spPr>
          <a:xfrm>
            <a:off x="1423434" y="697174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서비스 품질과 연관된다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0F687-A7CF-40D9-ACE7-B64422BA1A48}"/>
              </a:ext>
            </a:extLst>
          </p:cNvPr>
          <p:cNvSpPr txBox="1"/>
          <p:nvPr/>
        </p:nvSpPr>
        <p:spPr>
          <a:xfrm>
            <a:off x="1441080" y="2420095"/>
            <a:ext cx="6759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너무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trade-off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하다 보면 사용자 게시판에 바람 잔 날이 없을 것이다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2680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A93C7-891E-4AF3-8313-8507C15AF918}"/>
              </a:ext>
            </a:extLst>
          </p:cNvPr>
          <p:cNvSpPr txBox="1"/>
          <p:nvPr/>
        </p:nvSpPr>
        <p:spPr>
          <a:xfrm>
            <a:off x="1329991" y="1418015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서비스 품질과 연관된다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5D367-69C1-3971-16AE-B6A92776D513}"/>
              </a:ext>
            </a:extLst>
          </p:cNvPr>
          <p:cNvSpPr txBox="1"/>
          <p:nvPr/>
        </p:nvSpPr>
        <p:spPr>
          <a:xfrm>
            <a:off x="975133" y="696062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정합성 모델</a:t>
            </a:r>
            <a:endParaRPr lang="ko-KR" alt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74462-D8ED-D41A-3369-B6458CEB4D84}"/>
              </a:ext>
            </a:extLst>
          </p:cNvPr>
          <p:cNvSpPr txBox="1"/>
          <p:nvPr/>
        </p:nvSpPr>
        <p:spPr>
          <a:xfrm>
            <a:off x="7587915" y="562572"/>
            <a:ext cx="228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Session</a:t>
            </a:r>
            <a:r>
              <a:rPr lang="ko-KR" altLang="en-US" sz="1600" dirty="0"/>
              <a:t> </a:t>
            </a:r>
            <a:r>
              <a:rPr lang="en-US" altLang="ko-KR" sz="1600" dirty="0"/>
              <a:t>guarantees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10040-0499-F094-244B-2D28D0F960F0}"/>
              </a:ext>
            </a:extLst>
          </p:cNvPr>
          <p:cNvSpPr txBox="1"/>
          <p:nvPr/>
        </p:nvSpPr>
        <p:spPr>
          <a:xfrm>
            <a:off x="7733641" y="1762861"/>
            <a:ext cx="228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Entry consistency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67FB3-B956-57AD-E4B6-219D40F02E50}"/>
              </a:ext>
            </a:extLst>
          </p:cNvPr>
          <p:cNvSpPr txBox="1"/>
          <p:nvPr/>
        </p:nvSpPr>
        <p:spPr>
          <a:xfrm>
            <a:off x="7799273" y="2195588"/>
            <a:ext cx="228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Local consistency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B2815-8DA4-BBA2-E53B-25E65FCEA95B}"/>
              </a:ext>
            </a:extLst>
          </p:cNvPr>
          <p:cNvSpPr txBox="1"/>
          <p:nvPr/>
        </p:nvSpPr>
        <p:spPr>
          <a:xfrm>
            <a:off x="3065435" y="5131191"/>
            <a:ext cx="4143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일관적인 접두사 </a:t>
            </a:r>
            <a:r>
              <a:rPr lang="en-US" altLang="ko-KR" sz="1600" dirty="0"/>
              <a:t>(Consistent prefix)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3BBEE-4CD7-CC01-386D-DA3156C262C6}"/>
              </a:ext>
            </a:extLst>
          </p:cNvPr>
          <p:cNvSpPr txBox="1"/>
          <p:nvPr/>
        </p:nvSpPr>
        <p:spPr>
          <a:xfrm>
            <a:off x="3065435" y="6082269"/>
            <a:ext cx="4668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최종</a:t>
            </a:r>
            <a:r>
              <a:rPr lang="en-US" altLang="ko-KR" sz="1600" dirty="0"/>
              <a:t>(Eventual)</a:t>
            </a:r>
            <a:endParaRPr lang="ko-KR" altLang="en-US" sz="16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8C5D08B-4D43-89E4-6AA5-D57F5D7185FF}"/>
              </a:ext>
            </a:extLst>
          </p:cNvPr>
          <p:cNvCxnSpPr/>
          <p:nvPr/>
        </p:nvCxnSpPr>
        <p:spPr>
          <a:xfrm>
            <a:off x="2723177" y="2195588"/>
            <a:ext cx="0" cy="42252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87301E-33AC-E0A2-32E3-F4686BE860FD}"/>
              </a:ext>
            </a:extLst>
          </p:cNvPr>
          <p:cNvSpPr txBox="1"/>
          <p:nvPr/>
        </p:nvSpPr>
        <p:spPr>
          <a:xfrm>
            <a:off x="975133" y="3157440"/>
            <a:ext cx="1676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/>
              <a:t>더 높은 가용성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458563-75D1-886F-D96D-70A3BD3A8A15}"/>
              </a:ext>
            </a:extLst>
          </p:cNvPr>
          <p:cNvSpPr txBox="1"/>
          <p:nvPr/>
        </p:nvSpPr>
        <p:spPr>
          <a:xfrm>
            <a:off x="670562" y="3596459"/>
            <a:ext cx="2002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/>
              <a:t>더 짧은 대기시간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8C9326-3273-AF7B-9317-1A930C1507D7}"/>
              </a:ext>
            </a:extLst>
          </p:cNvPr>
          <p:cNvSpPr txBox="1"/>
          <p:nvPr/>
        </p:nvSpPr>
        <p:spPr>
          <a:xfrm>
            <a:off x="648680" y="3965124"/>
            <a:ext cx="2002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더 높은 처리량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B811F4-E273-F494-BA84-78351F99EEEA}"/>
              </a:ext>
            </a:extLst>
          </p:cNvPr>
          <p:cNvSpPr txBox="1"/>
          <p:nvPr/>
        </p:nvSpPr>
        <p:spPr>
          <a:xfrm>
            <a:off x="720576" y="6082269"/>
            <a:ext cx="2002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더 약한 정합성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62D17B-CEEB-2D0E-33F5-5B05F60C236C}"/>
              </a:ext>
            </a:extLst>
          </p:cNvPr>
          <p:cNvSpPr txBox="1"/>
          <p:nvPr/>
        </p:nvSpPr>
        <p:spPr>
          <a:xfrm>
            <a:off x="811906" y="2138033"/>
            <a:ext cx="2002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더 강한 정합성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30C67D-F218-7A4D-8FFF-D65A0B4CDAE2}"/>
              </a:ext>
            </a:extLst>
          </p:cNvPr>
          <p:cNvSpPr txBox="1"/>
          <p:nvPr/>
        </p:nvSpPr>
        <p:spPr>
          <a:xfrm>
            <a:off x="3065435" y="4239961"/>
            <a:ext cx="228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세션</a:t>
            </a:r>
            <a:r>
              <a:rPr lang="en-US" altLang="ko-KR" sz="1600" dirty="0"/>
              <a:t>(session)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087CE3-A0BB-18AE-D80C-FAAE4ECB741E}"/>
              </a:ext>
            </a:extLst>
          </p:cNvPr>
          <p:cNvSpPr txBox="1"/>
          <p:nvPr/>
        </p:nvSpPr>
        <p:spPr>
          <a:xfrm>
            <a:off x="3065435" y="3096425"/>
            <a:ext cx="36252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제한된 부실</a:t>
            </a:r>
            <a:r>
              <a:rPr lang="en-US" altLang="ko-KR" sz="1600" dirty="0"/>
              <a:t>(Bounded staleness)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C9AE5-26CC-3B11-5D89-074645E8F92F}"/>
              </a:ext>
            </a:extLst>
          </p:cNvPr>
          <p:cNvSpPr txBox="1"/>
          <p:nvPr/>
        </p:nvSpPr>
        <p:spPr>
          <a:xfrm>
            <a:off x="3065435" y="2137338"/>
            <a:ext cx="228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강력</a:t>
            </a:r>
            <a:r>
              <a:rPr lang="en-US" altLang="ko-KR" sz="1600" dirty="0"/>
              <a:t>(Strong)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06557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5D367-69C1-3971-16AE-B6A92776D513}"/>
              </a:ext>
            </a:extLst>
          </p:cNvPr>
          <p:cNvSpPr txBox="1"/>
          <p:nvPr/>
        </p:nvSpPr>
        <p:spPr>
          <a:xfrm>
            <a:off x="975133" y="696062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강한 정합성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(Strong Consistency)</a:t>
            </a:r>
            <a:endParaRPr lang="ko-KR" altLang="en-US" sz="1600" dirty="0"/>
          </a:p>
        </p:txBody>
      </p:sp>
      <p:pic>
        <p:nvPicPr>
          <p:cNvPr id="1026" name="Picture 2" descr="Animation of strong consistency level using musical notes that are always synced.">
            <a:extLst>
              <a:ext uri="{FF2B5EF4-FFF2-40B4-BE49-F238E27FC236}">
                <a16:creationId xmlns:a16="http://schemas.microsoft.com/office/drawing/2014/main" id="{C96CC80B-122B-92C2-DAD0-CFD9E5DE0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515" y="1343979"/>
            <a:ext cx="4748102" cy="260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43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5D367-69C1-3971-16AE-B6A92776D513}"/>
              </a:ext>
            </a:extLst>
          </p:cNvPr>
          <p:cNvSpPr txBox="1"/>
          <p:nvPr/>
        </p:nvSpPr>
        <p:spPr>
          <a:xfrm>
            <a:off x="975133" y="696062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제한된 부실 정합성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(Bounded Staleness Consistency)</a:t>
            </a:r>
            <a:endParaRPr lang="ko-KR" altLang="en-US" sz="1600" dirty="0"/>
          </a:p>
        </p:txBody>
      </p:sp>
      <p:pic>
        <p:nvPicPr>
          <p:cNvPr id="2050" name="Picture 2" descr="Animation of bounded staleness consistency level using music notes that are eventually synced within a pre-defined delay of time or versions.">
            <a:extLst>
              <a:ext uri="{FF2B5EF4-FFF2-40B4-BE49-F238E27FC236}">
                <a16:creationId xmlns:a16="http://schemas.microsoft.com/office/drawing/2014/main" id="{CD3BB6C7-591F-133B-CDB6-FDA10967D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435" y="1367790"/>
            <a:ext cx="4908766" cy="286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939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5D367-69C1-3971-16AE-B6A92776D513}"/>
              </a:ext>
            </a:extLst>
          </p:cNvPr>
          <p:cNvSpPr txBox="1"/>
          <p:nvPr/>
        </p:nvSpPr>
        <p:spPr>
          <a:xfrm>
            <a:off x="975133" y="696062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세션 정합성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(session consistency)</a:t>
            </a:r>
            <a:endParaRPr lang="ko-KR" altLang="en-US" sz="1600" dirty="0"/>
          </a:p>
        </p:txBody>
      </p:sp>
      <p:pic>
        <p:nvPicPr>
          <p:cNvPr id="3074" name="Picture 2" descr="Animation of session consistency level using music notes that are synced within a single client session.">
            <a:extLst>
              <a:ext uri="{FF2B5EF4-FFF2-40B4-BE49-F238E27FC236}">
                <a16:creationId xmlns:a16="http://schemas.microsoft.com/office/drawing/2014/main" id="{71DF2B08-A031-16A7-0DE6-E1498D57A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715" y="1393509"/>
            <a:ext cx="4648811" cy="242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050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5D367-69C1-3971-16AE-B6A92776D513}"/>
              </a:ext>
            </a:extLst>
          </p:cNvPr>
          <p:cNvSpPr txBox="1"/>
          <p:nvPr/>
        </p:nvSpPr>
        <p:spPr>
          <a:xfrm>
            <a:off x="975133" y="696062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일관적인 접두사 정합성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(Consistent prefix Consistency)</a:t>
            </a:r>
            <a:endParaRPr lang="ko-KR" altLang="en-US" sz="1600" dirty="0"/>
          </a:p>
        </p:txBody>
      </p:sp>
      <p:pic>
        <p:nvPicPr>
          <p:cNvPr id="4098" name="Picture 2" descr="Animation of consistent prefix level using music notes that are synced eventually but as a transaction that isn't out of order.">
            <a:extLst>
              <a:ext uri="{FF2B5EF4-FFF2-40B4-BE49-F238E27FC236}">
                <a16:creationId xmlns:a16="http://schemas.microsoft.com/office/drawing/2014/main" id="{2A62FB19-C01D-52E1-4797-DE3D93185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155" y="1686879"/>
            <a:ext cx="5027114" cy="270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807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5D367-69C1-3971-16AE-B6A92776D513}"/>
              </a:ext>
            </a:extLst>
          </p:cNvPr>
          <p:cNvSpPr txBox="1"/>
          <p:nvPr/>
        </p:nvSpPr>
        <p:spPr>
          <a:xfrm>
            <a:off x="975133" y="696062"/>
            <a:ext cx="6469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최종 정합성 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(Eventual Consistency)</a:t>
            </a:r>
            <a:endParaRPr lang="ko-KR" altLang="en-US" sz="1600" dirty="0"/>
          </a:p>
        </p:txBody>
      </p:sp>
      <p:pic>
        <p:nvPicPr>
          <p:cNvPr id="5122" name="Picture 2" descr="Animation of eventual consistency level using music notes that are eventually synced, but not within a specific bound.">
            <a:extLst>
              <a:ext uri="{FF2B5EF4-FFF2-40B4-BE49-F238E27FC236}">
                <a16:creationId xmlns:a16="http://schemas.microsoft.com/office/drawing/2014/main" id="{6C76E215-ACDC-8536-46C5-D9D46C4D5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955" y="2256949"/>
            <a:ext cx="4360848" cy="234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050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2791030" y="2308938"/>
            <a:ext cx="2498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정합성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(Consistency)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719B4C-EEA5-4ACE-BD94-96DCAF31C517}"/>
              </a:ext>
            </a:extLst>
          </p:cNvPr>
          <p:cNvSpPr txBox="1"/>
          <p:nvPr/>
        </p:nvSpPr>
        <p:spPr>
          <a:xfrm>
            <a:off x="7013101" y="3353982"/>
            <a:ext cx="2730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생산성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(Productivity)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3075A-2AFD-4045-94A2-DF075EA13E04}"/>
              </a:ext>
            </a:extLst>
          </p:cNvPr>
          <p:cNvSpPr txBox="1"/>
          <p:nvPr/>
        </p:nvSpPr>
        <p:spPr>
          <a:xfrm>
            <a:off x="2942217" y="4239795"/>
            <a:ext cx="2376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(Performance)</a:t>
            </a:r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8B31D2-F077-4A4D-9271-0854A01004D4}"/>
              </a:ext>
            </a:extLst>
          </p:cNvPr>
          <p:cNvCxnSpPr>
            <a:cxnSpLocks/>
          </p:cNvCxnSpPr>
          <p:nvPr/>
        </p:nvCxnSpPr>
        <p:spPr>
          <a:xfrm flipV="1">
            <a:off x="5318472" y="2803738"/>
            <a:ext cx="0" cy="1253912"/>
          </a:xfrm>
          <a:prstGeom prst="line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29AAF94-86AE-4DCF-AC15-CEAD0AA56529}"/>
              </a:ext>
            </a:extLst>
          </p:cNvPr>
          <p:cNvCxnSpPr>
            <a:cxnSpLocks/>
          </p:cNvCxnSpPr>
          <p:nvPr/>
        </p:nvCxnSpPr>
        <p:spPr>
          <a:xfrm flipH="1" flipV="1">
            <a:off x="5539206" y="2569450"/>
            <a:ext cx="1332023" cy="802400"/>
          </a:xfrm>
          <a:prstGeom prst="line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42EAFBB-2AC2-4D57-ABA1-960731BEC546}"/>
              </a:ext>
            </a:extLst>
          </p:cNvPr>
          <p:cNvCxnSpPr>
            <a:cxnSpLocks/>
          </p:cNvCxnSpPr>
          <p:nvPr/>
        </p:nvCxnSpPr>
        <p:spPr>
          <a:xfrm flipH="1">
            <a:off x="5453247" y="3611170"/>
            <a:ext cx="1425080" cy="628625"/>
          </a:xfrm>
          <a:prstGeom prst="line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54E789A-B321-4383-9CFB-DED367C0F965}"/>
              </a:ext>
            </a:extLst>
          </p:cNvPr>
          <p:cNvSpPr/>
          <p:nvPr/>
        </p:nvSpPr>
        <p:spPr>
          <a:xfrm>
            <a:off x="3904544" y="3275111"/>
            <a:ext cx="1303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trade 0ff </a:t>
            </a:r>
            <a:r>
              <a:rPr lang="ko-KR" altLang="en-US" sz="1400" dirty="0">
                <a:solidFill>
                  <a:srgbClr val="0000FF"/>
                </a:solidFill>
              </a:rPr>
              <a:t>가능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CC646C-DC2B-4333-BAF6-471DC9373AFA}"/>
              </a:ext>
            </a:extLst>
          </p:cNvPr>
          <p:cNvSpPr/>
          <p:nvPr/>
        </p:nvSpPr>
        <p:spPr>
          <a:xfrm>
            <a:off x="6096000" y="4105165"/>
            <a:ext cx="1303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trade 0ff </a:t>
            </a:r>
            <a:r>
              <a:rPr lang="ko-KR" altLang="en-US" sz="1400" dirty="0">
                <a:solidFill>
                  <a:srgbClr val="0000FF"/>
                </a:solidFill>
              </a:rPr>
              <a:t>가능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AB75AED-B595-4B7B-B948-2E89FB568DC9}"/>
              </a:ext>
            </a:extLst>
          </p:cNvPr>
          <p:cNvSpPr/>
          <p:nvPr/>
        </p:nvSpPr>
        <p:spPr>
          <a:xfrm>
            <a:off x="6320748" y="2609101"/>
            <a:ext cx="1303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trade 0ff </a:t>
            </a:r>
            <a:r>
              <a:rPr lang="ko-KR" altLang="en-US" sz="1400" dirty="0">
                <a:solidFill>
                  <a:srgbClr val="0000FF"/>
                </a:solidFill>
              </a:rPr>
              <a:t>가능</a:t>
            </a:r>
          </a:p>
        </p:txBody>
      </p:sp>
    </p:spTree>
    <p:extLst>
      <p:ext uri="{BB962C8B-B14F-4D97-AF65-F5344CB8AC3E}">
        <p14:creationId xmlns:p14="http://schemas.microsoft.com/office/powerpoint/2010/main" val="1679099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3675194" y="4457027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6" name="직선 화살표 연결선 5"/>
          <p:cNvCxnSpPr>
            <a:cxnSpLocks/>
            <a:stCxn id="281" idx="0"/>
            <a:endCxn id="270" idx="2"/>
          </p:cNvCxnSpPr>
          <p:nvPr/>
        </p:nvCxnSpPr>
        <p:spPr>
          <a:xfrm flipV="1">
            <a:off x="4104090" y="3705537"/>
            <a:ext cx="0" cy="60065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A60AFD68-7E1B-44D2-A5D4-A418EECD3C9B}"/>
              </a:ext>
            </a:extLst>
          </p:cNvPr>
          <p:cNvSpPr/>
          <p:nvPr/>
        </p:nvSpPr>
        <p:spPr>
          <a:xfrm>
            <a:off x="3764408" y="1622404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E5B61A67-0E21-43AA-A824-F46414702C9A}"/>
              </a:ext>
            </a:extLst>
          </p:cNvPr>
          <p:cNvSpPr/>
          <p:nvPr/>
        </p:nvSpPr>
        <p:spPr>
          <a:xfrm>
            <a:off x="3764408" y="2979292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0" name="원통형 39">
            <a:extLst>
              <a:ext uri="{FF2B5EF4-FFF2-40B4-BE49-F238E27FC236}">
                <a16:creationId xmlns:a16="http://schemas.microsoft.com/office/drawing/2014/main" id="{61B27AC9-E45F-447F-90F9-1309DD5B5F3C}"/>
              </a:ext>
            </a:extLst>
          </p:cNvPr>
          <p:cNvSpPr/>
          <p:nvPr/>
        </p:nvSpPr>
        <p:spPr>
          <a:xfrm>
            <a:off x="3115121" y="1670600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BF4189D-2D14-4D86-AE1A-B60E4E530C09}"/>
              </a:ext>
            </a:extLst>
          </p:cNvPr>
          <p:cNvCxnSpPr>
            <a:cxnSpLocks/>
            <a:stCxn id="34" idx="1"/>
            <a:endCxn id="7" idx="4"/>
          </p:cNvCxnSpPr>
          <p:nvPr/>
        </p:nvCxnSpPr>
        <p:spPr>
          <a:xfrm flipH="1">
            <a:off x="3657241" y="3287598"/>
            <a:ext cx="107167" cy="1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161C604-EDC7-4A87-AA12-B689BF12F4ED}"/>
              </a:ext>
            </a:extLst>
          </p:cNvPr>
          <p:cNvCxnSpPr>
            <a:cxnSpLocks/>
            <a:stCxn id="32" idx="1"/>
            <a:endCxn id="40" idx="4"/>
          </p:cNvCxnSpPr>
          <p:nvPr/>
        </p:nvCxnSpPr>
        <p:spPr>
          <a:xfrm flipH="1">
            <a:off x="3649219" y="1907187"/>
            <a:ext cx="115189" cy="1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BF11482-8CE9-44E7-B083-58336FE4FC46}"/>
              </a:ext>
            </a:extLst>
          </p:cNvPr>
          <p:cNvCxnSpPr>
            <a:cxnSpLocks/>
            <a:stCxn id="270" idx="0"/>
            <a:endCxn id="271" idx="2"/>
          </p:cNvCxnSpPr>
          <p:nvPr/>
        </p:nvCxnSpPr>
        <p:spPr>
          <a:xfrm flipV="1">
            <a:off x="4104090" y="2321447"/>
            <a:ext cx="0" cy="48423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모서리가 둥근 직사각형 61">
            <a:extLst>
              <a:ext uri="{FF2B5EF4-FFF2-40B4-BE49-F238E27FC236}">
                <a16:creationId xmlns:a16="http://schemas.microsoft.com/office/drawing/2014/main" id="{627894B0-58A1-4726-ACE6-CAC0B1D214E1}"/>
              </a:ext>
            </a:extLst>
          </p:cNvPr>
          <p:cNvSpPr/>
          <p:nvPr/>
        </p:nvSpPr>
        <p:spPr>
          <a:xfrm>
            <a:off x="1630841" y="2979292"/>
            <a:ext cx="961165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QUOT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62BEE9D5-84F3-4829-B858-3A6DAE66F3EA}"/>
              </a:ext>
            </a:extLst>
          </p:cNvPr>
          <p:cNvCxnSpPr>
            <a:cxnSpLocks/>
            <a:stCxn id="145" idx="0"/>
            <a:endCxn id="271" idx="2"/>
          </p:cNvCxnSpPr>
          <p:nvPr/>
        </p:nvCxnSpPr>
        <p:spPr>
          <a:xfrm flipV="1">
            <a:off x="2111424" y="2321447"/>
            <a:ext cx="1992666" cy="65784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FD1D0534-72AD-4A49-9BE6-307607B5F904}"/>
              </a:ext>
            </a:extLst>
          </p:cNvPr>
          <p:cNvCxnSpPr>
            <a:cxnSpLocks/>
            <a:stCxn id="281" idx="0"/>
            <a:endCxn id="145" idx="2"/>
          </p:cNvCxnSpPr>
          <p:nvPr/>
        </p:nvCxnSpPr>
        <p:spPr>
          <a:xfrm flipH="1" flipV="1">
            <a:off x="2111424" y="3595904"/>
            <a:ext cx="1992666" cy="71028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모서리가 둥근 직사각형 61">
            <a:extLst>
              <a:ext uri="{FF2B5EF4-FFF2-40B4-BE49-F238E27FC236}">
                <a16:creationId xmlns:a16="http://schemas.microsoft.com/office/drawing/2014/main" id="{F0BE22A5-E869-4BF1-BAED-16DB94AA047A}"/>
              </a:ext>
            </a:extLst>
          </p:cNvPr>
          <p:cNvSpPr/>
          <p:nvPr/>
        </p:nvSpPr>
        <p:spPr>
          <a:xfrm>
            <a:off x="1221728" y="1634933"/>
            <a:ext cx="740669" cy="4731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CONTROL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94BCEED1-8BCE-4910-892F-997F7F148F4D}"/>
              </a:ext>
            </a:extLst>
          </p:cNvPr>
          <p:cNvCxnSpPr>
            <a:cxnSpLocks/>
            <a:stCxn id="185" idx="3"/>
            <a:endCxn id="271" idx="1"/>
          </p:cNvCxnSpPr>
          <p:nvPr/>
        </p:nvCxnSpPr>
        <p:spPr>
          <a:xfrm>
            <a:off x="1962397" y="1871520"/>
            <a:ext cx="1013817" cy="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EB3132B1-7CE0-432B-BC20-EFDBCA31B1FF}"/>
              </a:ext>
            </a:extLst>
          </p:cNvPr>
          <p:cNvCxnSpPr>
            <a:cxnSpLocks/>
            <a:stCxn id="185" idx="2"/>
            <a:endCxn id="145" idx="0"/>
          </p:cNvCxnSpPr>
          <p:nvPr/>
        </p:nvCxnSpPr>
        <p:spPr>
          <a:xfrm>
            <a:off x="1592063" y="2108107"/>
            <a:ext cx="519361" cy="87118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7C6E0375-8F2E-4A3B-8E8E-CE55811BE387}"/>
              </a:ext>
            </a:extLst>
          </p:cNvPr>
          <p:cNvCxnSpPr>
            <a:cxnSpLocks/>
            <a:stCxn id="185" idx="2"/>
            <a:endCxn id="270" idx="0"/>
          </p:cNvCxnSpPr>
          <p:nvPr/>
        </p:nvCxnSpPr>
        <p:spPr>
          <a:xfrm>
            <a:off x="1592063" y="2108107"/>
            <a:ext cx="2512027" cy="697576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47F4CB91-7AEC-4A39-939D-9B2B43A6EECB}"/>
              </a:ext>
            </a:extLst>
          </p:cNvPr>
          <p:cNvCxnSpPr>
            <a:cxnSpLocks/>
            <a:stCxn id="185" idx="2"/>
            <a:endCxn id="281" idx="0"/>
          </p:cNvCxnSpPr>
          <p:nvPr/>
        </p:nvCxnSpPr>
        <p:spPr>
          <a:xfrm>
            <a:off x="1592063" y="2108107"/>
            <a:ext cx="2512027" cy="2198083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원통형 6">
            <a:extLst>
              <a:ext uri="{FF2B5EF4-FFF2-40B4-BE49-F238E27FC236}">
                <a16:creationId xmlns:a16="http://schemas.microsoft.com/office/drawing/2014/main" id="{D0CF5171-08AD-4722-8A0F-209CBA9A0405}"/>
              </a:ext>
            </a:extLst>
          </p:cNvPr>
          <p:cNvSpPr/>
          <p:nvPr/>
        </p:nvSpPr>
        <p:spPr>
          <a:xfrm>
            <a:off x="3121727" y="3051011"/>
            <a:ext cx="535514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 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7" name="모서리가 둥근 직사각형 61">
            <a:extLst>
              <a:ext uri="{FF2B5EF4-FFF2-40B4-BE49-F238E27FC236}">
                <a16:creationId xmlns:a16="http://schemas.microsoft.com/office/drawing/2014/main" id="{ACDA686B-1454-4407-B295-58284715A216}"/>
              </a:ext>
            </a:extLst>
          </p:cNvPr>
          <p:cNvSpPr/>
          <p:nvPr/>
        </p:nvSpPr>
        <p:spPr>
          <a:xfrm>
            <a:off x="500014" y="2979018"/>
            <a:ext cx="740669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LOGIN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2F1150D9-89CD-407C-A098-3B6C00AD38AD}"/>
              </a:ext>
            </a:extLst>
          </p:cNvPr>
          <p:cNvCxnSpPr>
            <a:cxnSpLocks/>
            <a:stCxn id="281" idx="0"/>
            <a:endCxn id="217" idx="2"/>
          </p:cNvCxnSpPr>
          <p:nvPr/>
        </p:nvCxnSpPr>
        <p:spPr>
          <a:xfrm flipH="1" flipV="1">
            <a:off x="870349" y="3595630"/>
            <a:ext cx="3233741" cy="71056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D2FBE23-CB60-4BD9-AE9A-4797089CD308}"/>
              </a:ext>
            </a:extLst>
          </p:cNvPr>
          <p:cNvCxnSpPr>
            <a:cxnSpLocks/>
            <a:stCxn id="185" idx="2"/>
            <a:endCxn id="217" idx="0"/>
          </p:cNvCxnSpPr>
          <p:nvPr/>
        </p:nvCxnSpPr>
        <p:spPr>
          <a:xfrm flipH="1">
            <a:off x="870349" y="2108107"/>
            <a:ext cx="721714" cy="870911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83EBB8A8-97B4-43C5-9BE9-1F80A244ECA5}"/>
              </a:ext>
            </a:extLst>
          </p:cNvPr>
          <p:cNvCxnSpPr>
            <a:cxnSpLocks/>
            <a:endCxn id="281" idx="2"/>
          </p:cNvCxnSpPr>
          <p:nvPr/>
        </p:nvCxnSpPr>
        <p:spPr>
          <a:xfrm flipV="1">
            <a:off x="4104090" y="5206044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236693D-B7E3-4D64-A467-F4BC6781A440}"/>
              </a:ext>
            </a:extLst>
          </p:cNvPr>
          <p:cNvSpPr/>
          <p:nvPr/>
        </p:nvSpPr>
        <p:spPr>
          <a:xfrm>
            <a:off x="4067404" y="5543320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266" name="모서리가 둥근 직사각형 61">
            <a:extLst>
              <a:ext uri="{FF2B5EF4-FFF2-40B4-BE49-F238E27FC236}">
                <a16:creationId xmlns:a16="http://schemas.microsoft.com/office/drawing/2014/main" id="{683CFC3B-8F12-483E-8620-C50E6CE2F069}"/>
              </a:ext>
            </a:extLst>
          </p:cNvPr>
          <p:cNvSpPr/>
          <p:nvPr/>
        </p:nvSpPr>
        <p:spPr>
          <a:xfrm>
            <a:off x="794786" y="4470308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CHATTING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AC6B6727-EC02-48A6-B4B1-07866B032014}"/>
              </a:ext>
            </a:extLst>
          </p:cNvPr>
          <p:cNvCxnSpPr>
            <a:cxnSpLocks/>
            <a:stCxn id="185" idx="2"/>
            <a:endCxn id="266" idx="0"/>
          </p:cNvCxnSpPr>
          <p:nvPr/>
        </p:nvCxnSpPr>
        <p:spPr>
          <a:xfrm flipH="1">
            <a:off x="1240683" y="2108107"/>
            <a:ext cx="351380" cy="2362201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사각형: 둥근 모서리 269">
            <a:extLst>
              <a:ext uri="{FF2B5EF4-FFF2-40B4-BE49-F238E27FC236}">
                <a16:creationId xmlns:a16="http://schemas.microsoft.com/office/drawing/2014/main" id="{0055CD93-1D31-466E-ABBE-9EA868BA3C64}"/>
              </a:ext>
            </a:extLst>
          </p:cNvPr>
          <p:cNvSpPr/>
          <p:nvPr/>
        </p:nvSpPr>
        <p:spPr>
          <a:xfrm>
            <a:off x="2976214" y="2805683"/>
            <a:ext cx="2255751" cy="89985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사각형: 둥근 모서리 270">
            <a:extLst>
              <a:ext uri="{FF2B5EF4-FFF2-40B4-BE49-F238E27FC236}">
                <a16:creationId xmlns:a16="http://schemas.microsoft.com/office/drawing/2014/main" id="{B5A58B8B-E8D6-46E9-A58B-7AA26DDFD0F3}"/>
              </a:ext>
            </a:extLst>
          </p:cNvPr>
          <p:cNvSpPr/>
          <p:nvPr/>
        </p:nvSpPr>
        <p:spPr>
          <a:xfrm>
            <a:off x="2976214" y="1421593"/>
            <a:ext cx="2255751" cy="89985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사각형: 둥근 모서리 280">
            <a:extLst>
              <a:ext uri="{FF2B5EF4-FFF2-40B4-BE49-F238E27FC236}">
                <a16:creationId xmlns:a16="http://schemas.microsoft.com/office/drawing/2014/main" id="{CCC82D15-283C-42A3-AE51-B90EC5CA5D5F}"/>
              </a:ext>
            </a:extLst>
          </p:cNvPr>
          <p:cNvSpPr/>
          <p:nvPr/>
        </p:nvSpPr>
        <p:spPr>
          <a:xfrm>
            <a:off x="2976214" y="4306190"/>
            <a:ext cx="2255751" cy="89985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839A4BF-DDFA-4FDA-BAE2-26D690792D28}"/>
              </a:ext>
            </a:extLst>
          </p:cNvPr>
          <p:cNvSpPr txBox="1"/>
          <p:nvPr/>
        </p:nvSpPr>
        <p:spPr>
          <a:xfrm>
            <a:off x="4667387" y="2748970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A01DDBBC-9758-4C63-A98B-0DB280BB195D}"/>
              </a:ext>
            </a:extLst>
          </p:cNvPr>
          <p:cNvSpPr txBox="1"/>
          <p:nvPr/>
        </p:nvSpPr>
        <p:spPr>
          <a:xfrm>
            <a:off x="4612395" y="1395807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770677B1-27C0-463E-919F-00B7EE33F99E}"/>
              </a:ext>
            </a:extLst>
          </p:cNvPr>
          <p:cNvSpPr txBox="1"/>
          <p:nvPr/>
        </p:nvSpPr>
        <p:spPr>
          <a:xfrm>
            <a:off x="4612395" y="4249399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17274DF-EF6D-44BE-A126-72C40957DC4F}"/>
              </a:ext>
            </a:extLst>
          </p:cNvPr>
          <p:cNvCxnSpPr>
            <a:cxnSpLocks/>
            <a:endCxn id="266" idx="2"/>
          </p:cNvCxnSpPr>
          <p:nvPr/>
        </p:nvCxnSpPr>
        <p:spPr>
          <a:xfrm flipV="1">
            <a:off x="1239572" y="5068489"/>
            <a:ext cx="1111" cy="636844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5E3F48CA-39E8-4109-9826-400ED970D2C6}"/>
              </a:ext>
            </a:extLst>
          </p:cNvPr>
          <p:cNvSpPr/>
          <p:nvPr/>
        </p:nvSpPr>
        <p:spPr>
          <a:xfrm>
            <a:off x="1204691" y="5421404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9B867CBB-DDB0-45E0-919A-6BE860447019}"/>
              </a:ext>
            </a:extLst>
          </p:cNvPr>
          <p:cNvSpPr txBox="1"/>
          <p:nvPr/>
        </p:nvSpPr>
        <p:spPr>
          <a:xfrm>
            <a:off x="6041914" y="4317062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로부터 주문을 받아 거래를 처리해 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거래에 따른 시세 및 호가 정보를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Price 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전달해 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하나의 서버는 여러 개의 종목 거래처리기를 가질 수 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AD14AB11-5ABC-453B-BEAA-57F72B3212F3}"/>
              </a:ext>
            </a:extLst>
          </p:cNvPr>
          <p:cNvSpPr/>
          <p:nvPr/>
        </p:nvSpPr>
        <p:spPr>
          <a:xfrm>
            <a:off x="5697449" y="4071631"/>
            <a:ext cx="9973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TRADE</a:t>
            </a:r>
            <a:endParaRPr lang="en-US" altLang="ko-KR" sz="1200" dirty="0"/>
          </a:p>
        </p:txBody>
      </p: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02752119-3D55-424E-BD6F-0F2AF721AE51}"/>
              </a:ext>
            </a:extLst>
          </p:cNvPr>
          <p:cNvCxnSpPr/>
          <p:nvPr/>
        </p:nvCxnSpPr>
        <p:spPr>
          <a:xfrm>
            <a:off x="5697449" y="4310922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513D89DC-E2F3-4AA8-8173-1F0B161AE473}"/>
              </a:ext>
            </a:extLst>
          </p:cNvPr>
          <p:cNvSpPr txBox="1"/>
          <p:nvPr/>
        </p:nvSpPr>
        <p:spPr>
          <a:xfrm>
            <a:off x="6073339" y="2663470"/>
            <a:ext cx="5901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소유한 현금 및 상품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정보등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각종 계정 정보를 가지며 거래의 요청이나 성사로 인한 변동을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 및 거래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(Trade) 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등의 정보를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접근하기 위해서는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로긴서버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(Login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ACCOUNT_ID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받아야만 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계정에 따라 다중 서버로 분산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AB1DFFA7-CF9D-4C71-945F-4F9DD3DABBF8}"/>
              </a:ext>
            </a:extLst>
          </p:cNvPr>
          <p:cNvSpPr/>
          <p:nvPr/>
        </p:nvSpPr>
        <p:spPr>
          <a:xfrm>
            <a:off x="5728874" y="2418039"/>
            <a:ext cx="12396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ACCOUNT</a:t>
            </a:r>
            <a:endParaRPr lang="en-US" altLang="ko-KR" sz="1200" dirty="0"/>
          </a:p>
        </p:txBody>
      </p: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1C0F1CD0-19A1-42D6-BDEF-E2825D827BCB}"/>
              </a:ext>
            </a:extLst>
          </p:cNvPr>
          <p:cNvCxnSpPr/>
          <p:nvPr/>
        </p:nvCxnSpPr>
        <p:spPr>
          <a:xfrm>
            <a:off x="5728874" y="2657330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331">
            <a:extLst>
              <a:ext uri="{FF2B5EF4-FFF2-40B4-BE49-F238E27FC236}">
                <a16:creationId xmlns:a16="http://schemas.microsoft.com/office/drawing/2014/main" id="{D2C530C8-A404-4ACC-9091-265568F25306}"/>
              </a:ext>
            </a:extLst>
          </p:cNvPr>
          <p:cNvSpPr txBox="1"/>
          <p:nvPr/>
        </p:nvSpPr>
        <p:spPr>
          <a:xfrm>
            <a:off x="6073339" y="1609485"/>
            <a:ext cx="5901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클라이언트가 직접 접속하는 서버이다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세션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(Session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시세서버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(Price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계정 서버에 접속하며 </a:t>
            </a:r>
            <a:endParaRPr lang="en-US" altLang="ko-KR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시세버서를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통해 각종 시세의 조회 기능을 제공한다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로그인을 성공하면 계정서버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통해 거래 처리를 수행할 수 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다중 분산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서버된다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2DB9E136-7CDD-4DF0-8DC1-82C5E74DBB1B}"/>
              </a:ext>
            </a:extLst>
          </p:cNvPr>
          <p:cNvSpPr/>
          <p:nvPr/>
        </p:nvSpPr>
        <p:spPr>
          <a:xfrm>
            <a:off x="5728874" y="1364054"/>
            <a:ext cx="1133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SESSION</a:t>
            </a:r>
            <a:endParaRPr lang="en-US" altLang="ko-KR" sz="1200" dirty="0"/>
          </a:p>
        </p:txBody>
      </p: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93E8E059-8CFB-47F9-B8A8-9520F70400B2}"/>
              </a:ext>
            </a:extLst>
          </p:cNvPr>
          <p:cNvCxnSpPr/>
          <p:nvPr/>
        </p:nvCxnSpPr>
        <p:spPr>
          <a:xfrm>
            <a:off x="5728874" y="1603345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8E81E36B-6D41-47DC-B230-BF0513B47720}"/>
              </a:ext>
            </a:extLst>
          </p:cNvPr>
          <p:cNvSpPr txBox="1"/>
          <p:nvPr/>
        </p:nvSpPr>
        <p:spPr>
          <a:xfrm>
            <a:off x="6043268" y="830568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전체 시스템의 서버들을 관리 통제 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 내의 모든 서버는 이 서버로 접속한다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접속된 각 서버는 상호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접속해야할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다른 서버의 정보를 전달받게 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698803" y="585137"/>
            <a:ext cx="1243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CONTROL</a:t>
            </a:r>
            <a:endParaRPr lang="en-US" altLang="ko-KR" sz="1200" dirty="0"/>
          </a:p>
        </p:txBody>
      </p: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1AD7F6F0-88A3-4648-A50E-01409F05670A}"/>
              </a:ext>
            </a:extLst>
          </p:cNvPr>
          <p:cNvCxnSpPr/>
          <p:nvPr/>
        </p:nvCxnSpPr>
        <p:spPr>
          <a:xfrm>
            <a:off x="5698803" y="824428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8D1152AC-0415-4D0B-B643-F4E6FBD6A7F9}"/>
              </a:ext>
            </a:extLst>
          </p:cNvPr>
          <p:cNvSpPr txBox="1"/>
          <p:nvPr/>
        </p:nvSpPr>
        <p:spPr>
          <a:xfrm>
            <a:off x="6041914" y="3594781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거래서버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(Trade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연결되어 시세 정보를 전달 받아 가공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연결된 서버에 시세 정보를 전달해 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과거 시세정보를 저장하며 차트 정보를 전달한다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F1924291-1BD3-4C72-A75C-45E7512768BE}"/>
              </a:ext>
            </a:extLst>
          </p:cNvPr>
          <p:cNvSpPr/>
          <p:nvPr/>
        </p:nvSpPr>
        <p:spPr>
          <a:xfrm>
            <a:off x="5697449" y="3349350"/>
            <a:ext cx="9346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QUOT</a:t>
            </a:r>
            <a:endParaRPr lang="en-US" altLang="ko-KR" sz="1200" dirty="0"/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B4CB4B2E-6DED-4DC7-967B-D9A9B8B14589}"/>
              </a:ext>
            </a:extLst>
          </p:cNvPr>
          <p:cNvCxnSpPr/>
          <p:nvPr/>
        </p:nvCxnSpPr>
        <p:spPr>
          <a:xfrm>
            <a:off x="5697449" y="3588641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08BE9E4F-3514-423C-892D-2AC5806C63D0}"/>
              </a:ext>
            </a:extLst>
          </p:cNvPr>
          <p:cNvSpPr txBox="1"/>
          <p:nvPr/>
        </p:nvSpPr>
        <p:spPr>
          <a:xfrm>
            <a:off x="6043482" y="5119912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방법으로 로그인 처리를 해주며 사용자 정보를 전달해 주는 서버이다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ACCOUNT_ID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LOGIN_ID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발급해 계정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접근이 가능하게 해준다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사용자 정보에 대한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(Caching)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거래에 따른 시세 및 호가 정보를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Price 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전달해준다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7597B1EF-9016-4B18-BDFB-ED19FA4D2858}"/>
              </a:ext>
            </a:extLst>
          </p:cNvPr>
          <p:cNvSpPr/>
          <p:nvPr/>
        </p:nvSpPr>
        <p:spPr>
          <a:xfrm>
            <a:off x="5699017" y="4874481"/>
            <a:ext cx="9754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LOGIN</a:t>
            </a:r>
            <a:endParaRPr lang="en-US" altLang="ko-KR" sz="1200" dirty="0"/>
          </a:p>
        </p:txBody>
      </p: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17163E8F-C51C-4869-81C5-F7ACDA79C590}"/>
              </a:ext>
            </a:extLst>
          </p:cNvPr>
          <p:cNvCxnSpPr/>
          <p:nvPr/>
        </p:nvCxnSpPr>
        <p:spPr>
          <a:xfrm>
            <a:off x="5699017" y="5113772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1FBE66D5-322A-4331-8D16-5D7BD8F581DF}"/>
              </a:ext>
            </a:extLst>
          </p:cNvPr>
          <p:cNvSpPr txBox="1"/>
          <p:nvPr/>
        </p:nvSpPr>
        <p:spPr>
          <a:xfrm>
            <a:off x="6054477" y="5932189"/>
            <a:ext cx="59019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채팅 서비스를 제공해주는 서버이다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E630DF81-E0F8-4F78-A44A-C421F24BFA0E}"/>
              </a:ext>
            </a:extLst>
          </p:cNvPr>
          <p:cNvSpPr/>
          <p:nvPr/>
        </p:nvSpPr>
        <p:spPr>
          <a:xfrm>
            <a:off x="5710012" y="5686758"/>
            <a:ext cx="12330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CHANNEL</a:t>
            </a:r>
            <a:endParaRPr lang="en-US" altLang="ko-KR" sz="1200" dirty="0"/>
          </a:p>
        </p:txBody>
      </p: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72A2EA13-A1CD-4D76-B6E4-7E0100129CFD}"/>
              </a:ext>
            </a:extLst>
          </p:cNvPr>
          <p:cNvCxnSpPr/>
          <p:nvPr/>
        </p:nvCxnSpPr>
        <p:spPr>
          <a:xfrm>
            <a:off x="5710012" y="5926049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원통형 58">
            <a:extLst>
              <a:ext uri="{FF2B5EF4-FFF2-40B4-BE49-F238E27FC236}">
                <a16:creationId xmlns:a16="http://schemas.microsoft.com/office/drawing/2014/main" id="{78F678C8-CBA4-43F3-9435-320AFA72B252}"/>
              </a:ext>
            </a:extLst>
          </p:cNvPr>
          <p:cNvSpPr/>
          <p:nvPr/>
        </p:nvSpPr>
        <p:spPr>
          <a:xfrm>
            <a:off x="1860062" y="3987168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60AE545-95F2-4A6D-B2D6-C4C7C26AEEDE}"/>
              </a:ext>
            </a:extLst>
          </p:cNvPr>
          <p:cNvCxnSpPr>
            <a:cxnSpLocks/>
            <a:stCxn id="145" idx="2"/>
            <a:endCxn id="59" idx="1"/>
          </p:cNvCxnSpPr>
          <p:nvPr/>
        </p:nvCxnSpPr>
        <p:spPr>
          <a:xfrm>
            <a:off x="2111424" y="3595904"/>
            <a:ext cx="15687" cy="391264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829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DA2577FE-54AE-45A1-A0C8-20632A363A49}"/>
              </a:ext>
            </a:extLst>
          </p:cNvPr>
          <p:cNvCxnSpPr/>
          <p:nvPr/>
        </p:nvCxnSpPr>
        <p:spPr>
          <a:xfrm>
            <a:off x="1313770" y="4148687"/>
            <a:ext cx="10564099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F57DEA38-2906-4C48-816A-79DE9A378A13}"/>
              </a:ext>
            </a:extLst>
          </p:cNvPr>
          <p:cNvCxnSpPr/>
          <p:nvPr/>
        </p:nvCxnSpPr>
        <p:spPr>
          <a:xfrm>
            <a:off x="1313769" y="1721392"/>
            <a:ext cx="10564099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E5B61A67-0E21-43AA-A824-F46414702C9A}"/>
              </a:ext>
            </a:extLst>
          </p:cNvPr>
          <p:cNvSpPr/>
          <p:nvPr/>
        </p:nvSpPr>
        <p:spPr>
          <a:xfrm>
            <a:off x="641603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0" name="원통형 39">
            <a:extLst>
              <a:ext uri="{FF2B5EF4-FFF2-40B4-BE49-F238E27FC236}">
                <a16:creationId xmlns:a16="http://schemas.microsoft.com/office/drawing/2014/main" id="{61B27AC9-E45F-447F-90F9-1309DD5B5F3C}"/>
              </a:ext>
            </a:extLst>
          </p:cNvPr>
          <p:cNvSpPr/>
          <p:nvPr/>
        </p:nvSpPr>
        <p:spPr>
          <a:xfrm>
            <a:off x="6381650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94BCEED1-8BCE-4910-892F-997F7F148F4D}"/>
              </a:ext>
            </a:extLst>
          </p:cNvPr>
          <p:cNvCxnSpPr>
            <a:cxnSpLocks/>
            <a:stCxn id="59" idx="3"/>
            <a:endCxn id="217" idx="0"/>
          </p:cNvCxnSpPr>
          <p:nvPr/>
        </p:nvCxnSpPr>
        <p:spPr>
          <a:xfrm>
            <a:off x="1059461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D2FBE23-CB60-4BD9-AE9A-4797089CD308}"/>
              </a:ext>
            </a:extLst>
          </p:cNvPr>
          <p:cNvCxnSpPr>
            <a:cxnSpLocks/>
            <a:stCxn id="195" idx="3"/>
            <a:endCxn id="80" idx="0"/>
          </p:cNvCxnSpPr>
          <p:nvPr/>
        </p:nvCxnSpPr>
        <p:spPr>
          <a:xfrm>
            <a:off x="321616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83EBB8A8-97B4-43C5-9BE9-1F80A244ECA5}"/>
              </a:ext>
            </a:extLst>
          </p:cNvPr>
          <p:cNvCxnSpPr>
            <a:cxnSpLocks/>
          </p:cNvCxnSpPr>
          <p:nvPr/>
        </p:nvCxnSpPr>
        <p:spPr>
          <a:xfrm flipV="1">
            <a:off x="5561165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236693D-B7E3-4D64-A467-F4BC6781A440}"/>
              </a:ext>
            </a:extLst>
          </p:cNvPr>
          <p:cNvSpPr/>
          <p:nvPr/>
        </p:nvSpPr>
        <p:spPr>
          <a:xfrm>
            <a:off x="5714904" y="5913000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770677B1-27C0-463E-919F-00B7EE33F99E}"/>
              </a:ext>
            </a:extLst>
          </p:cNvPr>
          <p:cNvSpPr txBox="1"/>
          <p:nvPr/>
        </p:nvSpPr>
        <p:spPr>
          <a:xfrm>
            <a:off x="6011755" y="4564201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17274DF-EF6D-44BE-A126-72C40957DC4F}"/>
              </a:ext>
            </a:extLst>
          </p:cNvPr>
          <p:cNvCxnSpPr>
            <a:cxnSpLocks/>
            <a:endCxn id="266" idx="2"/>
          </p:cNvCxnSpPr>
          <p:nvPr/>
        </p:nvCxnSpPr>
        <p:spPr>
          <a:xfrm flipV="1">
            <a:off x="2289223" y="5144647"/>
            <a:ext cx="1111" cy="671337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5E3F48CA-39E8-4109-9826-400ED970D2C6}"/>
              </a:ext>
            </a:extLst>
          </p:cNvPr>
          <p:cNvSpPr/>
          <p:nvPr/>
        </p:nvSpPr>
        <p:spPr>
          <a:xfrm>
            <a:off x="2375058" y="5939858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59" name="원통형 58">
            <a:extLst>
              <a:ext uri="{FF2B5EF4-FFF2-40B4-BE49-F238E27FC236}">
                <a16:creationId xmlns:a16="http://schemas.microsoft.com/office/drawing/2014/main" id="{78F678C8-CBA4-43F3-9435-320AFA72B252}"/>
              </a:ext>
            </a:extLst>
          </p:cNvPr>
          <p:cNvSpPr/>
          <p:nvPr/>
        </p:nvSpPr>
        <p:spPr>
          <a:xfrm>
            <a:off x="1032756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모서리가 둥근 직사각형 61">
            <a:extLst>
              <a:ext uri="{FF2B5EF4-FFF2-40B4-BE49-F238E27FC236}">
                <a16:creationId xmlns:a16="http://schemas.microsoft.com/office/drawing/2014/main" id="{2A8C9420-F8F9-4A0B-AFE5-DA3685559E6C}"/>
              </a:ext>
            </a:extLst>
          </p:cNvPr>
          <p:cNvSpPr/>
          <p:nvPr/>
        </p:nvSpPr>
        <p:spPr>
          <a:xfrm>
            <a:off x="278406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CHANNEL MANAGER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96A5AF9D-04B7-4A6E-B69B-C6EC3118B9C4}"/>
              </a:ext>
            </a:extLst>
          </p:cNvPr>
          <p:cNvCxnSpPr>
            <a:cxnSpLocks/>
          </p:cNvCxnSpPr>
          <p:nvPr/>
        </p:nvCxnSpPr>
        <p:spPr>
          <a:xfrm flipV="1">
            <a:off x="6917373" y="5144647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61">
            <a:extLst>
              <a:ext uri="{FF2B5EF4-FFF2-40B4-BE49-F238E27FC236}">
                <a16:creationId xmlns:a16="http://schemas.microsoft.com/office/drawing/2014/main" id="{D957B3AE-5B0B-4E98-8C0E-95A4D6AFC57B}"/>
              </a:ext>
            </a:extLst>
          </p:cNvPr>
          <p:cNvSpPr/>
          <p:nvPr/>
        </p:nvSpPr>
        <p:spPr>
          <a:xfrm>
            <a:off x="754719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1AFBB40-FEFB-4CAC-AE98-5CCFC553D14E}"/>
              </a:ext>
            </a:extLst>
          </p:cNvPr>
          <p:cNvCxnSpPr>
            <a:cxnSpLocks/>
            <a:stCxn id="34" idx="2"/>
            <a:endCxn id="41" idx="0"/>
          </p:cNvCxnSpPr>
          <p:nvPr/>
        </p:nvCxnSpPr>
        <p:spPr>
          <a:xfrm flipH="1">
            <a:off x="5551178" y="3738843"/>
            <a:ext cx="129696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761FBF5-C8EE-40CA-B065-DB016491FB93}"/>
              </a:ext>
            </a:extLst>
          </p:cNvPr>
          <p:cNvCxnSpPr>
            <a:cxnSpLocks/>
            <a:stCxn id="82" idx="2"/>
            <a:endCxn id="41" idx="0"/>
          </p:cNvCxnSpPr>
          <p:nvPr/>
        </p:nvCxnSpPr>
        <p:spPr>
          <a:xfrm flipH="1">
            <a:off x="5551178" y="3738843"/>
            <a:ext cx="242812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63AA0607-0678-492D-B1DF-1E0953D3E72D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6848138" y="3738843"/>
            <a:ext cx="1148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E80A7B7-1A08-40A1-ABBD-0B86344BF539}"/>
              </a:ext>
            </a:extLst>
          </p:cNvPr>
          <p:cNvCxnSpPr>
            <a:cxnSpLocks/>
            <a:stCxn id="82" idx="2"/>
            <a:endCxn id="77" idx="0"/>
          </p:cNvCxnSpPr>
          <p:nvPr/>
        </p:nvCxnSpPr>
        <p:spPr>
          <a:xfrm flipH="1">
            <a:off x="6859622" y="3738843"/>
            <a:ext cx="1119676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03B993E3-29A2-415A-B4E8-AB8D8BE594BB}"/>
              </a:ext>
            </a:extLst>
          </p:cNvPr>
          <p:cNvCxnSpPr>
            <a:cxnSpLocks/>
            <a:stCxn id="97" idx="2"/>
            <a:endCxn id="82" idx="0"/>
          </p:cNvCxnSpPr>
          <p:nvPr/>
        </p:nvCxnSpPr>
        <p:spPr>
          <a:xfrm>
            <a:off x="7865169" y="2513195"/>
            <a:ext cx="114129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E724BDB-6C9A-4859-86B4-45FD8DAA2AFE}"/>
              </a:ext>
            </a:extLst>
          </p:cNvPr>
          <p:cNvCxnSpPr>
            <a:cxnSpLocks/>
            <a:stCxn id="96" idx="2"/>
            <a:endCxn id="82" idx="0"/>
          </p:cNvCxnSpPr>
          <p:nvPr/>
        </p:nvCxnSpPr>
        <p:spPr>
          <a:xfrm>
            <a:off x="6648700" y="2513195"/>
            <a:ext cx="133059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2FFEDFF-8BBB-496C-95A0-F0398591D86A}"/>
              </a:ext>
            </a:extLst>
          </p:cNvPr>
          <p:cNvCxnSpPr>
            <a:cxnSpLocks/>
            <a:stCxn id="32" idx="2"/>
            <a:endCxn id="82" idx="0"/>
          </p:cNvCxnSpPr>
          <p:nvPr/>
        </p:nvCxnSpPr>
        <p:spPr>
          <a:xfrm>
            <a:off x="5440245" y="2513195"/>
            <a:ext cx="2539053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CF48A5D-9441-42C5-A217-B1042FCA0F5F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>
            <a:off x="5440245" y="2513195"/>
            <a:ext cx="1407893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24AE01E-81F8-4FC6-98C8-3273C4FB2180}"/>
              </a:ext>
            </a:extLst>
          </p:cNvPr>
          <p:cNvCxnSpPr>
            <a:cxnSpLocks/>
            <a:stCxn id="96" idx="2"/>
            <a:endCxn id="34" idx="0"/>
          </p:cNvCxnSpPr>
          <p:nvPr/>
        </p:nvCxnSpPr>
        <p:spPr>
          <a:xfrm>
            <a:off x="6648700" y="2513195"/>
            <a:ext cx="19943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4FA0DB2F-9685-4703-BE0B-1F014F9A1FB7}"/>
              </a:ext>
            </a:extLst>
          </p:cNvPr>
          <p:cNvCxnSpPr>
            <a:cxnSpLocks/>
            <a:stCxn id="97" idx="2"/>
            <a:endCxn id="34" idx="0"/>
          </p:cNvCxnSpPr>
          <p:nvPr/>
        </p:nvCxnSpPr>
        <p:spPr>
          <a:xfrm flipH="1">
            <a:off x="6848138" y="2513195"/>
            <a:ext cx="1017031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모서리가 둥근 직사각형 61">
            <a:extLst>
              <a:ext uri="{FF2B5EF4-FFF2-40B4-BE49-F238E27FC236}">
                <a16:creationId xmlns:a16="http://schemas.microsoft.com/office/drawing/2014/main" id="{4E1FC937-EF22-47DA-8AF4-F1E1EC29C7DB}"/>
              </a:ext>
            </a:extLst>
          </p:cNvPr>
          <p:cNvSpPr/>
          <p:nvPr/>
        </p:nvSpPr>
        <p:spPr>
          <a:xfrm>
            <a:off x="5340089" y="3122231"/>
            <a:ext cx="681423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QUOT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모서리가 둥근 직사각형 61">
            <a:extLst>
              <a:ext uri="{FF2B5EF4-FFF2-40B4-BE49-F238E27FC236}">
                <a16:creationId xmlns:a16="http://schemas.microsoft.com/office/drawing/2014/main" id="{8602BF2C-B389-42A7-9202-D607DB5B7584}"/>
              </a:ext>
            </a:extLst>
          </p:cNvPr>
          <p:cNvSpPr/>
          <p:nvPr/>
        </p:nvSpPr>
        <p:spPr>
          <a:xfrm>
            <a:off x="4400216" y="3122231"/>
            <a:ext cx="681423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QUOT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9A2A5B5-BE0A-43C7-BA2D-28752B72D955}"/>
              </a:ext>
            </a:extLst>
          </p:cNvPr>
          <p:cNvCxnSpPr>
            <a:cxnSpLocks/>
            <a:stCxn id="96" idx="2"/>
            <a:endCxn id="120" idx="0"/>
          </p:cNvCxnSpPr>
          <p:nvPr/>
        </p:nvCxnSpPr>
        <p:spPr>
          <a:xfrm flipH="1">
            <a:off x="4740928" y="2513195"/>
            <a:ext cx="1907772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3507549-5DAE-4183-B0FB-5062EEFD87FB}"/>
              </a:ext>
            </a:extLst>
          </p:cNvPr>
          <p:cNvCxnSpPr>
            <a:cxnSpLocks/>
            <a:stCxn id="97" idx="2"/>
            <a:endCxn id="119" idx="0"/>
          </p:cNvCxnSpPr>
          <p:nvPr/>
        </p:nvCxnSpPr>
        <p:spPr>
          <a:xfrm flipH="1">
            <a:off x="5680801" y="2513195"/>
            <a:ext cx="218436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DD347D1-DBD7-4C26-A2BC-6865F9F15B65}"/>
              </a:ext>
            </a:extLst>
          </p:cNvPr>
          <p:cNvCxnSpPr>
            <a:cxnSpLocks/>
            <a:stCxn id="119" idx="2"/>
            <a:endCxn id="41" idx="0"/>
          </p:cNvCxnSpPr>
          <p:nvPr/>
        </p:nvCxnSpPr>
        <p:spPr>
          <a:xfrm flipH="1">
            <a:off x="5551178" y="3738843"/>
            <a:ext cx="129623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66B50314-D8DE-4999-9658-F141995594EB}"/>
              </a:ext>
            </a:extLst>
          </p:cNvPr>
          <p:cNvCxnSpPr>
            <a:cxnSpLocks/>
            <a:stCxn id="120" idx="2"/>
            <a:endCxn id="41" idx="0"/>
          </p:cNvCxnSpPr>
          <p:nvPr/>
        </p:nvCxnSpPr>
        <p:spPr>
          <a:xfrm>
            <a:off x="4740928" y="3738843"/>
            <a:ext cx="81025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615E6B77-7D1D-478D-AD09-95EAD1EF1596}"/>
              </a:ext>
            </a:extLst>
          </p:cNvPr>
          <p:cNvCxnSpPr>
            <a:cxnSpLocks/>
            <a:stCxn id="119" idx="2"/>
            <a:endCxn id="77" idx="0"/>
          </p:cNvCxnSpPr>
          <p:nvPr/>
        </p:nvCxnSpPr>
        <p:spPr>
          <a:xfrm>
            <a:off x="5680801" y="3738843"/>
            <a:ext cx="1178821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F00EEDC-E188-4B3E-9365-9EFAB146ACF9}"/>
              </a:ext>
            </a:extLst>
          </p:cNvPr>
          <p:cNvCxnSpPr>
            <a:cxnSpLocks/>
            <a:stCxn id="120" idx="2"/>
            <a:endCxn id="77" idx="0"/>
          </p:cNvCxnSpPr>
          <p:nvPr/>
        </p:nvCxnSpPr>
        <p:spPr>
          <a:xfrm>
            <a:off x="4740928" y="3738843"/>
            <a:ext cx="211869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DA9B8E8D-7845-474A-A81E-74103D6F74DE}"/>
              </a:ext>
            </a:extLst>
          </p:cNvPr>
          <p:cNvSpPr txBox="1"/>
          <p:nvPr/>
        </p:nvSpPr>
        <p:spPr>
          <a:xfrm>
            <a:off x="7227731" y="3155033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986E82-BF92-49CC-8FEC-259C4DDBF137}"/>
              </a:ext>
            </a:extLst>
          </p:cNvPr>
          <p:cNvSpPr txBox="1"/>
          <p:nvPr/>
        </p:nvSpPr>
        <p:spPr>
          <a:xfrm>
            <a:off x="5039911" y="3155033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D2399C0A-C654-481E-A272-BB4C29F3F458}"/>
              </a:ext>
            </a:extLst>
          </p:cNvPr>
          <p:cNvCxnSpPr>
            <a:cxnSpLocks/>
            <a:stCxn id="32" idx="2"/>
            <a:endCxn id="120" idx="0"/>
          </p:cNvCxnSpPr>
          <p:nvPr/>
        </p:nvCxnSpPr>
        <p:spPr>
          <a:xfrm flipH="1">
            <a:off x="4740928" y="2513195"/>
            <a:ext cx="699317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26D6BE6-1A2C-41AE-8CE9-4C3012FA84C4}"/>
              </a:ext>
            </a:extLst>
          </p:cNvPr>
          <p:cNvSpPr txBox="1"/>
          <p:nvPr/>
        </p:nvSpPr>
        <p:spPr>
          <a:xfrm>
            <a:off x="2665485" y="4575260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8D2A3BE3-E753-4407-BF2A-521851F9E157}"/>
              </a:ext>
            </a:extLst>
          </p:cNvPr>
          <p:cNvCxnSpPr>
            <a:cxnSpLocks/>
            <a:endCxn id="153" idx="2"/>
          </p:cNvCxnSpPr>
          <p:nvPr/>
        </p:nvCxnSpPr>
        <p:spPr>
          <a:xfrm flipV="1">
            <a:off x="3390359" y="5144647"/>
            <a:ext cx="1111" cy="671337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4252351C-15D7-4347-B381-E7C205A5D844}"/>
              </a:ext>
            </a:extLst>
          </p:cNvPr>
          <p:cNvCxnSpPr>
            <a:cxnSpLocks/>
            <a:endCxn id="266" idx="0"/>
          </p:cNvCxnSpPr>
          <p:nvPr/>
        </p:nvCxnSpPr>
        <p:spPr>
          <a:xfrm flipH="1">
            <a:off x="2290334" y="3760239"/>
            <a:ext cx="583495" cy="786227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5881BA57-6D46-4CB4-87B6-55580D68E884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2892490" y="3750908"/>
            <a:ext cx="498980" cy="795558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4D6E5E90-7CD9-4536-90D5-211ED529B347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3610947" y="3732247"/>
            <a:ext cx="1940231" cy="814219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CBA84FB6-88F7-4478-B3A7-8224C258B52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3638939" y="3676263"/>
            <a:ext cx="3220683" cy="87020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0D4F767D-F04B-432C-B624-156CB438ED74}"/>
              </a:ext>
            </a:extLst>
          </p:cNvPr>
          <p:cNvCxnSpPr>
            <a:cxnSpLocks/>
            <a:stCxn id="217" idx="2"/>
            <a:endCxn id="77" idx="0"/>
          </p:cNvCxnSpPr>
          <p:nvPr/>
        </p:nvCxnSpPr>
        <p:spPr>
          <a:xfrm flipH="1">
            <a:off x="6859622" y="3738843"/>
            <a:ext cx="3734996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E1C5523-BDBE-45D9-AE5B-52DD6E28A68B}"/>
              </a:ext>
            </a:extLst>
          </p:cNvPr>
          <p:cNvCxnSpPr>
            <a:cxnSpLocks/>
            <a:stCxn id="217" idx="2"/>
            <a:endCxn id="41" idx="0"/>
          </p:cNvCxnSpPr>
          <p:nvPr/>
        </p:nvCxnSpPr>
        <p:spPr>
          <a:xfrm flipH="1">
            <a:off x="5551178" y="3738843"/>
            <a:ext cx="504344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0F859748-3961-453B-9C82-A2D2BF03F03E}"/>
              </a:ext>
            </a:extLst>
          </p:cNvPr>
          <p:cNvCxnSpPr>
            <a:cxnSpLocks/>
            <a:stCxn id="225" idx="0"/>
            <a:endCxn id="217" idx="2"/>
          </p:cNvCxnSpPr>
          <p:nvPr/>
        </p:nvCxnSpPr>
        <p:spPr>
          <a:xfrm flipV="1">
            <a:off x="10594617" y="3738843"/>
            <a:ext cx="1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37EEF996-9A5E-4B86-B0AA-F144504B08D8}"/>
              </a:ext>
            </a:extLst>
          </p:cNvPr>
          <p:cNvCxnSpPr>
            <a:cxnSpLocks/>
            <a:stCxn id="79" idx="0"/>
            <a:endCxn id="82" idx="2"/>
          </p:cNvCxnSpPr>
          <p:nvPr/>
        </p:nvCxnSpPr>
        <p:spPr>
          <a:xfrm flipH="1" flipV="1">
            <a:off x="7979298" y="3738843"/>
            <a:ext cx="94202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0D28B78-E92D-4C0F-A2F4-824A362B23D6}"/>
              </a:ext>
            </a:extLst>
          </p:cNvPr>
          <p:cNvCxnSpPr>
            <a:cxnSpLocks/>
            <a:stCxn id="79" idx="0"/>
            <a:endCxn id="34" idx="2"/>
          </p:cNvCxnSpPr>
          <p:nvPr/>
        </p:nvCxnSpPr>
        <p:spPr>
          <a:xfrm flipH="1" flipV="1">
            <a:off x="6848138" y="3738843"/>
            <a:ext cx="207318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모서리가 둥근 직사각형 61">
            <a:extLst>
              <a:ext uri="{FF2B5EF4-FFF2-40B4-BE49-F238E27FC236}">
                <a16:creationId xmlns:a16="http://schemas.microsoft.com/office/drawing/2014/main" id="{ACDA686B-1454-4407-B295-58284715A216}"/>
              </a:ext>
            </a:extLst>
          </p:cNvPr>
          <p:cNvSpPr/>
          <p:nvPr/>
        </p:nvSpPr>
        <p:spPr>
          <a:xfrm>
            <a:off x="10224283" y="3122231"/>
            <a:ext cx="740669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LOGIN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93" name="원통형 192">
            <a:extLst>
              <a:ext uri="{FF2B5EF4-FFF2-40B4-BE49-F238E27FC236}">
                <a16:creationId xmlns:a16="http://schemas.microsoft.com/office/drawing/2014/main" id="{61BB01A3-C031-4559-B6DD-595DA1FB88D8}"/>
              </a:ext>
            </a:extLst>
          </p:cNvPr>
          <p:cNvSpPr/>
          <p:nvPr/>
        </p:nvSpPr>
        <p:spPr>
          <a:xfrm>
            <a:off x="5762820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4" name="원통형 193">
            <a:extLst>
              <a:ext uri="{FF2B5EF4-FFF2-40B4-BE49-F238E27FC236}">
                <a16:creationId xmlns:a16="http://schemas.microsoft.com/office/drawing/2014/main" id="{E0047848-2D07-4EA2-AC0F-DEE1AD6D69C5}"/>
              </a:ext>
            </a:extLst>
          </p:cNvPr>
          <p:cNvSpPr/>
          <p:nvPr/>
        </p:nvSpPr>
        <p:spPr>
          <a:xfrm>
            <a:off x="447387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5" name="원통형 194">
            <a:extLst>
              <a:ext uri="{FF2B5EF4-FFF2-40B4-BE49-F238E27FC236}">
                <a16:creationId xmlns:a16="http://schemas.microsoft.com/office/drawing/2014/main" id="{C7E40758-897D-4D11-B54A-2015A51A2946}"/>
              </a:ext>
            </a:extLst>
          </p:cNvPr>
          <p:cNvSpPr/>
          <p:nvPr/>
        </p:nvSpPr>
        <p:spPr>
          <a:xfrm>
            <a:off x="294911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DAC7CF0-966D-4616-B66D-2D16C4EFB3E8}"/>
              </a:ext>
            </a:extLst>
          </p:cNvPr>
          <p:cNvCxnSpPr>
            <a:cxnSpLocks/>
          </p:cNvCxnSpPr>
          <p:nvPr/>
        </p:nvCxnSpPr>
        <p:spPr>
          <a:xfrm flipV="1">
            <a:off x="8921322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EBA90CE-8D14-442E-B5B3-98456E9FF096}"/>
              </a:ext>
            </a:extLst>
          </p:cNvPr>
          <p:cNvSpPr/>
          <p:nvPr/>
        </p:nvSpPr>
        <p:spPr>
          <a:xfrm>
            <a:off x="8411398" y="5939858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85A1686B-7BB0-45AF-9922-7942F870C543}"/>
              </a:ext>
            </a:extLst>
          </p:cNvPr>
          <p:cNvCxnSpPr>
            <a:cxnSpLocks/>
            <a:stCxn id="194" idx="3"/>
            <a:endCxn id="120" idx="0"/>
          </p:cNvCxnSpPr>
          <p:nvPr/>
        </p:nvCxnSpPr>
        <p:spPr>
          <a:xfrm>
            <a:off x="474092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A3DE9607-3C62-45AA-B103-F715B8586434}"/>
              </a:ext>
            </a:extLst>
          </p:cNvPr>
          <p:cNvCxnSpPr>
            <a:cxnSpLocks/>
            <a:stCxn id="193" idx="3"/>
            <a:endCxn id="119" idx="0"/>
          </p:cNvCxnSpPr>
          <p:nvPr/>
        </p:nvCxnSpPr>
        <p:spPr>
          <a:xfrm flipH="1">
            <a:off x="5680801" y="1493171"/>
            <a:ext cx="349068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725FB596-3F6E-416E-8D05-8650FAE29406}"/>
              </a:ext>
            </a:extLst>
          </p:cNvPr>
          <p:cNvCxnSpPr>
            <a:cxnSpLocks/>
            <a:stCxn id="40" idx="3"/>
            <a:endCxn id="96" idx="0"/>
          </p:cNvCxnSpPr>
          <p:nvPr/>
        </p:nvCxnSpPr>
        <p:spPr>
          <a:xfrm>
            <a:off x="6648699" y="1493171"/>
            <a:ext cx="1" cy="450458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원통형 219">
            <a:extLst>
              <a:ext uri="{FF2B5EF4-FFF2-40B4-BE49-F238E27FC236}">
                <a16:creationId xmlns:a16="http://schemas.microsoft.com/office/drawing/2014/main" id="{49B8F276-3463-45BD-A3E2-F1403A128E49}"/>
              </a:ext>
            </a:extLst>
          </p:cNvPr>
          <p:cNvSpPr/>
          <p:nvPr/>
        </p:nvSpPr>
        <p:spPr>
          <a:xfrm>
            <a:off x="7598119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269B2AEE-E3A3-452C-81FD-5F590D84589B}"/>
              </a:ext>
            </a:extLst>
          </p:cNvPr>
          <p:cNvCxnSpPr>
            <a:cxnSpLocks/>
            <a:stCxn id="220" idx="3"/>
          </p:cNvCxnSpPr>
          <p:nvPr/>
        </p:nvCxnSpPr>
        <p:spPr>
          <a:xfrm flipH="1">
            <a:off x="7864890" y="1493171"/>
            <a:ext cx="278" cy="417656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원통형 222">
            <a:extLst>
              <a:ext uri="{FF2B5EF4-FFF2-40B4-BE49-F238E27FC236}">
                <a16:creationId xmlns:a16="http://schemas.microsoft.com/office/drawing/2014/main" id="{F5A08884-BA9A-4703-982C-4E9D836B90FA}"/>
              </a:ext>
            </a:extLst>
          </p:cNvPr>
          <p:cNvSpPr/>
          <p:nvPr/>
        </p:nvSpPr>
        <p:spPr>
          <a:xfrm>
            <a:off x="5173195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B5798FF9-FF68-42D6-939E-F1275E54F8DA}"/>
              </a:ext>
            </a:extLst>
          </p:cNvPr>
          <p:cNvCxnSpPr>
            <a:cxnSpLocks/>
            <a:stCxn id="223" idx="3"/>
            <a:endCxn id="32" idx="0"/>
          </p:cNvCxnSpPr>
          <p:nvPr/>
        </p:nvCxnSpPr>
        <p:spPr>
          <a:xfrm>
            <a:off x="5440244" y="1493171"/>
            <a:ext cx="1" cy="450458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AA8BD2CD-0BFF-47F0-8FAE-50ADA61FCF97}"/>
              </a:ext>
            </a:extLst>
          </p:cNvPr>
          <p:cNvCxnSpPr>
            <a:cxnSpLocks/>
          </p:cNvCxnSpPr>
          <p:nvPr/>
        </p:nvCxnSpPr>
        <p:spPr>
          <a:xfrm flipV="1">
            <a:off x="10594617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원통형 231">
            <a:extLst>
              <a:ext uri="{FF2B5EF4-FFF2-40B4-BE49-F238E27FC236}">
                <a16:creationId xmlns:a16="http://schemas.microsoft.com/office/drawing/2014/main" id="{501DE281-3DE1-4E28-94BD-6D6EE573331B}"/>
              </a:ext>
            </a:extLst>
          </p:cNvPr>
          <p:cNvSpPr/>
          <p:nvPr/>
        </p:nvSpPr>
        <p:spPr>
          <a:xfrm>
            <a:off x="6989204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BE3597F7-EB1C-4B90-AFE4-C93449BB561E}"/>
              </a:ext>
            </a:extLst>
          </p:cNvPr>
          <p:cNvCxnSpPr>
            <a:cxnSpLocks/>
            <a:stCxn id="232" idx="3"/>
            <a:endCxn id="34" idx="0"/>
          </p:cNvCxnSpPr>
          <p:nvPr/>
        </p:nvCxnSpPr>
        <p:spPr>
          <a:xfrm flipH="1">
            <a:off x="6848138" y="1493171"/>
            <a:ext cx="408115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원통형 233">
            <a:extLst>
              <a:ext uri="{FF2B5EF4-FFF2-40B4-BE49-F238E27FC236}">
                <a16:creationId xmlns:a16="http://schemas.microsoft.com/office/drawing/2014/main" id="{1BC195D2-F3CF-4E73-B0D0-1FE5D2C389C9}"/>
              </a:ext>
            </a:extLst>
          </p:cNvPr>
          <p:cNvSpPr/>
          <p:nvPr/>
        </p:nvSpPr>
        <p:spPr>
          <a:xfrm>
            <a:off x="8278146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952814D4-8279-4F9E-8783-104156E1B560}"/>
              </a:ext>
            </a:extLst>
          </p:cNvPr>
          <p:cNvCxnSpPr>
            <a:cxnSpLocks/>
            <a:stCxn id="234" idx="3"/>
            <a:endCxn id="82" idx="0"/>
          </p:cNvCxnSpPr>
          <p:nvPr/>
        </p:nvCxnSpPr>
        <p:spPr>
          <a:xfrm flipH="1">
            <a:off x="7979298" y="1493171"/>
            <a:ext cx="565897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712EA869-2061-4DCD-AF45-BE3E69990842}"/>
              </a:ext>
            </a:extLst>
          </p:cNvPr>
          <p:cNvCxnSpPr>
            <a:cxnSpLocks/>
          </p:cNvCxnSpPr>
          <p:nvPr/>
        </p:nvCxnSpPr>
        <p:spPr>
          <a:xfrm>
            <a:off x="9813321" y="675734"/>
            <a:ext cx="0" cy="5255928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A60AFD68-7E1B-44D2-A5D4-A418EECD3C9B}"/>
              </a:ext>
            </a:extLst>
          </p:cNvPr>
          <p:cNvSpPr/>
          <p:nvPr/>
        </p:nvSpPr>
        <p:spPr>
          <a:xfrm>
            <a:off x="5008144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6" name="모서리가 둥근 직사각형 61">
            <a:extLst>
              <a:ext uri="{FF2B5EF4-FFF2-40B4-BE49-F238E27FC236}">
                <a16:creationId xmlns:a16="http://schemas.microsoft.com/office/drawing/2014/main" id="{43242AE6-EDF8-43CC-BAA5-CC769B43770E}"/>
              </a:ext>
            </a:extLst>
          </p:cNvPr>
          <p:cNvSpPr/>
          <p:nvPr/>
        </p:nvSpPr>
        <p:spPr>
          <a:xfrm>
            <a:off x="6216599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7" name="모서리가 둥근 직사각형 61">
            <a:extLst>
              <a:ext uri="{FF2B5EF4-FFF2-40B4-BE49-F238E27FC236}">
                <a16:creationId xmlns:a16="http://schemas.microsoft.com/office/drawing/2014/main" id="{B003403D-ABD2-4E22-8818-43B05CE01FEB}"/>
              </a:ext>
            </a:extLst>
          </p:cNvPr>
          <p:cNvSpPr/>
          <p:nvPr/>
        </p:nvSpPr>
        <p:spPr>
          <a:xfrm>
            <a:off x="7433068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9" name="모서리가 둥근 직사각형 61">
            <a:extLst>
              <a:ext uri="{FF2B5EF4-FFF2-40B4-BE49-F238E27FC236}">
                <a16:creationId xmlns:a16="http://schemas.microsoft.com/office/drawing/2014/main" id="{B2C366E6-C5EE-410E-88D9-624EB6C7415E}"/>
              </a:ext>
            </a:extLst>
          </p:cNvPr>
          <p:cNvSpPr/>
          <p:nvPr/>
        </p:nvSpPr>
        <p:spPr>
          <a:xfrm>
            <a:off x="8475425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NOTIFY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5105281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7" name="모서리가 둥근 직사각형 61">
            <a:extLst>
              <a:ext uri="{FF2B5EF4-FFF2-40B4-BE49-F238E27FC236}">
                <a16:creationId xmlns:a16="http://schemas.microsoft.com/office/drawing/2014/main" id="{7492F4F9-DF76-4591-9CF0-40365F856382}"/>
              </a:ext>
            </a:extLst>
          </p:cNvPr>
          <p:cNvSpPr/>
          <p:nvPr/>
        </p:nvSpPr>
        <p:spPr>
          <a:xfrm>
            <a:off x="6413725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66" name="모서리가 둥근 직사각형 61">
            <a:extLst>
              <a:ext uri="{FF2B5EF4-FFF2-40B4-BE49-F238E27FC236}">
                <a16:creationId xmlns:a16="http://schemas.microsoft.com/office/drawing/2014/main" id="{683CFC3B-8F12-483E-8620-C50E6CE2F069}"/>
              </a:ext>
            </a:extLst>
          </p:cNvPr>
          <p:cNvSpPr/>
          <p:nvPr/>
        </p:nvSpPr>
        <p:spPr>
          <a:xfrm>
            <a:off x="1905010" y="4546466"/>
            <a:ext cx="770648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CHANNEL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53" name="모서리가 둥근 직사각형 61">
            <a:extLst>
              <a:ext uri="{FF2B5EF4-FFF2-40B4-BE49-F238E27FC236}">
                <a16:creationId xmlns:a16="http://schemas.microsoft.com/office/drawing/2014/main" id="{90D4FF65-2FFA-4CF0-8B34-ECCA88F6B746}"/>
              </a:ext>
            </a:extLst>
          </p:cNvPr>
          <p:cNvSpPr/>
          <p:nvPr/>
        </p:nvSpPr>
        <p:spPr>
          <a:xfrm>
            <a:off x="3006146" y="4546466"/>
            <a:ext cx="770648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CHANNEL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5" name="모서리가 둥근 직사각형 61">
            <a:extLst>
              <a:ext uri="{FF2B5EF4-FFF2-40B4-BE49-F238E27FC236}">
                <a16:creationId xmlns:a16="http://schemas.microsoft.com/office/drawing/2014/main" id="{11350963-FA37-4FFB-BCFB-457D23DC99B9}"/>
              </a:ext>
            </a:extLst>
          </p:cNvPr>
          <p:cNvSpPr/>
          <p:nvPr/>
        </p:nvSpPr>
        <p:spPr>
          <a:xfrm>
            <a:off x="10148720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NOTIFY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5D7CEC-D2E4-4F08-B649-F8070F66DE74}"/>
              </a:ext>
            </a:extLst>
          </p:cNvPr>
          <p:cNvSpPr/>
          <p:nvPr/>
        </p:nvSpPr>
        <p:spPr>
          <a:xfrm>
            <a:off x="10296404" y="442401"/>
            <a:ext cx="9188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b="1" dirty="0"/>
              <a:t>C/S</a:t>
            </a:r>
          </a:p>
          <a:p>
            <a:pPr algn="ctr"/>
            <a:r>
              <a:rPr lang="en-US" altLang="ko-KR" sz="1200" dirty="0"/>
              <a:t>(Publisher)</a:t>
            </a:r>
            <a:endParaRPr lang="ko-KR" altLang="en-US" sz="12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842ADCA-C8EC-4721-A764-159BCF68E07E}"/>
              </a:ext>
            </a:extLst>
          </p:cNvPr>
          <p:cNvSpPr/>
          <p:nvPr/>
        </p:nvSpPr>
        <p:spPr>
          <a:xfrm>
            <a:off x="5041451" y="410960"/>
            <a:ext cx="1744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Server 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935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313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TRADE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57FF4-5A31-404C-937D-28F2A19052E0}"/>
              </a:ext>
            </a:extLst>
          </p:cNvPr>
          <p:cNvSpPr txBox="1"/>
          <p:nvPr/>
        </p:nvSpPr>
        <p:spPr>
          <a:xfrm>
            <a:off x="1293187" y="19682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</p:spTree>
    <p:extLst>
      <p:ext uri="{BB962C8B-B14F-4D97-AF65-F5344CB8AC3E}">
        <p14:creationId xmlns:p14="http://schemas.microsoft.com/office/powerpoint/2010/main" val="167057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STABILITY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57FF4-5A31-404C-937D-28F2A19052E0}"/>
              </a:ext>
            </a:extLst>
          </p:cNvPr>
          <p:cNvSpPr txBox="1"/>
          <p:nvPr/>
        </p:nvSpPr>
        <p:spPr>
          <a:xfrm>
            <a:off x="1285304" y="1873610"/>
            <a:ext cx="385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STRONG Exception Safe Guarantee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511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STABILITY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57FF4-5A31-404C-937D-28F2A19052E0}"/>
              </a:ext>
            </a:extLst>
          </p:cNvPr>
          <p:cNvSpPr txBox="1"/>
          <p:nvPr/>
        </p:nvSpPr>
        <p:spPr>
          <a:xfrm>
            <a:off x="1167063" y="1550415"/>
            <a:ext cx="394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WAL (Write Ahead Logging) System</a:t>
            </a:r>
            <a:endParaRPr lang="ko-KR" altLang="en-US" dirty="0"/>
          </a:p>
        </p:txBody>
      </p:sp>
      <p:sp>
        <p:nvSpPr>
          <p:cNvPr id="7" name="모서리가 둥근 직사각형 61">
            <a:extLst>
              <a:ext uri="{FF2B5EF4-FFF2-40B4-BE49-F238E27FC236}">
                <a16:creationId xmlns:a16="http://schemas.microsoft.com/office/drawing/2014/main" id="{2E8034FE-3DBA-4354-A99A-32109A2FB6E0}"/>
              </a:ext>
            </a:extLst>
          </p:cNvPr>
          <p:cNvSpPr/>
          <p:nvPr/>
        </p:nvSpPr>
        <p:spPr>
          <a:xfrm>
            <a:off x="2440869" y="2850995"/>
            <a:ext cx="1411198" cy="11560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TRADE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모서리가 둥근 직사각형 61">
            <a:extLst>
              <a:ext uri="{FF2B5EF4-FFF2-40B4-BE49-F238E27FC236}">
                <a16:creationId xmlns:a16="http://schemas.microsoft.com/office/drawing/2014/main" id="{D2F11E86-5ACF-44AD-9EA1-C69C834E15CD}"/>
              </a:ext>
            </a:extLst>
          </p:cNvPr>
          <p:cNvSpPr/>
          <p:nvPr/>
        </p:nvSpPr>
        <p:spPr>
          <a:xfrm>
            <a:off x="6315565" y="2861168"/>
            <a:ext cx="1411198" cy="11560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ACCOUNT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7920423-29C2-48B3-A348-911908242D76}"/>
              </a:ext>
            </a:extLst>
          </p:cNvPr>
          <p:cNvSpPr/>
          <p:nvPr/>
        </p:nvSpPr>
        <p:spPr>
          <a:xfrm>
            <a:off x="3909054" y="3000952"/>
            <a:ext cx="2294542" cy="260940"/>
          </a:xfrm>
          <a:custGeom>
            <a:avLst/>
            <a:gdLst>
              <a:gd name="connsiteX0" fmla="*/ 1766058 w 1766058"/>
              <a:gd name="connsiteY0" fmla="*/ 18963 h 357922"/>
              <a:gd name="connsiteX1" fmla="*/ 291982 w 1766058"/>
              <a:gd name="connsiteY1" fmla="*/ 18963 h 357922"/>
              <a:gd name="connsiteX2" fmla="*/ 8203 w 1766058"/>
              <a:gd name="connsiteY2" fmla="*/ 216032 h 357922"/>
              <a:gd name="connsiteX3" fmla="*/ 441754 w 1766058"/>
              <a:gd name="connsiteY3" fmla="*/ 334273 h 357922"/>
              <a:gd name="connsiteX4" fmla="*/ 1766058 w 1766058"/>
              <a:gd name="connsiteY4" fmla="*/ 357922 h 35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6058" h="357922">
                <a:moveTo>
                  <a:pt x="1766058" y="18963"/>
                </a:moveTo>
                <a:cubicBezTo>
                  <a:pt x="1175508" y="2540"/>
                  <a:pt x="584958" y="-13882"/>
                  <a:pt x="291982" y="18963"/>
                </a:cubicBezTo>
                <a:cubicBezTo>
                  <a:pt x="-994" y="51808"/>
                  <a:pt x="-16759" y="163480"/>
                  <a:pt x="8203" y="216032"/>
                </a:cubicBezTo>
                <a:cubicBezTo>
                  <a:pt x="33165" y="268584"/>
                  <a:pt x="148778" y="310625"/>
                  <a:pt x="441754" y="334273"/>
                </a:cubicBezTo>
                <a:cubicBezTo>
                  <a:pt x="734730" y="357921"/>
                  <a:pt x="1766058" y="357922"/>
                  <a:pt x="1766058" y="35792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D0F8AF06-052D-46A9-8415-2219F2C5EDE7}"/>
              </a:ext>
            </a:extLst>
          </p:cNvPr>
          <p:cNvSpPr/>
          <p:nvPr/>
        </p:nvSpPr>
        <p:spPr>
          <a:xfrm rot="10800000">
            <a:off x="3965039" y="3620137"/>
            <a:ext cx="2294542" cy="260939"/>
          </a:xfrm>
          <a:custGeom>
            <a:avLst/>
            <a:gdLst>
              <a:gd name="connsiteX0" fmla="*/ 1766058 w 1766058"/>
              <a:gd name="connsiteY0" fmla="*/ 18963 h 357922"/>
              <a:gd name="connsiteX1" fmla="*/ 291982 w 1766058"/>
              <a:gd name="connsiteY1" fmla="*/ 18963 h 357922"/>
              <a:gd name="connsiteX2" fmla="*/ 8203 w 1766058"/>
              <a:gd name="connsiteY2" fmla="*/ 216032 h 357922"/>
              <a:gd name="connsiteX3" fmla="*/ 441754 w 1766058"/>
              <a:gd name="connsiteY3" fmla="*/ 334273 h 357922"/>
              <a:gd name="connsiteX4" fmla="*/ 1766058 w 1766058"/>
              <a:gd name="connsiteY4" fmla="*/ 357922 h 35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6058" h="357922">
                <a:moveTo>
                  <a:pt x="1766058" y="18963"/>
                </a:moveTo>
                <a:cubicBezTo>
                  <a:pt x="1175508" y="2540"/>
                  <a:pt x="584958" y="-13882"/>
                  <a:pt x="291982" y="18963"/>
                </a:cubicBezTo>
                <a:cubicBezTo>
                  <a:pt x="-994" y="51808"/>
                  <a:pt x="-16759" y="163480"/>
                  <a:pt x="8203" y="216032"/>
                </a:cubicBezTo>
                <a:cubicBezTo>
                  <a:pt x="33165" y="268584"/>
                  <a:pt x="148778" y="310625"/>
                  <a:pt x="441754" y="334273"/>
                </a:cubicBezTo>
                <a:cubicBezTo>
                  <a:pt x="734730" y="357921"/>
                  <a:pt x="1766058" y="357922"/>
                  <a:pt x="1766058" y="35792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C08096-8E01-4015-A229-08B43F16B9C5}"/>
              </a:ext>
            </a:extLst>
          </p:cNvPr>
          <p:cNvSpPr/>
          <p:nvPr/>
        </p:nvSpPr>
        <p:spPr>
          <a:xfrm>
            <a:off x="4767887" y="3958819"/>
            <a:ext cx="688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WAL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921BE2-5AAC-4680-8BEF-9B1738FB1535}"/>
              </a:ext>
            </a:extLst>
          </p:cNvPr>
          <p:cNvSpPr/>
          <p:nvPr/>
        </p:nvSpPr>
        <p:spPr>
          <a:xfrm>
            <a:off x="4770132" y="2642707"/>
            <a:ext cx="688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WAL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63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3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Performance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80236" y="1495651"/>
            <a:ext cx="1467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PERFORMANCE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4DDCBB-AF1C-45DC-95A6-0A22A58BEDCC}"/>
              </a:ext>
            </a:extLst>
          </p:cNvPr>
          <p:cNvSpPr/>
          <p:nvPr/>
        </p:nvSpPr>
        <p:spPr>
          <a:xfrm>
            <a:off x="1180182" y="1974043"/>
            <a:ext cx="12396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ACCOUNT</a:t>
            </a:r>
            <a:endParaRPr lang="en-US" altLang="ko-KR" sz="12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B8DC757-7040-47F1-B5FE-E004583D837F}"/>
              </a:ext>
            </a:extLst>
          </p:cNvPr>
          <p:cNvCxnSpPr/>
          <p:nvPr/>
        </p:nvCxnSpPr>
        <p:spPr>
          <a:xfrm>
            <a:off x="1180182" y="2213334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467EA8C-1977-4582-BEC1-AC8A75B5D500}"/>
              </a:ext>
            </a:extLst>
          </p:cNvPr>
          <p:cNvSpPr txBox="1"/>
          <p:nvPr/>
        </p:nvSpPr>
        <p:spPr>
          <a:xfrm>
            <a:off x="2042049" y="350534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209A-DF03-4E5C-9861-55812EBE04A6}"/>
              </a:ext>
            </a:extLst>
          </p:cNvPr>
          <p:cNvSpPr txBox="1"/>
          <p:nvPr/>
        </p:nvSpPr>
        <p:spPr>
          <a:xfrm>
            <a:off x="4572418" y="3505341"/>
            <a:ext cx="322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서로 처리되는 처리는 취소처리를 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Checkin</a:t>
            </a:r>
            <a:r>
              <a:rPr lang="en-US" altLang="ko-KR" sz="1000" dirty="0"/>
              <a:t>-Checkout, Order Request-Order Cancel, …)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76E2A-D534-4051-A36E-9F57D1401E87}"/>
              </a:ext>
            </a:extLst>
          </p:cNvPr>
          <p:cNvSpPr txBox="1"/>
          <p:nvPr/>
        </p:nvSpPr>
        <p:spPr>
          <a:xfrm>
            <a:off x="2042049" y="5250056"/>
            <a:ext cx="218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</a:t>
            </a:r>
            <a:r>
              <a:rPr lang="ko-KR" altLang="en-US" dirty="0"/>
              <a:t>최소화 전략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894A2-53E7-4356-BB2E-540D51FFE9E0}"/>
              </a:ext>
            </a:extLst>
          </p:cNvPr>
          <p:cNvSpPr txBox="1"/>
          <p:nvPr/>
        </p:nvSpPr>
        <p:spPr>
          <a:xfrm>
            <a:off x="4593434" y="5250056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C8284-0A04-4E53-B0DB-27FB91503C8B}"/>
              </a:ext>
            </a:extLst>
          </p:cNvPr>
          <p:cNvSpPr txBox="1"/>
          <p:nvPr/>
        </p:nvSpPr>
        <p:spPr>
          <a:xfrm>
            <a:off x="2042049" y="4842777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Select</a:t>
            </a:r>
            <a:r>
              <a:rPr lang="ko-KR" altLang="en-US" dirty="0"/>
              <a:t>최소화 전략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98B31-EE3C-4625-A813-C5563B0D846B}"/>
              </a:ext>
            </a:extLst>
          </p:cNvPr>
          <p:cNvSpPr txBox="1"/>
          <p:nvPr/>
        </p:nvSpPr>
        <p:spPr>
          <a:xfrm>
            <a:off x="4593434" y="4842777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Caching</a:t>
            </a:r>
            <a:r>
              <a:rPr lang="ko-KR" altLang="en-US" sz="1000" dirty="0"/>
              <a:t>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E74D7-D557-44C9-A1B8-348CEDB6647B}"/>
              </a:ext>
            </a:extLst>
          </p:cNvPr>
          <p:cNvSpPr txBox="1"/>
          <p:nvPr/>
        </p:nvSpPr>
        <p:spPr>
          <a:xfrm>
            <a:off x="2042049" y="396779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캐싱</a:t>
            </a:r>
            <a:r>
              <a:rPr lang="ko-KR" altLang="en-US" dirty="0"/>
              <a:t>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BF4FF-D859-4480-8F35-FE4E9E5AD9AC}"/>
              </a:ext>
            </a:extLst>
          </p:cNvPr>
          <p:cNvSpPr txBox="1"/>
          <p:nvPr/>
        </p:nvSpPr>
        <p:spPr>
          <a:xfrm>
            <a:off x="4588179" y="3967791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</p:spTree>
    <p:extLst>
      <p:ext uri="{BB962C8B-B14F-4D97-AF65-F5344CB8AC3E}">
        <p14:creationId xmlns:p14="http://schemas.microsoft.com/office/powerpoint/2010/main" val="1229041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3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Performance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80236" y="1495651"/>
            <a:ext cx="1056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STABILITY</a:t>
            </a:r>
            <a:endParaRPr lang="en-US" altLang="ko-KR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7EA8C-1977-4582-BEC1-AC8A75B5D500}"/>
              </a:ext>
            </a:extLst>
          </p:cNvPr>
          <p:cNvSpPr txBox="1"/>
          <p:nvPr/>
        </p:nvSpPr>
        <p:spPr>
          <a:xfrm>
            <a:off x="1460390" y="190513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209A-DF03-4E5C-9861-55812EBE04A6}"/>
              </a:ext>
            </a:extLst>
          </p:cNvPr>
          <p:cNvSpPr txBox="1"/>
          <p:nvPr/>
        </p:nvSpPr>
        <p:spPr>
          <a:xfrm>
            <a:off x="3990759" y="1905139"/>
            <a:ext cx="322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서로 처리되는 처리는 취소처리를 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Checkin</a:t>
            </a:r>
            <a:r>
              <a:rPr lang="en-US" altLang="ko-KR" sz="1000" dirty="0"/>
              <a:t>-Checkout, Order Request-Order Cancel, …)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76E2A-D534-4051-A36E-9F57D1401E87}"/>
              </a:ext>
            </a:extLst>
          </p:cNvPr>
          <p:cNvSpPr txBox="1"/>
          <p:nvPr/>
        </p:nvSpPr>
        <p:spPr>
          <a:xfrm>
            <a:off x="1460390" y="404399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복구 처리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894A2-53E7-4356-BB2E-540D51FFE9E0}"/>
              </a:ext>
            </a:extLst>
          </p:cNvPr>
          <p:cNvSpPr txBox="1"/>
          <p:nvPr/>
        </p:nvSpPr>
        <p:spPr>
          <a:xfrm>
            <a:off x="4011775" y="4043994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C8284-0A04-4E53-B0DB-27FB91503C8B}"/>
              </a:ext>
            </a:extLst>
          </p:cNvPr>
          <p:cNvSpPr txBox="1"/>
          <p:nvPr/>
        </p:nvSpPr>
        <p:spPr>
          <a:xfrm>
            <a:off x="1460390" y="3636715"/>
            <a:ext cx="234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Full Transaction </a:t>
            </a:r>
            <a:r>
              <a:rPr lang="ko-KR" altLang="en-US" dirty="0"/>
              <a:t>처리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98B31-EE3C-4625-A813-C5563B0D846B}"/>
              </a:ext>
            </a:extLst>
          </p:cNvPr>
          <p:cNvSpPr txBox="1"/>
          <p:nvPr/>
        </p:nvSpPr>
        <p:spPr>
          <a:xfrm>
            <a:off x="4011775" y="3636715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Commit or Rollback</a:t>
            </a:r>
            <a:r>
              <a:rPr lang="ko-KR" altLang="en-US" sz="1000" dirty="0"/>
              <a:t>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E74D7-D557-44C9-A1B8-348CEDB6647B}"/>
              </a:ext>
            </a:extLst>
          </p:cNvPr>
          <p:cNvSpPr txBox="1"/>
          <p:nvPr/>
        </p:nvSpPr>
        <p:spPr>
          <a:xfrm>
            <a:off x="1460390" y="2367589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캐싱</a:t>
            </a:r>
            <a:r>
              <a:rPr lang="ko-KR" altLang="en-US" dirty="0"/>
              <a:t>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BF4FF-D859-4480-8F35-FE4E9E5AD9AC}"/>
              </a:ext>
            </a:extLst>
          </p:cNvPr>
          <p:cNvSpPr txBox="1"/>
          <p:nvPr/>
        </p:nvSpPr>
        <p:spPr>
          <a:xfrm>
            <a:off x="4006520" y="2367589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AD2313-1FD3-469C-910D-D2DFECA20D11}"/>
              </a:ext>
            </a:extLst>
          </p:cNvPr>
          <p:cNvSpPr txBox="1"/>
          <p:nvPr/>
        </p:nvSpPr>
        <p:spPr>
          <a:xfrm>
            <a:off x="1463015" y="3119080"/>
            <a:ext cx="234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Full Transaction </a:t>
            </a:r>
            <a:r>
              <a:rPr lang="ko-KR" altLang="en-US" dirty="0"/>
              <a:t>처리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8BFB26-5F8C-4E0E-8613-7672AFCAB504}"/>
              </a:ext>
            </a:extLst>
          </p:cNvPr>
          <p:cNvSpPr txBox="1"/>
          <p:nvPr/>
        </p:nvSpPr>
        <p:spPr>
          <a:xfrm>
            <a:off x="4014400" y="3119080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Commit or Rollback</a:t>
            </a:r>
            <a:r>
              <a:rPr lang="ko-KR" altLang="en-US" sz="1000" dirty="0"/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2487309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58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75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520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SESSION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6061300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Connector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CConnector</a:t>
            </a:r>
            <a:r>
              <a:rPr lang="en-US" altLang="ko-KR" sz="1000" b="1" dirty="0">
                <a:solidFill>
                  <a:schemeClr val="bg1"/>
                </a:solidFill>
              </a:rPr>
              <a:t>&lt;</a:t>
            </a:r>
            <a:r>
              <a:rPr lang="en-US" altLang="ko-KR" sz="1000" b="1" dirty="0" err="1">
                <a:solidFill>
                  <a:schemeClr val="bg1"/>
                </a:solidFill>
              </a:rPr>
              <a:t>ServerAccount</a:t>
            </a:r>
            <a:r>
              <a:rPr lang="en-US" altLang="ko-KR" sz="1000" b="1" dirty="0">
                <a:solidFill>
                  <a:schemeClr val="bg1"/>
                </a:solidFill>
              </a:rPr>
              <a:t>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6089293" y="3739054"/>
            <a:ext cx="2426205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Server:Account:CGroup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8960632" y="3040467"/>
            <a:ext cx="2426208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406665" y="304046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User::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406665" y="3739054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User::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6089293" y="3040467"/>
            <a:ext cx="2426207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6089294" y="3455404"/>
            <a:ext cx="2426206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6089294" y="4150352"/>
            <a:ext cx="2426212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8960632" y="3455404"/>
            <a:ext cx="2426208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406665" y="3455404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406665" y="415035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5355770" y="172574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5355770" y="2151934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61">
            <a:extLst>
              <a:ext uri="{FF2B5EF4-FFF2-40B4-BE49-F238E27FC236}">
                <a16:creationId xmlns:a16="http://schemas.microsoft.com/office/drawing/2014/main" id="{0CAA773C-AA88-43B3-9ED9-0ED6899D91AB}"/>
              </a:ext>
            </a:extLst>
          </p:cNvPr>
          <p:cNvSpPr/>
          <p:nvPr/>
        </p:nvSpPr>
        <p:spPr>
          <a:xfrm>
            <a:off x="8960632" y="3739054"/>
            <a:ext cx="2426208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ABA242A-4698-4E28-B756-B4164AE669EE}"/>
              </a:ext>
            </a:extLst>
          </p:cNvPr>
          <p:cNvSpPr/>
          <p:nvPr/>
        </p:nvSpPr>
        <p:spPr>
          <a:xfrm>
            <a:off x="8960632" y="4150352"/>
            <a:ext cx="2426208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61">
            <a:extLst>
              <a:ext uri="{FF2B5EF4-FFF2-40B4-BE49-F238E27FC236}">
                <a16:creationId xmlns:a16="http://schemas.microsoft.com/office/drawing/2014/main" id="{2E4CBF77-D382-4AE4-99D0-20B9672F2BCE}"/>
              </a:ext>
            </a:extLst>
          </p:cNvPr>
          <p:cNvSpPr/>
          <p:nvPr/>
        </p:nvSpPr>
        <p:spPr>
          <a:xfrm>
            <a:off x="8904646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Connector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CConnector</a:t>
            </a:r>
            <a:r>
              <a:rPr lang="en-US" altLang="ko-KR" sz="1000" b="1" dirty="0">
                <a:solidFill>
                  <a:schemeClr val="bg1"/>
                </a:solidFill>
              </a:rPr>
              <a:t>&lt;</a:t>
            </a:r>
            <a:r>
              <a:rPr lang="en-US" altLang="ko-KR" sz="1000" b="1" dirty="0" err="1">
                <a:solidFill>
                  <a:schemeClr val="bg1"/>
                </a:solidFill>
              </a:rPr>
              <a:t>ServerQuot</a:t>
            </a:r>
            <a:r>
              <a:rPr lang="en-US" altLang="ko-KR" sz="1000" b="1" dirty="0">
                <a:solidFill>
                  <a:schemeClr val="bg1"/>
                </a:solidFill>
              </a:rPr>
              <a:t>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61">
            <a:extLst>
              <a:ext uri="{FF2B5EF4-FFF2-40B4-BE49-F238E27FC236}">
                <a16:creationId xmlns:a16="http://schemas.microsoft.com/office/drawing/2014/main" id="{6D8AF4EE-20B9-4A53-91DD-2397833F85BC}"/>
              </a:ext>
            </a:extLst>
          </p:cNvPr>
          <p:cNvSpPr/>
          <p:nvPr/>
        </p:nvSpPr>
        <p:spPr>
          <a:xfrm>
            <a:off x="900000" y="3062870"/>
            <a:ext cx="1876405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ServerLogin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43063E19-73A3-40DF-AB0C-135F42E3004C}"/>
              </a:ext>
            </a:extLst>
          </p:cNvPr>
          <p:cNvSpPr/>
          <p:nvPr/>
        </p:nvSpPr>
        <p:spPr>
          <a:xfrm>
            <a:off x="3176074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&lt;User::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669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79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ACCOUNT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358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313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TRADE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4792341" y="2481947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4792341" y="445723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4792341" y="2820799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4792341" y="4786755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750498" y="2702362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750498" y="3128551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4463074" y="338643"/>
            <a:ext cx="263950" cy="177007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61">
            <a:extLst>
              <a:ext uri="{FF2B5EF4-FFF2-40B4-BE49-F238E27FC236}">
                <a16:creationId xmlns:a16="http://schemas.microsoft.com/office/drawing/2014/main" id="{0433157A-69F6-4E8C-9BD2-DFEA824C43BE}"/>
              </a:ext>
            </a:extLst>
          </p:cNvPr>
          <p:cNvSpPr/>
          <p:nvPr/>
        </p:nvSpPr>
        <p:spPr>
          <a:xfrm>
            <a:off x="4792341" y="308808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16E16D-721B-4E59-A01D-85B16749DC7C}"/>
              </a:ext>
            </a:extLst>
          </p:cNvPr>
          <p:cNvSpPr/>
          <p:nvPr/>
        </p:nvSpPr>
        <p:spPr>
          <a:xfrm>
            <a:off x="4792341" y="3426781"/>
            <a:ext cx="2232000" cy="1762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8414145A-31DA-4B45-9118-D6D12AD582B7}"/>
              </a:ext>
            </a:extLst>
          </p:cNvPr>
          <p:cNvSpPr/>
          <p:nvPr/>
        </p:nvSpPr>
        <p:spPr>
          <a:xfrm>
            <a:off x="4792341" y="5047276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118E94A-8650-4A3A-9059-43F701DB161F}"/>
              </a:ext>
            </a:extLst>
          </p:cNvPr>
          <p:cNvSpPr/>
          <p:nvPr/>
        </p:nvSpPr>
        <p:spPr>
          <a:xfrm>
            <a:off x="4792341" y="5385968"/>
            <a:ext cx="2232000" cy="1762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모서리가 둥근 직사각형 61">
            <a:extLst>
              <a:ext uri="{FF2B5EF4-FFF2-40B4-BE49-F238E27FC236}">
                <a16:creationId xmlns:a16="http://schemas.microsoft.com/office/drawing/2014/main" id="{1CC213DA-B674-4F43-88A3-F2576FD8B549}"/>
              </a:ext>
            </a:extLst>
          </p:cNvPr>
          <p:cNvSpPr/>
          <p:nvPr/>
        </p:nvSpPr>
        <p:spPr>
          <a:xfrm>
            <a:off x="4792341" y="32822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CManagerMarket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078EE1-F508-469F-8A11-6F181F65E589}"/>
              </a:ext>
            </a:extLst>
          </p:cNvPr>
          <p:cNvSpPr/>
          <p:nvPr/>
        </p:nvSpPr>
        <p:spPr>
          <a:xfrm>
            <a:off x="4792341" y="661108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24E2046B-BD61-49AD-BB37-5A3B8450E9D4}"/>
              </a:ext>
            </a:extLst>
          </p:cNvPr>
          <p:cNvSpPr/>
          <p:nvPr/>
        </p:nvSpPr>
        <p:spPr>
          <a:xfrm>
            <a:off x="5562343" y="935233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CMarket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22DFC732-3374-494C-83E2-7C68CEEA07AC}"/>
              </a:ext>
            </a:extLst>
          </p:cNvPr>
          <p:cNvSpPr/>
          <p:nvPr/>
        </p:nvSpPr>
        <p:spPr>
          <a:xfrm>
            <a:off x="5562343" y="1337220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CLevel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7CD01555-1455-4691-B501-960E0F00680E}"/>
              </a:ext>
            </a:extLst>
          </p:cNvPr>
          <p:cNvSpPr/>
          <p:nvPr/>
        </p:nvSpPr>
        <p:spPr>
          <a:xfrm>
            <a:off x="5562343" y="1739207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CItem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모서리가 둥근 직사각형 61">
            <a:extLst>
              <a:ext uri="{FF2B5EF4-FFF2-40B4-BE49-F238E27FC236}">
                <a16:creationId xmlns:a16="http://schemas.microsoft.com/office/drawing/2014/main" id="{BF1118FB-BCAB-48C7-B0DE-04D3C80580F8}"/>
              </a:ext>
            </a:extLst>
          </p:cNvPr>
          <p:cNvSpPr/>
          <p:nvPr/>
        </p:nvSpPr>
        <p:spPr>
          <a:xfrm>
            <a:off x="4792341" y="369940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3" name="모서리가 둥근 직사각형 61">
            <a:extLst>
              <a:ext uri="{FF2B5EF4-FFF2-40B4-BE49-F238E27FC236}">
                <a16:creationId xmlns:a16="http://schemas.microsoft.com/office/drawing/2014/main" id="{035F4B00-8F46-4A63-A8D0-04E0EFF21744}"/>
              </a:ext>
            </a:extLst>
          </p:cNvPr>
          <p:cNvSpPr/>
          <p:nvPr/>
        </p:nvSpPr>
        <p:spPr>
          <a:xfrm>
            <a:off x="4792341" y="5661307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0" name="왼쪽 중괄호 49">
            <a:extLst>
              <a:ext uri="{FF2B5EF4-FFF2-40B4-BE49-F238E27FC236}">
                <a16:creationId xmlns:a16="http://schemas.microsoft.com/office/drawing/2014/main" id="{9DC335A4-3BA3-4487-ACDA-D693FB2CC6DD}"/>
              </a:ext>
            </a:extLst>
          </p:cNvPr>
          <p:cNvSpPr/>
          <p:nvPr/>
        </p:nvSpPr>
        <p:spPr>
          <a:xfrm>
            <a:off x="4463074" y="2493412"/>
            <a:ext cx="263950" cy="1537414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EB653E2D-279E-4C9C-8AD9-76C373EF4D06}"/>
              </a:ext>
            </a:extLst>
          </p:cNvPr>
          <p:cNvSpPr/>
          <p:nvPr/>
        </p:nvSpPr>
        <p:spPr>
          <a:xfrm>
            <a:off x="4463074" y="4464535"/>
            <a:ext cx="263950" cy="1525717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FCB1A9-1371-4596-9C67-3C14074E331D}"/>
              </a:ext>
            </a:extLst>
          </p:cNvPr>
          <p:cNvSpPr/>
          <p:nvPr/>
        </p:nvSpPr>
        <p:spPr>
          <a:xfrm>
            <a:off x="3509064" y="1026646"/>
            <a:ext cx="963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Market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EEF61BE-9115-4BF8-AC2C-0C326F1346DD}"/>
              </a:ext>
            </a:extLst>
          </p:cNvPr>
          <p:cNvSpPr/>
          <p:nvPr/>
        </p:nvSpPr>
        <p:spPr>
          <a:xfrm>
            <a:off x="3736306" y="3065107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8B82F8-7994-4449-A843-4BD891354991}"/>
              </a:ext>
            </a:extLst>
          </p:cNvPr>
          <p:cNvSpPr/>
          <p:nvPr/>
        </p:nvSpPr>
        <p:spPr>
          <a:xfrm>
            <a:off x="3388454" y="5022630"/>
            <a:ext cx="1083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Account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5750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27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608A28-910A-4043-A163-A958A726C3E4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347965" y="2190556"/>
            <a:ext cx="0" cy="288106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75">
            <a:extLst>
              <a:ext uri="{FF2B5EF4-FFF2-40B4-BE49-F238E27FC236}">
                <a16:creationId xmlns:a16="http://schemas.microsoft.com/office/drawing/2014/main" id="{8A69398C-B7AB-428F-8715-4D96C3842122}"/>
              </a:ext>
            </a:extLst>
          </p:cNvPr>
          <p:cNvSpPr/>
          <p:nvPr/>
        </p:nvSpPr>
        <p:spPr>
          <a:xfrm>
            <a:off x="1835463" y="185803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-</a:t>
            </a:r>
            <a:endParaRPr lang="ko-KR" altLang="en-US" sz="9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C89F90E-BB93-4D42-839F-BCA1CBA5A45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4941907" y="2190556"/>
            <a:ext cx="0" cy="288106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75">
            <a:extLst>
              <a:ext uri="{FF2B5EF4-FFF2-40B4-BE49-F238E27FC236}">
                <a16:creationId xmlns:a16="http://schemas.microsoft.com/office/drawing/2014/main" id="{E54845DA-53CC-4F28-A835-D16ED00B5227}"/>
              </a:ext>
            </a:extLst>
          </p:cNvPr>
          <p:cNvSpPr/>
          <p:nvPr/>
        </p:nvSpPr>
        <p:spPr>
          <a:xfrm>
            <a:off x="4429405" y="185803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CONTROL</a:t>
            </a:r>
            <a:endParaRPr lang="ko-KR" altLang="en-US" sz="900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519B505-FEAA-4080-BA40-03EFBE0BD93A}"/>
              </a:ext>
            </a:extLst>
          </p:cNvPr>
          <p:cNvCxnSpPr>
            <a:cxnSpLocks/>
          </p:cNvCxnSpPr>
          <p:nvPr/>
        </p:nvCxnSpPr>
        <p:spPr>
          <a:xfrm>
            <a:off x="2347965" y="2668217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BB118726-408A-4928-9E43-BDC6E59A7DDD}"/>
              </a:ext>
            </a:extLst>
          </p:cNvPr>
          <p:cNvCxnSpPr>
            <a:cxnSpLocks/>
          </p:cNvCxnSpPr>
          <p:nvPr/>
        </p:nvCxnSpPr>
        <p:spPr>
          <a:xfrm flipH="1">
            <a:off x="2347965" y="3103646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909D713-07FB-40A3-BD77-B8A9296A94DF}"/>
              </a:ext>
            </a:extLst>
          </p:cNvPr>
          <p:cNvSpPr/>
          <p:nvPr/>
        </p:nvSpPr>
        <p:spPr>
          <a:xfrm>
            <a:off x="2446169" y="2452773"/>
            <a:ext cx="2352074" cy="215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AEF037A-FE0B-4B43-B337-641B3B36DCC8}"/>
              </a:ext>
            </a:extLst>
          </p:cNvPr>
          <p:cNvSpPr/>
          <p:nvPr/>
        </p:nvSpPr>
        <p:spPr>
          <a:xfrm>
            <a:off x="2739971" y="2888201"/>
            <a:ext cx="2352074" cy="215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73F7BED-C94C-4C8C-9B92-8CBD461514E1}"/>
              </a:ext>
            </a:extLst>
          </p:cNvPr>
          <p:cNvCxnSpPr>
            <a:cxnSpLocks/>
          </p:cNvCxnSpPr>
          <p:nvPr/>
        </p:nvCxnSpPr>
        <p:spPr>
          <a:xfrm flipH="1">
            <a:off x="2347965" y="346210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B28FB82-48CC-4F23-8074-91BE8A609CA9}"/>
              </a:ext>
            </a:extLst>
          </p:cNvPr>
          <p:cNvSpPr/>
          <p:nvPr/>
        </p:nvSpPr>
        <p:spPr>
          <a:xfrm>
            <a:off x="2739971" y="3246658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SEND_SERVER_LIST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A4AF54B-59DB-48F9-81D6-55C3EA26DEFD}"/>
              </a:ext>
            </a:extLst>
          </p:cNvPr>
          <p:cNvCxnSpPr>
            <a:cxnSpLocks/>
          </p:cNvCxnSpPr>
          <p:nvPr/>
        </p:nvCxnSpPr>
        <p:spPr>
          <a:xfrm>
            <a:off x="2347965" y="424471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7750E11-E110-440C-9254-E5A889DDF17B}"/>
              </a:ext>
            </a:extLst>
          </p:cNvPr>
          <p:cNvSpPr/>
          <p:nvPr/>
        </p:nvSpPr>
        <p:spPr>
          <a:xfrm>
            <a:off x="2446169" y="4029269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UPDATE_SERVER_INFO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39B6423-8DA7-4790-A0F1-AD711313D6B6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1554903" y="3087673"/>
            <a:ext cx="0" cy="188968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175">
            <a:extLst>
              <a:ext uri="{FF2B5EF4-FFF2-40B4-BE49-F238E27FC236}">
                <a16:creationId xmlns:a16="http://schemas.microsoft.com/office/drawing/2014/main" id="{06EA2D44-85C7-4C3E-835F-A58307D2E6CD}"/>
              </a:ext>
            </a:extLst>
          </p:cNvPr>
          <p:cNvSpPr/>
          <p:nvPr/>
        </p:nvSpPr>
        <p:spPr>
          <a:xfrm>
            <a:off x="1042401" y="2755154"/>
            <a:ext cx="102500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Others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FC3CB70F-2E66-495D-AB30-4130E7AE1B45}"/>
              </a:ext>
            </a:extLst>
          </p:cNvPr>
          <p:cNvCxnSpPr>
            <a:cxnSpLocks/>
          </p:cNvCxnSpPr>
          <p:nvPr/>
        </p:nvCxnSpPr>
        <p:spPr>
          <a:xfrm flipH="1">
            <a:off x="1554903" y="4641674"/>
            <a:ext cx="33870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68620F7-F2EB-44E3-A7C9-6258EDEDD53E}"/>
              </a:ext>
            </a:extLst>
          </p:cNvPr>
          <p:cNvSpPr/>
          <p:nvPr/>
        </p:nvSpPr>
        <p:spPr>
          <a:xfrm>
            <a:off x="2739971" y="4426229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UPDATE_SERVER_INFO</a:t>
            </a:r>
            <a:endParaRPr lang="ko-KR" altLang="en-US" sz="800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3730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Message.ServerConnection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20752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직사각형 86">
            <a:extLst>
              <a:ext uri="{FF2B5EF4-FFF2-40B4-BE49-F238E27FC236}">
                <a16:creationId xmlns:a16="http://schemas.microsoft.com/office/drawing/2014/main" id="{9EE8280B-F65F-4FDA-9783-9A102A89B6D6}"/>
              </a:ext>
            </a:extLst>
          </p:cNvPr>
          <p:cNvSpPr/>
          <p:nvPr/>
        </p:nvSpPr>
        <p:spPr>
          <a:xfrm>
            <a:off x="4501764" y="3625284"/>
            <a:ext cx="5789898" cy="9393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FBC54B-B181-4B48-943F-9DFAD65729A6}"/>
              </a:ext>
            </a:extLst>
          </p:cNvPr>
          <p:cNvSpPr/>
          <p:nvPr/>
        </p:nvSpPr>
        <p:spPr>
          <a:xfrm>
            <a:off x="4501938" y="2088066"/>
            <a:ext cx="5789724" cy="12897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608A28-910A-4043-A163-A958A726C3E4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33361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75">
            <a:extLst>
              <a:ext uri="{FF2B5EF4-FFF2-40B4-BE49-F238E27FC236}">
                <a16:creationId xmlns:a16="http://schemas.microsoft.com/office/drawing/2014/main" id="{8A69398C-B7AB-428F-8715-4D96C3842122}"/>
              </a:ext>
            </a:extLst>
          </p:cNvPr>
          <p:cNvSpPr/>
          <p:nvPr/>
        </p:nvSpPr>
        <p:spPr>
          <a:xfrm>
            <a:off x="1620859" y="1503467"/>
            <a:ext cx="102500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CLIENT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C89F90E-BB93-4D42-839F-BCA1CBA5A45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4736631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75">
            <a:extLst>
              <a:ext uri="{FF2B5EF4-FFF2-40B4-BE49-F238E27FC236}">
                <a16:creationId xmlns:a16="http://schemas.microsoft.com/office/drawing/2014/main" id="{E54845DA-53CC-4F28-A835-D16ED00B5227}"/>
              </a:ext>
            </a:extLst>
          </p:cNvPr>
          <p:cNvSpPr/>
          <p:nvPr/>
        </p:nvSpPr>
        <p:spPr>
          <a:xfrm>
            <a:off x="4224129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SESSION</a:t>
            </a:r>
            <a:endParaRPr lang="ko-KR" altLang="en-US" sz="900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519B505-FEAA-4080-BA40-03EFBE0BD93A}"/>
              </a:ext>
            </a:extLst>
          </p:cNvPr>
          <p:cNvCxnSpPr>
            <a:cxnSpLocks/>
          </p:cNvCxnSpPr>
          <p:nvPr/>
        </p:nvCxnSpPr>
        <p:spPr>
          <a:xfrm>
            <a:off x="2142689" y="2313647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3730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Message.ServerConnection</a:t>
            </a:r>
            <a:endParaRPr lang="ko-KR" altLang="en-US" sz="12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537B9B8-E886-4C94-8C4E-1ABC3146BA38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340925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175">
            <a:extLst>
              <a:ext uri="{FF2B5EF4-FFF2-40B4-BE49-F238E27FC236}">
                <a16:creationId xmlns:a16="http://schemas.microsoft.com/office/drawing/2014/main" id="{35D0E199-4775-41D2-A45E-BFFBF6EF0F56}"/>
              </a:ext>
            </a:extLst>
          </p:cNvPr>
          <p:cNvSpPr/>
          <p:nvPr/>
        </p:nvSpPr>
        <p:spPr>
          <a:xfrm>
            <a:off x="6828423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ACCOUNT</a:t>
            </a:r>
            <a:endParaRPr lang="ko-KR" altLang="en-US" sz="9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9614C6C-C6A2-4B74-8FE2-15EC05A92FD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000817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175">
            <a:extLst>
              <a:ext uri="{FF2B5EF4-FFF2-40B4-BE49-F238E27FC236}">
                <a16:creationId xmlns:a16="http://schemas.microsoft.com/office/drawing/2014/main" id="{9F8CCAA4-C736-4428-AA7E-51AB7C40ACF5}"/>
              </a:ext>
            </a:extLst>
          </p:cNvPr>
          <p:cNvSpPr/>
          <p:nvPr/>
        </p:nvSpPr>
        <p:spPr>
          <a:xfrm>
            <a:off x="9488315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TRADE</a:t>
            </a:r>
            <a:endParaRPr lang="ko-KR" altLang="en-US" sz="900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037F5A-7B0C-4EB6-9B2C-CF30AB5E015E}"/>
              </a:ext>
            </a:extLst>
          </p:cNvPr>
          <p:cNvSpPr/>
          <p:nvPr/>
        </p:nvSpPr>
        <p:spPr>
          <a:xfrm>
            <a:off x="2444800" y="2103682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5872541-7813-4D84-A0C8-09B5DCC45D98}"/>
              </a:ext>
            </a:extLst>
          </p:cNvPr>
          <p:cNvCxnSpPr>
            <a:cxnSpLocks/>
          </p:cNvCxnSpPr>
          <p:nvPr/>
        </p:nvCxnSpPr>
        <p:spPr>
          <a:xfrm>
            <a:off x="4746594" y="2372808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EEFCD3B-5FAD-4F13-B8F7-4A10B0FBD1EA}"/>
              </a:ext>
            </a:extLst>
          </p:cNvPr>
          <p:cNvSpPr/>
          <p:nvPr/>
        </p:nvSpPr>
        <p:spPr>
          <a:xfrm>
            <a:off x="5065515" y="2162843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7C896E1-408E-48A7-AAEC-514226972DC5}"/>
              </a:ext>
            </a:extLst>
          </p:cNvPr>
          <p:cNvSpPr/>
          <p:nvPr/>
        </p:nvSpPr>
        <p:spPr>
          <a:xfrm>
            <a:off x="7668073" y="2225658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B0FD708-0531-46CF-AF0B-2730D07BCE91}"/>
              </a:ext>
            </a:extLst>
          </p:cNvPr>
          <p:cNvCxnSpPr>
            <a:cxnSpLocks/>
          </p:cNvCxnSpPr>
          <p:nvPr/>
        </p:nvCxnSpPr>
        <p:spPr>
          <a:xfrm flipH="1">
            <a:off x="7330574" y="2980075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1210F48-8DF6-4949-B685-CBAB37FFAC9A}"/>
              </a:ext>
            </a:extLst>
          </p:cNvPr>
          <p:cNvSpPr/>
          <p:nvPr/>
        </p:nvSpPr>
        <p:spPr>
          <a:xfrm>
            <a:off x="7654793" y="2765569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D5106F2-12EB-4259-B70E-7861257A2012}"/>
              </a:ext>
            </a:extLst>
          </p:cNvPr>
          <p:cNvCxnSpPr>
            <a:cxnSpLocks/>
          </p:cNvCxnSpPr>
          <p:nvPr/>
        </p:nvCxnSpPr>
        <p:spPr>
          <a:xfrm flipH="1">
            <a:off x="4746594" y="307077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D69741-4590-4792-B0CC-396635784328}"/>
              </a:ext>
            </a:extLst>
          </p:cNvPr>
          <p:cNvSpPr/>
          <p:nvPr/>
        </p:nvSpPr>
        <p:spPr>
          <a:xfrm>
            <a:off x="5052235" y="2856267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133695-7260-49C3-A05C-57E2C096FC88}"/>
              </a:ext>
            </a:extLst>
          </p:cNvPr>
          <p:cNvCxnSpPr>
            <a:cxnSpLocks/>
          </p:cNvCxnSpPr>
          <p:nvPr/>
        </p:nvCxnSpPr>
        <p:spPr>
          <a:xfrm flipH="1">
            <a:off x="2142689" y="318585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2E26195-DAF2-4EDB-9550-455BA1FD8BC0}"/>
              </a:ext>
            </a:extLst>
          </p:cNvPr>
          <p:cNvSpPr/>
          <p:nvPr/>
        </p:nvSpPr>
        <p:spPr>
          <a:xfrm>
            <a:off x="2431520" y="2971347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D2BB970-F7E3-4D43-A3E3-79BB673E6D56}"/>
              </a:ext>
            </a:extLst>
          </p:cNvPr>
          <p:cNvCxnSpPr>
            <a:cxnSpLocks/>
          </p:cNvCxnSpPr>
          <p:nvPr/>
        </p:nvCxnSpPr>
        <p:spPr>
          <a:xfrm flipH="1">
            <a:off x="7348202" y="3936710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AE1C022-9373-4303-9E04-F833B01E5830}"/>
              </a:ext>
            </a:extLst>
          </p:cNvPr>
          <p:cNvCxnSpPr>
            <a:cxnSpLocks/>
          </p:cNvCxnSpPr>
          <p:nvPr/>
        </p:nvCxnSpPr>
        <p:spPr>
          <a:xfrm flipH="1">
            <a:off x="4746594" y="4173085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8331F60-9892-4202-8C54-11FB1FB77F65}"/>
              </a:ext>
            </a:extLst>
          </p:cNvPr>
          <p:cNvCxnSpPr>
            <a:cxnSpLocks/>
          </p:cNvCxnSpPr>
          <p:nvPr/>
        </p:nvCxnSpPr>
        <p:spPr>
          <a:xfrm flipH="1">
            <a:off x="2133361" y="4344146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AA231C-4FF5-4842-A71D-527DF791551D}"/>
              </a:ext>
            </a:extLst>
          </p:cNvPr>
          <p:cNvSpPr/>
          <p:nvPr/>
        </p:nvSpPr>
        <p:spPr>
          <a:xfrm>
            <a:off x="7741506" y="3723627"/>
            <a:ext cx="17267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2CD5B1A-3212-49EB-96B5-9CFD56E005F7}"/>
              </a:ext>
            </a:extLst>
          </p:cNvPr>
          <p:cNvSpPr/>
          <p:nvPr/>
        </p:nvSpPr>
        <p:spPr>
          <a:xfrm>
            <a:off x="5138948" y="3958572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88039E6-E358-45AA-A817-8D1FDBCA6661}"/>
              </a:ext>
            </a:extLst>
          </p:cNvPr>
          <p:cNvSpPr/>
          <p:nvPr/>
        </p:nvSpPr>
        <p:spPr>
          <a:xfrm>
            <a:off x="2518233" y="4127496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7F4B2C-91B2-48EF-B7A9-ED90867E2DA6}"/>
              </a:ext>
            </a:extLst>
          </p:cNvPr>
          <p:cNvSpPr/>
          <p:nvPr/>
        </p:nvSpPr>
        <p:spPr>
          <a:xfrm>
            <a:off x="9948220" y="241696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6B4081D-214C-4635-90C1-2D57061F2294}"/>
              </a:ext>
            </a:extLst>
          </p:cNvPr>
          <p:cNvCxnSpPr>
            <a:cxnSpLocks/>
          </p:cNvCxnSpPr>
          <p:nvPr/>
        </p:nvCxnSpPr>
        <p:spPr>
          <a:xfrm>
            <a:off x="7348202" y="243562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6A3ECCC-2120-4BBB-83AC-1A8F02BCB325}"/>
              </a:ext>
            </a:extLst>
          </p:cNvPr>
          <p:cNvSpPr/>
          <p:nvPr/>
        </p:nvSpPr>
        <p:spPr>
          <a:xfrm>
            <a:off x="9942144" y="3683961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F379CB-6F14-438B-845C-E710DEE28251}"/>
              </a:ext>
            </a:extLst>
          </p:cNvPr>
          <p:cNvCxnSpPr>
            <a:cxnSpLocks/>
          </p:cNvCxnSpPr>
          <p:nvPr/>
        </p:nvCxnSpPr>
        <p:spPr>
          <a:xfrm flipH="1">
            <a:off x="10086144" y="3693023"/>
            <a:ext cx="352825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7E2D6B0-9EF7-4187-B6AE-5C0DE0F8BA6B}"/>
              </a:ext>
            </a:extLst>
          </p:cNvPr>
          <p:cNvSpPr/>
          <p:nvPr/>
        </p:nvSpPr>
        <p:spPr>
          <a:xfrm>
            <a:off x="10439902" y="3563337"/>
            <a:ext cx="12046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highlight>
                  <a:srgbClr val="FFFFFF"/>
                </a:highlight>
                <a:latin typeface="+mn-ea"/>
              </a:rPr>
              <a:t>On Contract</a:t>
            </a:r>
            <a:endParaRPr lang="ko-KR" altLang="en-US" sz="1050" b="1" dirty="0">
              <a:latin typeface="+mn-ea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187ECB7-6BA9-454D-A2FA-542649312AE8}"/>
              </a:ext>
            </a:extLst>
          </p:cNvPr>
          <p:cNvCxnSpPr>
            <a:cxnSpLocks/>
          </p:cNvCxnSpPr>
          <p:nvPr/>
        </p:nvCxnSpPr>
        <p:spPr>
          <a:xfrm>
            <a:off x="1738612" y="2296464"/>
            <a:ext cx="394749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9A1949C-99AD-48DB-9C74-09074422DCF6}"/>
              </a:ext>
            </a:extLst>
          </p:cNvPr>
          <p:cNvSpPr/>
          <p:nvPr/>
        </p:nvSpPr>
        <p:spPr>
          <a:xfrm>
            <a:off x="1175665" y="2156150"/>
            <a:ext cx="5652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highlight>
                  <a:srgbClr val="FFFFFF"/>
                </a:highlight>
                <a:latin typeface="+mn-ea"/>
              </a:rPr>
              <a:t>Order</a:t>
            </a:r>
            <a:endParaRPr lang="ko-KR" altLang="en-US" sz="105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447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241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START-UP SYSTEM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4335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183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/>
              <a:t>START-UP.SERVER.</a:t>
            </a:r>
            <a:r>
              <a:rPr lang="en-US" altLang="ko-KR" b="1" dirty="0"/>
              <a:t>TRADE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B3713A4-CE84-4858-BA43-9E26483DF904}"/>
              </a:ext>
            </a:extLst>
          </p:cNvPr>
          <p:cNvSpPr/>
          <p:nvPr/>
        </p:nvSpPr>
        <p:spPr>
          <a:xfrm>
            <a:off x="2228794" y="1443217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모서리가 둥근 직사각형 110">
            <a:extLst>
              <a:ext uri="{FF2B5EF4-FFF2-40B4-BE49-F238E27FC236}">
                <a16:creationId xmlns:a16="http://schemas.microsoft.com/office/drawing/2014/main" id="{135A258C-4485-4404-A94E-D80D0902BFC1}"/>
              </a:ext>
            </a:extLst>
          </p:cNvPr>
          <p:cNvSpPr/>
          <p:nvPr/>
        </p:nvSpPr>
        <p:spPr>
          <a:xfrm>
            <a:off x="2847091" y="1920280"/>
            <a:ext cx="107426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manager_market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A261AC5-33D3-47AE-A9E1-FE4DD8A16F31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3384225" y="2252799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모서리가 둥근 직사각형 110">
            <a:extLst>
              <a:ext uri="{FF2B5EF4-FFF2-40B4-BE49-F238E27FC236}">
                <a16:creationId xmlns:a16="http://schemas.microsoft.com/office/drawing/2014/main" id="{4C8E5854-C4C2-4752-AC66-EC73F6F73C25}"/>
              </a:ext>
            </a:extLst>
          </p:cNvPr>
          <p:cNvSpPr/>
          <p:nvPr/>
        </p:nvSpPr>
        <p:spPr>
          <a:xfrm>
            <a:off x="4952141" y="1920280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C18E648-BEDB-4AEC-B07D-905DBA7399F1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5354640" y="2252799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110">
            <a:extLst>
              <a:ext uri="{FF2B5EF4-FFF2-40B4-BE49-F238E27FC236}">
                <a16:creationId xmlns:a16="http://schemas.microsoft.com/office/drawing/2014/main" id="{7F316E72-D44F-4573-A1FD-465453718C4A}"/>
              </a:ext>
            </a:extLst>
          </p:cNvPr>
          <p:cNvSpPr/>
          <p:nvPr/>
        </p:nvSpPr>
        <p:spPr>
          <a:xfrm>
            <a:off x="6573302" y="1920280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6E8C65B-9C80-4231-A1FC-3F5574DD084D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7145888" y="2252799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1285B6A-2E1F-4F55-8A58-BFB7ECFCF7AF}"/>
              </a:ext>
            </a:extLst>
          </p:cNvPr>
          <p:cNvCxnSpPr>
            <a:cxnSpLocks/>
          </p:cNvCxnSpPr>
          <p:nvPr/>
        </p:nvCxnSpPr>
        <p:spPr>
          <a:xfrm>
            <a:off x="3937739" y="832662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00A3E19-3575-42A4-94C0-9D78C0D3C624}"/>
              </a:ext>
            </a:extLst>
          </p:cNvPr>
          <p:cNvCxnSpPr>
            <a:cxnSpLocks/>
          </p:cNvCxnSpPr>
          <p:nvPr/>
        </p:nvCxnSpPr>
        <p:spPr>
          <a:xfrm>
            <a:off x="1482285" y="2529368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CC14B42-4E1A-45C0-9841-B56621B5F9FA}"/>
              </a:ext>
            </a:extLst>
          </p:cNvPr>
          <p:cNvCxnSpPr>
            <a:cxnSpLocks/>
          </p:cNvCxnSpPr>
          <p:nvPr/>
        </p:nvCxnSpPr>
        <p:spPr>
          <a:xfrm flipH="1">
            <a:off x="1547360" y="2869506"/>
            <a:ext cx="1689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A9A9595-16F7-4D6A-B6B5-50AED7945E0E}"/>
              </a:ext>
            </a:extLst>
          </p:cNvPr>
          <p:cNvSpPr/>
          <p:nvPr/>
        </p:nvSpPr>
        <p:spPr>
          <a:xfrm>
            <a:off x="3890440" y="62593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AF604B4-7BEC-422D-A5C4-1C0EF032D226}"/>
              </a:ext>
            </a:extLst>
          </p:cNvPr>
          <p:cNvSpPr/>
          <p:nvPr/>
        </p:nvSpPr>
        <p:spPr>
          <a:xfrm>
            <a:off x="6110241" y="227947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AF467DE-9454-441E-B5EE-E9C5A2AC3C4C}"/>
              </a:ext>
            </a:extLst>
          </p:cNvPr>
          <p:cNvSpPr/>
          <p:nvPr/>
        </p:nvSpPr>
        <p:spPr>
          <a:xfrm>
            <a:off x="3324264" y="2517439"/>
            <a:ext cx="144000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43BA5A9-5B87-48E6-8184-1AE076040925}"/>
              </a:ext>
            </a:extLst>
          </p:cNvPr>
          <p:cNvSpPr/>
          <p:nvPr/>
        </p:nvSpPr>
        <p:spPr>
          <a:xfrm>
            <a:off x="5492420" y="4523293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CAE0C3B-53D0-4F2D-B12D-2A42B187905E}"/>
              </a:ext>
            </a:extLst>
          </p:cNvPr>
          <p:cNvSpPr/>
          <p:nvPr/>
        </p:nvSpPr>
        <p:spPr>
          <a:xfrm>
            <a:off x="6115784" y="2971535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633DC096-E9A5-4754-8B43-E6F9E52ADBF3}"/>
              </a:ext>
            </a:extLst>
          </p:cNvPr>
          <p:cNvCxnSpPr>
            <a:cxnSpLocks/>
          </p:cNvCxnSpPr>
          <p:nvPr/>
        </p:nvCxnSpPr>
        <p:spPr>
          <a:xfrm>
            <a:off x="5434334" y="3177648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55A6286-CE9E-47F5-96CA-0251F7B02669}"/>
              </a:ext>
            </a:extLst>
          </p:cNvPr>
          <p:cNvSpPr/>
          <p:nvPr/>
        </p:nvSpPr>
        <p:spPr>
          <a:xfrm>
            <a:off x="1462315" y="2311469"/>
            <a:ext cx="4395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start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585A5C4E-AB1F-4D31-8060-8E0EDC1F99CC}"/>
              </a:ext>
            </a:extLst>
          </p:cNvPr>
          <p:cNvCxnSpPr>
            <a:cxnSpLocks/>
          </p:cNvCxnSpPr>
          <p:nvPr/>
        </p:nvCxnSpPr>
        <p:spPr>
          <a:xfrm>
            <a:off x="1496165" y="2988460"/>
            <a:ext cx="17304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13A28D0F-CC13-4D96-9B51-0F608C2FB4ED}"/>
              </a:ext>
            </a:extLst>
          </p:cNvPr>
          <p:cNvSpPr/>
          <p:nvPr/>
        </p:nvSpPr>
        <p:spPr>
          <a:xfrm>
            <a:off x="3315590" y="5255831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9876F88-D0E1-48EA-858B-93451F97AA6E}"/>
              </a:ext>
            </a:extLst>
          </p:cNvPr>
          <p:cNvSpPr/>
          <p:nvPr/>
        </p:nvSpPr>
        <p:spPr>
          <a:xfrm>
            <a:off x="1571590" y="5136344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5AA85C1-B90B-46E0-AFFA-0057D5DFF1B5}"/>
              </a:ext>
            </a:extLst>
          </p:cNvPr>
          <p:cNvSpPr/>
          <p:nvPr/>
        </p:nvSpPr>
        <p:spPr>
          <a:xfrm>
            <a:off x="5391957" y="137094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83211DCE-AD3A-4D66-92AF-71C236109101}"/>
              </a:ext>
            </a:extLst>
          </p:cNvPr>
          <p:cNvCxnSpPr>
            <a:cxnSpLocks/>
          </p:cNvCxnSpPr>
          <p:nvPr/>
        </p:nvCxnSpPr>
        <p:spPr>
          <a:xfrm flipH="1">
            <a:off x="1496165" y="5347644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D7AE248-7100-44AE-B51E-C6A041068640}"/>
              </a:ext>
            </a:extLst>
          </p:cNvPr>
          <p:cNvSpPr txBox="1"/>
          <p:nvPr/>
        </p:nvSpPr>
        <p:spPr>
          <a:xfrm>
            <a:off x="3614458" y="62818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C6F3CEA-389F-4865-81CA-1FE0FE4C118A}"/>
              </a:ext>
            </a:extLst>
          </p:cNvPr>
          <p:cNvSpPr txBox="1"/>
          <p:nvPr/>
        </p:nvSpPr>
        <p:spPr>
          <a:xfrm>
            <a:off x="1179047" y="513234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E58AD85-EA49-4911-B0DE-E7CA58793B12}"/>
              </a:ext>
            </a:extLst>
          </p:cNvPr>
          <p:cNvSpPr txBox="1"/>
          <p:nvPr/>
        </p:nvSpPr>
        <p:spPr>
          <a:xfrm>
            <a:off x="4546828" y="930547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054F1126-6C25-4FE8-AC13-B67225FEABF8}"/>
              </a:ext>
            </a:extLst>
          </p:cNvPr>
          <p:cNvCxnSpPr/>
          <p:nvPr/>
        </p:nvCxnSpPr>
        <p:spPr>
          <a:xfrm>
            <a:off x="4659412" y="91973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951BF3DD-A80F-43E0-B904-24789EDA3304}"/>
              </a:ext>
            </a:extLst>
          </p:cNvPr>
          <p:cNvSpPr txBox="1"/>
          <p:nvPr/>
        </p:nvSpPr>
        <p:spPr>
          <a:xfrm>
            <a:off x="5137767" y="933656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6B14FDA4-AC72-473E-88A3-C0B97599D76A}"/>
              </a:ext>
            </a:extLst>
          </p:cNvPr>
          <p:cNvCxnSpPr/>
          <p:nvPr/>
        </p:nvCxnSpPr>
        <p:spPr>
          <a:xfrm>
            <a:off x="5250351" y="92284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E1C475D-C30F-458C-BDAE-E4FCE098C205}"/>
              </a:ext>
            </a:extLst>
          </p:cNvPr>
          <p:cNvSpPr txBox="1"/>
          <p:nvPr/>
        </p:nvSpPr>
        <p:spPr>
          <a:xfrm>
            <a:off x="3924789" y="933655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F94879B0-8A11-42FB-B738-E48A00BD978B}"/>
              </a:ext>
            </a:extLst>
          </p:cNvPr>
          <p:cNvCxnSpPr/>
          <p:nvPr/>
        </p:nvCxnSpPr>
        <p:spPr>
          <a:xfrm>
            <a:off x="4037373" y="922839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9E340A7-2C73-4C32-AD2F-60A3F7E73CB8}"/>
              </a:ext>
            </a:extLst>
          </p:cNvPr>
          <p:cNvSpPr/>
          <p:nvPr/>
        </p:nvSpPr>
        <p:spPr>
          <a:xfrm>
            <a:off x="7074651" y="3167514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A5F5E123-6F74-4A6B-A4B4-1E87517EC7D9}"/>
              </a:ext>
            </a:extLst>
          </p:cNvPr>
          <p:cNvSpPr/>
          <p:nvPr/>
        </p:nvSpPr>
        <p:spPr>
          <a:xfrm>
            <a:off x="5282640" y="470834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F492A71-9EA6-4AAB-9866-01014F4AFA3B}"/>
              </a:ext>
            </a:extLst>
          </p:cNvPr>
          <p:cNvCxnSpPr>
            <a:cxnSpLocks/>
          </p:cNvCxnSpPr>
          <p:nvPr/>
        </p:nvCxnSpPr>
        <p:spPr>
          <a:xfrm flipH="1">
            <a:off x="3465575" y="5272677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4A5CCE4C-98EF-4F19-947A-758E8E80CD9D}"/>
              </a:ext>
            </a:extLst>
          </p:cNvPr>
          <p:cNvSpPr/>
          <p:nvPr/>
        </p:nvSpPr>
        <p:spPr>
          <a:xfrm>
            <a:off x="7074651" y="425408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724F65AD-9B4B-40B5-B761-579EFC89B071}"/>
              </a:ext>
            </a:extLst>
          </p:cNvPr>
          <p:cNvCxnSpPr>
            <a:cxnSpLocks/>
          </p:cNvCxnSpPr>
          <p:nvPr/>
        </p:nvCxnSpPr>
        <p:spPr>
          <a:xfrm flipH="1">
            <a:off x="5443665" y="4746392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모서리가 둥근 직사각형 110">
            <a:extLst>
              <a:ext uri="{FF2B5EF4-FFF2-40B4-BE49-F238E27FC236}">
                <a16:creationId xmlns:a16="http://schemas.microsoft.com/office/drawing/2014/main" id="{8987D3E3-2725-4A14-A875-49546A7FFB4E}"/>
              </a:ext>
            </a:extLst>
          </p:cNvPr>
          <p:cNvSpPr/>
          <p:nvPr/>
        </p:nvSpPr>
        <p:spPr>
          <a:xfrm>
            <a:off x="8006584" y="1920184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Iquerier_market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03A787B6-AF11-42EF-93DC-36D9C9973DF3}"/>
              </a:ext>
            </a:extLst>
          </p:cNvPr>
          <p:cNvCxnSpPr>
            <a:cxnSpLocks/>
            <a:stCxn id="165" idx="2"/>
          </p:cNvCxnSpPr>
          <p:nvPr/>
        </p:nvCxnSpPr>
        <p:spPr>
          <a:xfrm>
            <a:off x="8579170" y="2252703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6C05EF40-2F46-4A4F-B6B5-DF7BE720E8F9}"/>
              </a:ext>
            </a:extLst>
          </p:cNvPr>
          <p:cNvSpPr/>
          <p:nvPr/>
        </p:nvSpPr>
        <p:spPr>
          <a:xfrm>
            <a:off x="7418700" y="3500019"/>
            <a:ext cx="11451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47719952-F936-44B5-87F8-20445DF0EB43}"/>
              </a:ext>
            </a:extLst>
          </p:cNvPr>
          <p:cNvCxnSpPr>
            <a:cxnSpLocks/>
          </p:cNvCxnSpPr>
          <p:nvPr/>
        </p:nvCxnSpPr>
        <p:spPr>
          <a:xfrm>
            <a:off x="7224891" y="3706132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51EF292C-55A1-4022-9BF5-A4D635B80E8B}"/>
              </a:ext>
            </a:extLst>
          </p:cNvPr>
          <p:cNvSpPr/>
          <p:nvPr/>
        </p:nvSpPr>
        <p:spPr>
          <a:xfrm>
            <a:off x="7231012" y="4068562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F0E69EAC-A4F4-4B1A-9019-48EC54358736}"/>
              </a:ext>
            </a:extLst>
          </p:cNvPr>
          <p:cNvCxnSpPr>
            <a:cxnSpLocks/>
          </p:cNvCxnSpPr>
          <p:nvPr/>
        </p:nvCxnSpPr>
        <p:spPr>
          <a:xfrm flipH="1">
            <a:off x="7219585" y="4291661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그림 170">
            <a:extLst>
              <a:ext uri="{FF2B5EF4-FFF2-40B4-BE49-F238E27FC236}">
                <a16:creationId xmlns:a16="http://schemas.microsoft.com/office/drawing/2014/main" id="{9D5E0A94-E062-4DD8-BFC0-10EA9A9DA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4621" y="2603459"/>
            <a:ext cx="692892" cy="979734"/>
          </a:xfrm>
          <a:prstGeom prst="rect">
            <a:avLst/>
          </a:prstGeom>
        </p:spPr>
      </p:pic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175ABEF-45AC-428C-8E74-368BEAC0EE2C}"/>
              </a:ext>
            </a:extLst>
          </p:cNvPr>
          <p:cNvSpPr/>
          <p:nvPr/>
        </p:nvSpPr>
        <p:spPr>
          <a:xfrm>
            <a:off x="3237116" y="2740669"/>
            <a:ext cx="144000" cy="10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72EA8070-8039-4AEB-AB14-B5F17FADAB33}"/>
              </a:ext>
            </a:extLst>
          </p:cNvPr>
          <p:cNvSpPr/>
          <p:nvPr/>
        </p:nvSpPr>
        <p:spPr>
          <a:xfrm>
            <a:off x="2733370" y="2591091"/>
            <a:ext cx="550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on_start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5" name="모서리가 둥근 직사각형 110">
            <a:extLst>
              <a:ext uri="{FF2B5EF4-FFF2-40B4-BE49-F238E27FC236}">
                <a16:creationId xmlns:a16="http://schemas.microsoft.com/office/drawing/2014/main" id="{623C77EF-9A04-45B3-BB3B-AAA320666A7E}"/>
              </a:ext>
            </a:extLst>
          </p:cNvPr>
          <p:cNvSpPr/>
          <p:nvPr/>
        </p:nvSpPr>
        <p:spPr>
          <a:xfrm>
            <a:off x="4006543" y="290174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290547C3-2624-40CD-8724-B0D6BA1AC52A}"/>
              </a:ext>
            </a:extLst>
          </p:cNvPr>
          <p:cNvCxnSpPr>
            <a:cxnSpLocks/>
            <a:stCxn id="175" idx="2"/>
          </p:cNvCxnSpPr>
          <p:nvPr/>
        </p:nvCxnSpPr>
        <p:spPr>
          <a:xfrm>
            <a:off x="4409042" y="3234267"/>
            <a:ext cx="0" cy="14995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90A5EB4D-832D-4746-9CCF-B741299283BA}"/>
              </a:ext>
            </a:extLst>
          </p:cNvPr>
          <p:cNvCxnSpPr>
            <a:cxnSpLocks/>
          </p:cNvCxnSpPr>
          <p:nvPr/>
        </p:nvCxnSpPr>
        <p:spPr>
          <a:xfrm>
            <a:off x="3389516" y="3061321"/>
            <a:ext cx="6021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B620EAE6-B3E7-48D0-B9BD-B83CC0CF5B6F}"/>
              </a:ext>
            </a:extLst>
          </p:cNvPr>
          <p:cNvCxnSpPr>
            <a:cxnSpLocks/>
          </p:cNvCxnSpPr>
          <p:nvPr/>
        </p:nvCxnSpPr>
        <p:spPr>
          <a:xfrm>
            <a:off x="3374462" y="3466043"/>
            <a:ext cx="987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AFA6BCB-FA82-4FD6-A883-710D5D7ED1D4}"/>
              </a:ext>
            </a:extLst>
          </p:cNvPr>
          <p:cNvSpPr/>
          <p:nvPr/>
        </p:nvSpPr>
        <p:spPr>
          <a:xfrm>
            <a:off x="3492411" y="3262878"/>
            <a:ext cx="926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request_setting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657317DC-A3DB-4DC9-84BC-319773DCB2E7}"/>
              </a:ext>
            </a:extLst>
          </p:cNvPr>
          <p:cNvCxnSpPr>
            <a:cxnSpLocks/>
          </p:cNvCxnSpPr>
          <p:nvPr/>
        </p:nvCxnSpPr>
        <p:spPr>
          <a:xfrm>
            <a:off x="3377572" y="3741481"/>
            <a:ext cx="987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B335C58C-3DF4-4386-A311-7E52BB857DC3}"/>
              </a:ext>
            </a:extLst>
          </p:cNvPr>
          <p:cNvSpPr/>
          <p:nvPr/>
        </p:nvSpPr>
        <p:spPr>
          <a:xfrm>
            <a:off x="3937086" y="3538316"/>
            <a:ext cx="4772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start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593A5BA-85C1-4DD6-93DC-83180291BF9B}"/>
              </a:ext>
            </a:extLst>
          </p:cNvPr>
          <p:cNvSpPr/>
          <p:nvPr/>
        </p:nvSpPr>
        <p:spPr>
          <a:xfrm>
            <a:off x="4329456" y="374187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08B06C43-B93A-4294-8FBD-355E39BA3F9D}"/>
              </a:ext>
            </a:extLst>
          </p:cNvPr>
          <p:cNvSpPr/>
          <p:nvPr/>
        </p:nvSpPr>
        <p:spPr>
          <a:xfrm>
            <a:off x="2390545" y="3568474"/>
            <a:ext cx="926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register_market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B5E089AF-B169-4248-AEFB-2E168417198F}"/>
              </a:ext>
            </a:extLst>
          </p:cNvPr>
          <p:cNvSpPr/>
          <p:nvPr/>
        </p:nvSpPr>
        <p:spPr>
          <a:xfrm>
            <a:off x="4473456" y="3877370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create querier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0E4087C-C3CF-460E-9EC7-12B58A095D8C}"/>
              </a:ext>
            </a:extLst>
          </p:cNvPr>
          <p:cNvSpPr/>
          <p:nvPr/>
        </p:nvSpPr>
        <p:spPr>
          <a:xfrm>
            <a:off x="3655473" y="5080865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Create </a:t>
            </a:r>
            <a:r>
              <a:rPr lang="en-US" altLang="ko-KR" sz="800" dirty="0" err="1">
                <a:latin typeface="+mn-ea"/>
              </a:rPr>
              <a:t>Querier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985E3E4-F35E-4189-A7D3-68F6C755C47E}"/>
              </a:ext>
            </a:extLst>
          </p:cNvPr>
          <p:cNvCxnSpPr>
            <a:cxnSpLocks/>
          </p:cNvCxnSpPr>
          <p:nvPr/>
        </p:nvCxnSpPr>
        <p:spPr>
          <a:xfrm flipH="1">
            <a:off x="1462315" y="4019330"/>
            <a:ext cx="28421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38E7038A-2A33-4ECB-8312-7D7603F6FE39}"/>
              </a:ext>
            </a:extLst>
          </p:cNvPr>
          <p:cNvCxnSpPr>
            <a:cxnSpLocks/>
          </p:cNvCxnSpPr>
          <p:nvPr/>
        </p:nvCxnSpPr>
        <p:spPr>
          <a:xfrm>
            <a:off x="1441674" y="4092998"/>
            <a:ext cx="2862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93FB66F3-916E-4A88-AB18-3796ED07C54F}"/>
              </a:ext>
            </a:extLst>
          </p:cNvPr>
          <p:cNvCxnSpPr>
            <a:cxnSpLocks/>
          </p:cNvCxnSpPr>
          <p:nvPr/>
        </p:nvCxnSpPr>
        <p:spPr>
          <a:xfrm flipH="1">
            <a:off x="1482285" y="4476496"/>
            <a:ext cx="28421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32387C04-8FDB-4894-ADEE-FC271AF98FE6}"/>
              </a:ext>
            </a:extLst>
          </p:cNvPr>
          <p:cNvCxnSpPr>
            <a:cxnSpLocks/>
          </p:cNvCxnSpPr>
          <p:nvPr/>
        </p:nvCxnSpPr>
        <p:spPr>
          <a:xfrm>
            <a:off x="1511314" y="4599963"/>
            <a:ext cx="2862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그림 192">
            <a:extLst>
              <a:ext uri="{FF2B5EF4-FFF2-40B4-BE49-F238E27FC236}">
                <a16:creationId xmlns:a16="http://schemas.microsoft.com/office/drawing/2014/main" id="{49E5ADED-DE1B-4487-A568-1C181CD18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8503" y="4164141"/>
            <a:ext cx="692892" cy="979734"/>
          </a:xfrm>
          <a:prstGeom prst="rect">
            <a:avLst/>
          </a:prstGeom>
        </p:spPr>
      </p:pic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9BFBB0C1-B24E-4DA3-9F12-C3860F2694AC}"/>
              </a:ext>
            </a:extLst>
          </p:cNvPr>
          <p:cNvSpPr/>
          <p:nvPr/>
        </p:nvSpPr>
        <p:spPr>
          <a:xfrm>
            <a:off x="3020107" y="3822154"/>
            <a:ext cx="1372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_process_get_setting_info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DBAB8235-B69E-468A-98C5-E466637E96DD}"/>
              </a:ext>
            </a:extLst>
          </p:cNvPr>
          <p:cNvSpPr/>
          <p:nvPr/>
        </p:nvSpPr>
        <p:spPr>
          <a:xfrm>
            <a:off x="3105325" y="4291792"/>
            <a:ext cx="1372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_process_get_trade_event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9458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12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2240" y="3168680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Iquerier_account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159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66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620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SHUTDOWN SYSTEM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647964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7" y="2219131"/>
            <a:ext cx="6791475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100986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100986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470119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573624" y="3508219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3579193" y="4214272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346012" y="2768467"/>
            <a:ext cx="99376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842892" y="3100986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263396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46725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50821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958222" y="3301660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0263" y="4282216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219132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530554" y="44141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26339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723609" y="462224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900895" y="443284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358237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842135" y="3459302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434291" y="3795266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601617" y="3795266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644151" y="3596503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C9628D-BE1C-4CA0-A63A-8298D58289B8}"/>
              </a:ext>
            </a:extLst>
          </p:cNvPr>
          <p:cNvSpPr txBox="1"/>
          <p:nvPr/>
        </p:nvSpPr>
        <p:spPr>
          <a:xfrm>
            <a:off x="3840189" y="3873282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9C97BCA-A917-4D1B-85FF-AB2B1249BCD5}"/>
              </a:ext>
            </a:extLst>
          </p:cNvPr>
          <p:cNvCxnSpPr/>
          <p:nvPr/>
        </p:nvCxnSpPr>
        <p:spPr>
          <a:xfrm>
            <a:off x="3952773" y="386246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668A0C-7E1F-41CA-BCE2-6BB52A33606A}"/>
              </a:ext>
            </a:extLst>
          </p:cNvPr>
          <p:cNvSpPr/>
          <p:nvPr/>
        </p:nvSpPr>
        <p:spPr>
          <a:xfrm>
            <a:off x="5840270" y="398130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198770" y="3723298"/>
            <a:ext cx="91475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56145" y="4055817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582955" y="4497305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A16E0B5-6247-41CF-8F49-1CA0B32E289E}"/>
              </a:ext>
            </a:extLst>
          </p:cNvPr>
          <p:cNvSpPr/>
          <p:nvPr/>
        </p:nvSpPr>
        <p:spPr>
          <a:xfrm>
            <a:off x="7495289" y="4282216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593343" y="449227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B748A6E-18A3-4273-84EB-9BCA85EFCC8D}"/>
              </a:ext>
            </a:extLst>
          </p:cNvPr>
          <p:cNvCxnSpPr>
            <a:cxnSpLocks/>
          </p:cNvCxnSpPr>
          <p:nvPr/>
        </p:nvCxnSpPr>
        <p:spPr>
          <a:xfrm flipH="1">
            <a:off x="8752116" y="5221856"/>
            <a:ext cx="28644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EDEA8AA-52A5-4414-AA06-BF76D14840EE}"/>
              </a:ext>
            </a:extLst>
          </p:cNvPr>
          <p:cNvSpPr txBox="1"/>
          <p:nvPr/>
        </p:nvSpPr>
        <p:spPr>
          <a:xfrm>
            <a:off x="11531990" y="501701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3E25088-34A3-4B84-99C6-3EDCD4074128}"/>
              </a:ext>
            </a:extLst>
          </p:cNvPr>
          <p:cNvSpPr/>
          <p:nvPr/>
        </p:nvSpPr>
        <p:spPr>
          <a:xfrm>
            <a:off x="9859621" y="5031708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1BB439D-ACF7-46D5-8B8D-49F172C8CDF4}"/>
              </a:ext>
            </a:extLst>
          </p:cNvPr>
          <p:cNvCxnSpPr>
            <a:cxnSpLocks/>
          </p:cNvCxnSpPr>
          <p:nvPr/>
        </p:nvCxnSpPr>
        <p:spPr>
          <a:xfrm flipH="1">
            <a:off x="6923314" y="5231187"/>
            <a:ext cx="16888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B238A8-FDFF-45E6-8142-1DB81537FCEB}"/>
              </a:ext>
            </a:extLst>
          </p:cNvPr>
          <p:cNvSpPr/>
          <p:nvPr/>
        </p:nvSpPr>
        <p:spPr>
          <a:xfrm>
            <a:off x="6769925" y="5221856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3CC9C11-9E54-46D9-9152-7294BCBD159A}"/>
              </a:ext>
            </a:extLst>
          </p:cNvPr>
          <p:cNvSpPr/>
          <p:nvPr/>
        </p:nvSpPr>
        <p:spPr>
          <a:xfrm>
            <a:off x="6856600" y="5002507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C801A6C-43DB-4473-943A-86F5F873CFD3}"/>
              </a:ext>
            </a:extLst>
          </p:cNvPr>
          <p:cNvSpPr/>
          <p:nvPr/>
        </p:nvSpPr>
        <p:spPr>
          <a:xfrm>
            <a:off x="8594118" y="517052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D15375B-B64A-4E26-B087-7A150F5E4FBF}"/>
              </a:ext>
            </a:extLst>
          </p:cNvPr>
          <p:cNvCxnSpPr>
            <a:cxnSpLocks/>
          </p:cNvCxnSpPr>
          <p:nvPr/>
        </p:nvCxnSpPr>
        <p:spPr>
          <a:xfrm>
            <a:off x="6936326" y="5449070"/>
            <a:ext cx="1722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02EE2B2-E75C-4936-8BBB-D13B2F0D9DA8}"/>
              </a:ext>
            </a:extLst>
          </p:cNvPr>
          <p:cNvCxnSpPr>
            <a:cxnSpLocks/>
          </p:cNvCxnSpPr>
          <p:nvPr/>
        </p:nvCxnSpPr>
        <p:spPr>
          <a:xfrm flipH="1">
            <a:off x="6928066" y="5517014"/>
            <a:ext cx="17400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A6FFE0-D856-4FD9-8DED-66F1D0CB3EDF}"/>
              </a:ext>
            </a:extLst>
          </p:cNvPr>
          <p:cNvSpPr/>
          <p:nvPr/>
        </p:nvSpPr>
        <p:spPr>
          <a:xfrm>
            <a:off x="7492411" y="5247214"/>
            <a:ext cx="1171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complete_transaction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188C993-6006-413D-A82E-D876C0093CBA}"/>
              </a:ext>
            </a:extLst>
          </p:cNvPr>
          <p:cNvCxnSpPr>
            <a:cxnSpLocks/>
          </p:cNvCxnSpPr>
          <p:nvPr/>
        </p:nvCxnSpPr>
        <p:spPr>
          <a:xfrm flipH="1">
            <a:off x="3601616" y="5585861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58C309-F28B-43C1-99D4-E180BE6B1140}"/>
              </a:ext>
            </a:extLst>
          </p:cNvPr>
          <p:cNvSpPr/>
          <p:nvPr/>
        </p:nvSpPr>
        <p:spPr>
          <a:xfrm>
            <a:off x="3437278" y="5550033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16C42B0-1F76-4A71-BB62-29015CD094A0}"/>
              </a:ext>
            </a:extLst>
          </p:cNvPr>
          <p:cNvCxnSpPr>
            <a:cxnSpLocks/>
          </p:cNvCxnSpPr>
          <p:nvPr/>
        </p:nvCxnSpPr>
        <p:spPr>
          <a:xfrm>
            <a:off x="3602547" y="5825404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81B8545-0BA4-4EA0-821A-D74A15EE04BC}"/>
              </a:ext>
            </a:extLst>
          </p:cNvPr>
          <p:cNvSpPr/>
          <p:nvPr/>
        </p:nvSpPr>
        <p:spPr>
          <a:xfrm>
            <a:off x="5654866" y="580770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8D9FD07-0AAC-4DB4-89D4-37CBEA1BAAEF}"/>
              </a:ext>
            </a:extLst>
          </p:cNvPr>
          <p:cNvSpPr/>
          <p:nvPr/>
        </p:nvSpPr>
        <p:spPr>
          <a:xfrm>
            <a:off x="3912365" y="5621401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3D1A0F2-4C53-468C-9D27-678B22F3C9C9}"/>
              </a:ext>
            </a:extLst>
          </p:cNvPr>
          <p:cNvSpPr/>
          <p:nvPr/>
        </p:nvSpPr>
        <p:spPr>
          <a:xfrm>
            <a:off x="3634147" y="5353379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976DCEF-2C2B-46C6-BB91-32DA5A9FEE35}"/>
              </a:ext>
            </a:extLst>
          </p:cNvPr>
          <p:cNvSpPr/>
          <p:nvPr/>
        </p:nvSpPr>
        <p:spPr>
          <a:xfrm>
            <a:off x="8787465" y="5011838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6D23790-634E-47C9-9692-F7D44EBCC294}"/>
              </a:ext>
            </a:extLst>
          </p:cNvPr>
          <p:cNvSpPr/>
          <p:nvPr/>
        </p:nvSpPr>
        <p:spPr>
          <a:xfrm>
            <a:off x="3434291" y="6131228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B2D8DD25-9153-412B-8CFD-01EA92BA19B5}"/>
              </a:ext>
            </a:extLst>
          </p:cNvPr>
          <p:cNvCxnSpPr>
            <a:cxnSpLocks/>
          </p:cNvCxnSpPr>
          <p:nvPr/>
        </p:nvCxnSpPr>
        <p:spPr>
          <a:xfrm flipH="1">
            <a:off x="3592286" y="6146778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A8F9DB1-D9FA-4E34-AD5D-E86D8C56322A}"/>
              </a:ext>
            </a:extLst>
          </p:cNvPr>
          <p:cNvCxnSpPr>
            <a:cxnSpLocks/>
          </p:cNvCxnSpPr>
          <p:nvPr/>
        </p:nvCxnSpPr>
        <p:spPr>
          <a:xfrm flipH="1">
            <a:off x="1380931" y="6186267"/>
            <a:ext cx="20567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AD4F9BF-1131-4D1C-A095-2D48E515DDF9}"/>
              </a:ext>
            </a:extLst>
          </p:cNvPr>
          <p:cNvSpPr txBox="1"/>
          <p:nvPr/>
        </p:nvSpPr>
        <p:spPr>
          <a:xfrm>
            <a:off x="1053227" y="5993519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D3B168B-D396-4E61-8893-2CA917F001DD}"/>
              </a:ext>
            </a:extLst>
          </p:cNvPr>
          <p:cNvSpPr/>
          <p:nvPr/>
        </p:nvSpPr>
        <p:spPr>
          <a:xfrm>
            <a:off x="1417267" y="597765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872D263-CE01-499A-8EFB-E447A61C52C2}"/>
              </a:ext>
            </a:extLst>
          </p:cNvPr>
          <p:cNvSpPr/>
          <p:nvPr/>
        </p:nvSpPr>
        <p:spPr>
          <a:xfrm>
            <a:off x="3921591" y="596434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5F9F1D3-9C22-4B28-ABDE-EE0A88AEDC0E}"/>
              </a:ext>
            </a:extLst>
          </p:cNvPr>
          <p:cNvSpPr/>
          <p:nvPr/>
        </p:nvSpPr>
        <p:spPr>
          <a:xfrm>
            <a:off x="6646527" y="531425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700DF2-2933-4F96-8F32-56D2DDF8CDF9}"/>
              </a:ext>
            </a:extLst>
          </p:cNvPr>
          <p:cNvSpPr txBox="1"/>
          <p:nvPr/>
        </p:nvSpPr>
        <p:spPr>
          <a:xfrm>
            <a:off x="10439094" y="469672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30621A2D-00F8-494E-8623-0F6EC931169D}"/>
              </a:ext>
            </a:extLst>
          </p:cNvPr>
          <p:cNvCxnSpPr/>
          <p:nvPr/>
        </p:nvCxnSpPr>
        <p:spPr>
          <a:xfrm>
            <a:off x="10551678" y="468591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1030033" y="469983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1142617" y="4689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C560F240-D370-4DDF-9266-0293A498F37D}"/>
              </a:ext>
            </a:extLst>
          </p:cNvPr>
          <p:cNvSpPr/>
          <p:nvPr/>
        </p:nvSpPr>
        <p:spPr>
          <a:xfrm>
            <a:off x="7545127" y="3085573"/>
            <a:ext cx="3061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Try to finding 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‘Cached ACCOUNT_ID’</a:t>
            </a:r>
            <a:r>
              <a:rPr lang="en-US" altLang="ko-KR" sz="800" dirty="0">
                <a:latin typeface="+mn-ea"/>
              </a:rPr>
              <a:t> and 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   if ‘Success’ → Use it and Request Check-in immediately</a:t>
            </a:r>
          </a:p>
          <a:p>
            <a:r>
              <a:rPr lang="en-US" altLang="ko-KR" sz="800" dirty="0">
                <a:latin typeface="+mn-ea"/>
              </a:rPr>
              <a:t>   if ‘Failed’ → Query to ‘Login Server’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D8B1E1B-445E-4560-AF8B-B125E7E496DD}"/>
              </a:ext>
            </a:extLst>
          </p:cNvPr>
          <p:cNvSpPr txBox="1"/>
          <p:nvPr/>
        </p:nvSpPr>
        <p:spPr>
          <a:xfrm>
            <a:off x="9817055" y="469983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B74F362D-2C08-4A31-AB47-F47926607BDC}"/>
              </a:ext>
            </a:extLst>
          </p:cNvPr>
          <p:cNvCxnSpPr/>
          <p:nvPr/>
        </p:nvCxnSpPr>
        <p:spPr>
          <a:xfrm>
            <a:off x="9929639" y="468902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9424507-6AF7-4985-8FF9-B591D635E935}"/>
              </a:ext>
            </a:extLst>
          </p:cNvPr>
          <p:cNvCxnSpPr>
            <a:cxnSpLocks/>
          </p:cNvCxnSpPr>
          <p:nvPr/>
        </p:nvCxnSpPr>
        <p:spPr>
          <a:xfrm flipH="1">
            <a:off x="6332491" y="3380149"/>
            <a:ext cx="1197780" cy="159105"/>
          </a:xfrm>
          <a:prstGeom prst="straightConnector1">
            <a:avLst/>
          </a:prstGeom>
          <a:ln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EC3CC338-0985-41BB-803C-8887BA7F05E0}"/>
              </a:ext>
            </a:extLst>
          </p:cNvPr>
          <p:cNvSpPr/>
          <p:nvPr/>
        </p:nvSpPr>
        <p:spPr>
          <a:xfrm>
            <a:off x="4939835" y="371714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EEE0E412-8721-4D5B-BA2F-E5CFB3A2F2D6}"/>
              </a:ext>
            </a:extLst>
          </p:cNvPr>
          <p:cNvSpPr/>
          <p:nvPr/>
        </p:nvSpPr>
        <p:spPr>
          <a:xfrm>
            <a:off x="3784132" y="342139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289502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703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Iquerier_account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410656" y="3481720"/>
            <a:ext cx="11461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85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527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CHECKIN_REQUEST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3D0A6-EC0E-4D5F-9540-09331C906D1D}"/>
              </a:ext>
            </a:extLst>
          </p:cNvPr>
          <p:cNvSpPr txBox="1"/>
          <p:nvPr/>
        </p:nvSpPr>
        <p:spPr>
          <a:xfrm>
            <a:off x="2861966" y="2027786"/>
            <a:ext cx="23807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CHECKIN_REQUEST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421A7-77F1-4825-BA53-DFF69EA4295E}"/>
              </a:ext>
            </a:extLst>
          </p:cNvPr>
          <p:cNvSpPr txBox="1"/>
          <p:nvPr/>
        </p:nvSpPr>
        <p:spPr>
          <a:xfrm>
            <a:off x="2861966" y="2394471"/>
            <a:ext cx="2505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CHECKOUT_REQUEST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510B0-B3BC-4B87-BFAF-2505FA6CAF4D}"/>
              </a:ext>
            </a:extLst>
          </p:cNvPr>
          <p:cNvSpPr txBox="1"/>
          <p:nvPr/>
        </p:nvSpPr>
        <p:spPr>
          <a:xfrm>
            <a:off x="2861966" y="2761156"/>
            <a:ext cx="27222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TRADE_ORDER_REQUEST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45E0D-F21C-4E7D-B191-E3CFCB4AB98A}"/>
              </a:ext>
            </a:extLst>
          </p:cNvPr>
          <p:cNvSpPr txBox="1"/>
          <p:nvPr/>
        </p:nvSpPr>
        <p:spPr>
          <a:xfrm>
            <a:off x="2861966" y="3127841"/>
            <a:ext cx="27222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TRADE_ORDER_REQUEST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1CDA1-3046-4124-9764-D2A0408A29F3}"/>
              </a:ext>
            </a:extLst>
          </p:cNvPr>
          <p:cNvSpPr txBox="1"/>
          <p:nvPr/>
        </p:nvSpPr>
        <p:spPr>
          <a:xfrm>
            <a:off x="2861966" y="4605439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OBSERVING_REGISTER_REQUEST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CDC53-DB4D-4F92-ACBD-A1483889FCF2}"/>
              </a:ext>
            </a:extLst>
          </p:cNvPr>
          <p:cNvSpPr txBox="1"/>
          <p:nvPr/>
        </p:nvSpPr>
        <p:spPr>
          <a:xfrm>
            <a:off x="2861966" y="4961266"/>
            <a:ext cx="27703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OBSERVING_UNREGISTER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45AD79-A4EF-4221-8CAF-973C4ADC68A3}"/>
              </a:ext>
            </a:extLst>
          </p:cNvPr>
          <p:cNvSpPr txBox="1"/>
          <p:nvPr/>
        </p:nvSpPr>
        <p:spPr>
          <a:xfrm>
            <a:off x="1333279" y="2461290"/>
            <a:ext cx="1048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ACCOUNT</a:t>
            </a:r>
            <a:endParaRPr lang="ko-KR" alt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7EED3-3BDE-4A29-BC72-BAD4A210F899}"/>
              </a:ext>
            </a:extLst>
          </p:cNvPr>
          <p:cNvSpPr txBox="1"/>
          <p:nvPr/>
        </p:nvSpPr>
        <p:spPr>
          <a:xfrm>
            <a:off x="1333279" y="4728549"/>
            <a:ext cx="69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QUOT</a:t>
            </a:r>
            <a:endParaRPr lang="ko-KR" altLang="en-US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DFECA-03EA-430F-8BFC-962B22250986}"/>
              </a:ext>
            </a:extLst>
          </p:cNvPr>
          <p:cNvSpPr txBox="1"/>
          <p:nvPr/>
        </p:nvSpPr>
        <p:spPr>
          <a:xfrm>
            <a:off x="2861966" y="3494526"/>
            <a:ext cx="30716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ACCOUNT_TRANFER_REQUEST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01621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527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CHECKIN_REQUEST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082630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7" y="2219131"/>
            <a:ext cx="6791475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100986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100986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470119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573624" y="3508219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3579193" y="4214272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395866" y="2768467"/>
            <a:ext cx="89405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842892" y="3100986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263396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46725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50821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958222" y="3301660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0263" y="4282216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219132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530554" y="44141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26339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723609" y="462224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900895" y="443284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358237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842135" y="3459302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434291" y="3795266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601617" y="3795266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644151" y="3596503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C9628D-BE1C-4CA0-A63A-8298D58289B8}"/>
              </a:ext>
            </a:extLst>
          </p:cNvPr>
          <p:cNvSpPr txBox="1"/>
          <p:nvPr/>
        </p:nvSpPr>
        <p:spPr>
          <a:xfrm>
            <a:off x="3840189" y="3873282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9C97BCA-A917-4D1B-85FF-AB2B1249BCD5}"/>
              </a:ext>
            </a:extLst>
          </p:cNvPr>
          <p:cNvCxnSpPr/>
          <p:nvPr/>
        </p:nvCxnSpPr>
        <p:spPr>
          <a:xfrm>
            <a:off x="3952773" y="386246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668A0C-7E1F-41CA-BCE2-6BB52A33606A}"/>
              </a:ext>
            </a:extLst>
          </p:cNvPr>
          <p:cNvSpPr/>
          <p:nvPr/>
        </p:nvSpPr>
        <p:spPr>
          <a:xfrm>
            <a:off x="5786930" y="398130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198773" y="3723298"/>
            <a:ext cx="91474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56145" y="4055817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582955" y="4497305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A16E0B5-6247-41CF-8F49-1CA0B32E289E}"/>
              </a:ext>
            </a:extLst>
          </p:cNvPr>
          <p:cNvSpPr/>
          <p:nvPr/>
        </p:nvSpPr>
        <p:spPr>
          <a:xfrm>
            <a:off x="7495289" y="4282216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593343" y="449227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B748A6E-18A3-4273-84EB-9BCA85EFCC8D}"/>
              </a:ext>
            </a:extLst>
          </p:cNvPr>
          <p:cNvCxnSpPr>
            <a:cxnSpLocks/>
          </p:cNvCxnSpPr>
          <p:nvPr/>
        </p:nvCxnSpPr>
        <p:spPr>
          <a:xfrm flipH="1">
            <a:off x="8752116" y="5221856"/>
            <a:ext cx="28644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EDEA8AA-52A5-4414-AA06-BF76D14840EE}"/>
              </a:ext>
            </a:extLst>
          </p:cNvPr>
          <p:cNvSpPr txBox="1"/>
          <p:nvPr/>
        </p:nvSpPr>
        <p:spPr>
          <a:xfrm>
            <a:off x="11531990" y="501701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3E25088-34A3-4B84-99C6-3EDCD4074128}"/>
              </a:ext>
            </a:extLst>
          </p:cNvPr>
          <p:cNvSpPr/>
          <p:nvPr/>
        </p:nvSpPr>
        <p:spPr>
          <a:xfrm>
            <a:off x="9859621" y="5031708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1BB439D-ACF7-46D5-8B8D-49F172C8CDF4}"/>
              </a:ext>
            </a:extLst>
          </p:cNvPr>
          <p:cNvCxnSpPr>
            <a:cxnSpLocks/>
          </p:cNvCxnSpPr>
          <p:nvPr/>
        </p:nvCxnSpPr>
        <p:spPr>
          <a:xfrm flipH="1">
            <a:off x="6923314" y="5231187"/>
            <a:ext cx="16888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B238A8-FDFF-45E6-8142-1DB81537FCEB}"/>
              </a:ext>
            </a:extLst>
          </p:cNvPr>
          <p:cNvSpPr/>
          <p:nvPr/>
        </p:nvSpPr>
        <p:spPr>
          <a:xfrm>
            <a:off x="6769925" y="5221856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3CC9C11-9E54-46D9-9152-7294BCBD159A}"/>
              </a:ext>
            </a:extLst>
          </p:cNvPr>
          <p:cNvSpPr/>
          <p:nvPr/>
        </p:nvSpPr>
        <p:spPr>
          <a:xfrm>
            <a:off x="6856600" y="5002507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C801A6C-43DB-4473-943A-86F5F873CFD3}"/>
              </a:ext>
            </a:extLst>
          </p:cNvPr>
          <p:cNvSpPr/>
          <p:nvPr/>
        </p:nvSpPr>
        <p:spPr>
          <a:xfrm>
            <a:off x="8594118" y="517052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D15375B-B64A-4E26-B087-7A150F5E4FBF}"/>
              </a:ext>
            </a:extLst>
          </p:cNvPr>
          <p:cNvCxnSpPr>
            <a:cxnSpLocks/>
          </p:cNvCxnSpPr>
          <p:nvPr/>
        </p:nvCxnSpPr>
        <p:spPr>
          <a:xfrm>
            <a:off x="6936326" y="5449070"/>
            <a:ext cx="1722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02EE2B2-E75C-4936-8BBB-D13B2F0D9DA8}"/>
              </a:ext>
            </a:extLst>
          </p:cNvPr>
          <p:cNvCxnSpPr>
            <a:cxnSpLocks/>
          </p:cNvCxnSpPr>
          <p:nvPr/>
        </p:nvCxnSpPr>
        <p:spPr>
          <a:xfrm flipH="1">
            <a:off x="6928066" y="5517014"/>
            <a:ext cx="17400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A6FFE0-D856-4FD9-8DED-66F1D0CB3EDF}"/>
              </a:ext>
            </a:extLst>
          </p:cNvPr>
          <p:cNvSpPr/>
          <p:nvPr/>
        </p:nvSpPr>
        <p:spPr>
          <a:xfrm>
            <a:off x="7492411" y="5247214"/>
            <a:ext cx="1171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complete_transaction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188C993-6006-413D-A82E-D876C0093CBA}"/>
              </a:ext>
            </a:extLst>
          </p:cNvPr>
          <p:cNvCxnSpPr>
            <a:cxnSpLocks/>
          </p:cNvCxnSpPr>
          <p:nvPr/>
        </p:nvCxnSpPr>
        <p:spPr>
          <a:xfrm flipH="1">
            <a:off x="3601616" y="5585861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58C309-F28B-43C1-99D4-E180BE6B1140}"/>
              </a:ext>
            </a:extLst>
          </p:cNvPr>
          <p:cNvSpPr/>
          <p:nvPr/>
        </p:nvSpPr>
        <p:spPr>
          <a:xfrm>
            <a:off x="3437278" y="5550033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16C42B0-1F76-4A71-BB62-29015CD094A0}"/>
              </a:ext>
            </a:extLst>
          </p:cNvPr>
          <p:cNvCxnSpPr>
            <a:cxnSpLocks/>
          </p:cNvCxnSpPr>
          <p:nvPr/>
        </p:nvCxnSpPr>
        <p:spPr>
          <a:xfrm>
            <a:off x="3602547" y="5825404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81B8545-0BA4-4EA0-821A-D74A15EE04BC}"/>
              </a:ext>
            </a:extLst>
          </p:cNvPr>
          <p:cNvSpPr/>
          <p:nvPr/>
        </p:nvSpPr>
        <p:spPr>
          <a:xfrm>
            <a:off x="5654866" y="580770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8D9FD07-0AAC-4DB4-89D4-37CBEA1BAAEF}"/>
              </a:ext>
            </a:extLst>
          </p:cNvPr>
          <p:cNvSpPr/>
          <p:nvPr/>
        </p:nvSpPr>
        <p:spPr>
          <a:xfrm>
            <a:off x="3912365" y="5621401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3D1A0F2-4C53-468C-9D27-678B22F3C9C9}"/>
              </a:ext>
            </a:extLst>
          </p:cNvPr>
          <p:cNvSpPr/>
          <p:nvPr/>
        </p:nvSpPr>
        <p:spPr>
          <a:xfrm>
            <a:off x="3634147" y="5353379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976DCEF-2C2B-46C6-BB91-32DA5A9FEE35}"/>
              </a:ext>
            </a:extLst>
          </p:cNvPr>
          <p:cNvSpPr/>
          <p:nvPr/>
        </p:nvSpPr>
        <p:spPr>
          <a:xfrm>
            <a:off x="8787465" y="5011838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6D23790-634E-47C9-9692-F7D44EBCC294}"/>
              </a:ext>
            </a:extLst>
          </p:cNvPr>
          <p:cNvSpPr/>
          <p:nvPr/>
        </p:nvSpPr>
        <p:spPr>
          <a:xfrm>
            <a:off x="3434291" y="6131228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B2D8DD25-9153-412B-8CFD-01EA92BA19B5}"/>
              </a:ext>
            </a:extLst>
          </p:cNvPr>
          <p:cNvCxnSpPr>
            <a:cxnSpLocks/>
          </p:cNvCxnSpPr>
          <p:nvPr/>
        </p:nvCxnSpPr>
        <p:spPr>
          <a:xfrm flipH="1">
            <a:off x="3592286" y="6146778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A8F9DB1-D9FA-4E34-AD5D-E86D8C56322A}"/>
              </a:ext>
            </a:extLst>
          </p:cNvPr>
          <p:cNvCxnSpPr>
            <a:cxnSpLocks/>
          </p:cNvCxnSpPr>
          <p:nvPr/>
        </p:nvCxnSpPr>
        <p:spPr>
          <a:xfrm flipH="1">
            <a:off x="1380931" y="6186267"/>
            <a:ext cx="20567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AD4F9BF-1131-4D1C-A095-2D48E515DDF9}"/>
              </a:ext>
            </a:extLst>
          </p:cNvPr>
          <p:cNvSpPr txBox="1"/>
          <p:nvPr/>
        </p:nvSpPr>
        <p:spPr>
          <a:xfrm>
            <a:off x="1053227" y="5993519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D3B168B-D396-4E61-8893-2CA917F001DD}"/>
              </a:ext>
            </a:extLst>
          </p:cNvPr>
          <p:cNvSpPr/>
          <p:nvPr/>
        </p:nvSpPr>
        <p:spPr>
          <a:xfrm>
            <a:off x="1417267" y="597765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872D263-CE01-499A-8EFB-E447A61C52C2}"/>
              </a:ext>
            </a:extLst>
          </p:cNvPr>
          <p:cNvSpPr/>
          <p:nvPr/>
        </p:nvSpPr>
        <p:spPr>
          <a:xfrm>
            <a:off x="3921591" y="596434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5F9F1D3-9C22-4B28-ABDE-EE0A88AEDC0E}"/>
              </a:ext>
            </a:extLst>
          </p:cNvPr>
          <p:cNvSpPr/>
          <p:nvPr/>
        </p:nvSpPr>
        <p:spPr>
          <a:xfrm>
            <a:off x="6646527" y="531425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700DF2-2933-4F96-8F32-56D2DDF8CDF9}"/>
              </a:ext>
            </a:extLst>
          </p:cNvPr>
          <p:cNvSpPr txBox="1"/>
          <p:nvPr/>
        </p:nvSpPr>
        <p:spPr>
          <a:xfrm>
            <a:off x="10439094" y="469672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30621A2D-00F8-494E-8623-0F6EC931169D}"/>
              </a:ext>
            </a:extLst>
          </p:cNvPr>
          <p:cNvCxnSpPr/>
          <p:nvPr/>
        </p:nvCxnSpPr>
        <p:spPr>
          <a:xfrm>
            <a:off x="10551678" y="468591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1030033" y="469983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1142617" y="4689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C560F240-D370-4DDF-9266-0293A498F37D}"/>
              </a:ext>
            </a:extLst>
          </p:cNvPr>
          <p:cNvSpPr/>
          <p:nvPr/>
        </p:nvSpPr>
        <p:spPr>
          <a:xfrm>
            <a:off x="7545127" y="3085573"/>
            <a:ext cx="3061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Try to finding 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‘Cached ACCOUNT_ID’</a:t>
            </a:r>
            <a:r>
              <a:rPr lang="en-US" altLang="ko-KR" sz="800" dirty="0">
                <a:latin typeface="+mn-ea"/>
              </a:rPr>
              <a:t> and 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   if ‘Success’ </a:t>
            </a:r>
            <a:r>
              <a:rPr lang="en-US" altLang="ko-KR" sz="800">
                <a:latin typeface="+mn-ea"/>
              </a:rPr>
              <a:t>→ use </a:t>
            </a:r>
            <a:r>
              <a:rPr lang="en-US" altLang="ko-KR" sz="800" dirty="0">
                <a:latin typeface="+mn-ea"/>
              </a:rPr>
              <a:t>it </a:t>
            </a:r>
            <a:r>
              <a:rPr lang="en-US" altLang="ko-KR" sz="800">
                <a:latin typeface="+mn-ea"/>
              </a:rPr>
              <a:t>and request check-in </a:t>
            </a:r>
            <a:r>
              <a:rPr lang="en-US" altLang="ko-KR" sz="800" dirty="0">
                <a:latin typeface="+mn-ea"/>
              </a:rPr>
              <a:t>immediately</a:t>
            </a:r>
          </a:p>
          <a:p>
            <a:r>
              <a:rPr lang="en-US" altLang="ko-KR" sz="800" dirty="0">
                <a:latin typeface="+mn-ea"/>
              </a:rPr>
              <a:t>   if ‘Failed’ → Query </a:t>
            </a:r>
            <a:r>
              <a:rPr lang="en-US" altLang="ko-KR" sz="800">
                <a:latin typeface="+mn-ea"/>
              </a:rPr>
              <a:t>to ‘login server</a:t>
            </a:r>
            <a:r>
              <a:rPr lang="en-US" altLang="ko-KR" sz="800" dirty="0">
                <a:latin typeface="+mn-ea"/>
              </a:rPr>
              <a:t>’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D8B1E1B-445E-4560-AF8B-B125E7E496DD}"/>
              </a:ext>
            </a:extLst>
          </p:cNvPr>
          <p:cNvSpPr txBox="1"/>
          <p:nvPr/>
        </p:nvSpPr>
        <p:spPr>
          <a:xfrm>
            <a:off x="9817055" y="469983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B74F362D-2C08-4A31-AB47-F47926607BDC}"/>
              </a:ext>
            </a:extLst>
          </p:cNvPr>
          <p:cNvCxnSpPr/>
          <p:nvPr/>
        </p:nvCxnSpPr>
        <p:spPr>
          <a:xfrm>
            <a:off x="9929639" y="468902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9424507-6AF7-4985-8FF9-B591D635E935}"/>
              </a:ext>
            </a:extLst>
          </p:cNvPr>
          <p:cNvCxnSpPr>
            <a:cxnSpLocks/>
          </p:cNvCxnSpPr>
          <p:nvPr/>
        </p:nvCxnSpPr>
        <p:spPr>
          <a:xfrm flipH="1">
            <a:off x="6332491" y="3380149"/>
            <a:ext cx="1197780" cy="159105"/>
          </a:xfrm>
          <a:prstGeom prst="straightConnector1">
            <a:avLst/>
          </a:prstGeom>
          <a:ln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EC3CC338-0985-41BB-803C-8887BA7F05E0}"/>
              </a:ext>
            </a:extLst>
          </p:cNvPr>
          <p:cNvSpPr/>
          <p:nvPr/>
        </p:nvSpPr>
        <p:spPr>
          <a:xfrm>
            <a:off x="4939835" y="371714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EEE0E412-8721-4D5B-BA2F-E5CFB3A2F2D6}"/>
              </a:ext>
            </a:extLst>
          </p:cNvPr>
          <p:cNvSpPr/>
          <p:nvPr/>
        </p:nvSpPr>
        <p:spPr>
          <a:xfrm>
            <a:off x="3784132" y="342139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987737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latin typeface="+mn-ea"/>
              </a:rPr>
              <a:t>GetAid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39469" y="5283467"/>
            <a:ext cx="8241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603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Iquerier_account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374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78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745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CHECKOUT_REQUEST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7625846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542350" y="3503182"/>
            <a:ext cx="6791475" cy="289623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825952" y="405251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228451" y="4385037"/>
            <a:ext cx="0" cy="158517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042818" y="405251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445317" y="4385037"/>
            <a:ext cx="0" cy="99734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106154" y="475417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303037" y="4792270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45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CHECKOUT_REQUEST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106154" y="4547447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165176" y="4751305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377525" y="4792270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569603" y="4585711"/>
            <a:ext cx="18292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_CHECKOUT_REQUEST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324013" y="3503183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259967" y="569821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790682" y="454744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453022" y="5906299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527670" y="570756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163704" y="507931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321699" y="5079317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373564" y="4880554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request_checkout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7947163" y="5007349"/>
            <a:ext cx="87679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385558" y="5339868"/>
            <a:ext cx="0" cy="75164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312368" y="5781356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322756" y="5776328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0134296" y="5983888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0246880" y="597307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16D1AAD-814D-477A-B379-90EBC775740E}"/>
              </a:ext>
            </a:extLst>
          </p:cNvPr>
          <p:cNvSpPr/>
          <p:nvPr/>
        </p:nvSpPr>
        <p:spPr>
          <a:xfrm>
            <a:off x="6469190" y="5573804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7402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572279" y="2968224"/>
            <a:ext cx="7287462" cy="341875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968477" y="351755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370976" y="3850077"/>
            <a:ext cx="0" cy="9320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938892" y="351755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341391" y="3850077"/>
            <a:ext cx="0" cy="123994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6560053" y="3517558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CAccountManager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7132639" y="3850077"/>
            <a:ext cx="0" cy="229430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469396" y="4219210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446341" y="4257310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8939246" y="5302209"/>
            <a:ext cx="1991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950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CHECKOUT_REQUEST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422097" y="4012487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307701" y="421634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275611" y="425731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992197" y="4568813"/>
            <a:ext cx="10453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RequestCheckout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5421085" y="4774926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540913" y="4039411"/>
            <a:ext cx="18055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OnMessage_CHECKOUT_REQUEST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8961516" y="5893539"/>
            <a:ext cx="19758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378708" y="2968223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1146115" y="4014734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876321" y="4320204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988905" y="43093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7061402" y="476479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8365872" y="3517462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CQuerierDB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8938458" y="3849981"/>
            <a:ext cx="0" cy="231306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7777988" y="5097297"/>
            <a:ext cx="10525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PostRequestQuery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7214050" y="5303410"/>
            <a:ext cx="16873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7217763" y="5665840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ProcessCompleteQuery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7206335" y="5888939"/>
            <a:ext cx="17323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7CE665E-0062-47B5-AB8A-1420F8286C08}"/>
              </a:ext>
            </a:extLst>
          </p:cNvPr>
          <p:cNvSpPr txBox="1"/>
          <p:nvPr/>
        </p:nvSpPr>
        <p:spPr>
          <a:xfrm>
            <a:off x="4142833" y="4351856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2B7B42A-CC9F-46AA-8644-75D9A4DC4B50}"/>
              </a:ext>
            </a:extLst>
          </p:cNvPr>
          <p:cNvCxnSpPr/>
          <p:nvPr/>
        </p:nvCxnSpPr>
        <p:spPr>
          <a:xfrm>
            <a:off x="4255417" y="434104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A863CEB-28CF-4CCF-B15B-406499BC57F5}"/>
              </a:ext>
            </a:extLst>
          </p:cNvPr>
          <p:cNvSpPr txBox="1"/>
          <p:nvPr/>
        </p:nvSpPr>
        <p:spPr>
          <a:xfrm>
            <a:off x="6209815" y="4861303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87705454-AAB0-4B54-B799-ECE32C42BF1A}"/>
              </a:ext>
            </a:extLst>
          </p:cNvPr>
          <p:cNvCxnSpPr/>
          <p:nvPr/>
        </p:nvCxnSpPr>
        <p:spPr>
          <a:xfrm>
            <a:off x="6322399" y="485048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CAEA4E-6718-41C7-A7FA-0255674CEE83}"/>
              </a:ext>
            </a:extLst>
          </p:cNvPr>
          <p:cNvSpPr/>
          <p:nvPr/>
        </p:nvSpPr>
        <p:spPr>
          <a:xfrm>
            <a:off x="7061446" y="5863106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93EDF06-1B0A-4121-B94F-36457A45D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868588" y="5108586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959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142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TRADE_ORDER_REQUEST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1363478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8" y="2693263"/>
            <a:ext cx="5938700" cy="365850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32425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57511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32425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57511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94425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601617" y="3982350"/>
            <a:ext cx="20434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5775649" y="4336914"/>
            <a:ext cx="2108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242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7493212" y="3242598"/>
            <a:ext cx="95736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7971896" y="3575117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737527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94138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98235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6781168" y="4136401"/>
            <a:ext cx="11208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7899897" y="433339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728657" y="3783113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2955" y="5517188"/>
            <a:ext cx="43294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3430403" y="549514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1344385" y="5953682"/>
            <a:ext cx="21766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693263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 flipV="1">
            <a:off x="1367846" y="6196782"/>
            <a:ext cx="2055202" cy="171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0850842" y="421613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6278D3-576F-4BFA-976D-A1568B474DA9}"/>
              </a:ext>
            </a:extLst>
          </p:cNvPr>
          <p:cNvSpPr txBox="1"/>
          <p:nvPr/>
        </p:nvSpPr>
        <p:spPr>
          <a:xfrm>
            <a:off x="1053227" y="598244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F360754-0420-457D-B130-37FF45E57D88}"/>
              </a:ext>
            </a:extLst>
          </p:cNvPr>
          <p:cNvSpPr/>
          <p:nvPr/>
        </p:nvSpPr>
        <p:spPr>
          <a:xfrm>
            <a:off x="7912338" y="5008308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73752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043897" y="442421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B149BC7-BF19-4D56-B746-E3C71A94827A}"/>
              </a:ext>
            </a:extLst>
          </p:cNvPr>
          <p:cNvSpPr txBox="1"/>
          <p:nvPr/>
        </p:nvSpPr>
        <p:spPr>
          <a:xfrm>
            <a:off x="10860185" y="48286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955240DC-56E7-4A5A-8D7A-6E40A2AC7A05}"/>
              </a:ext>
            </a:extLst>
          </p:cNvPr>
          <p:cNvCxnSpPr>
            <a:cxnSpLocks/>
          </p:cNvCxnSpPr>
          <p:nvPr/>
        </p:nvCxnSpPr>
        <p:spPr>
          <a:xfrm flipH="1">
            <a:off x="8056338" y="5037422"/>
            <a:ext cx="29164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9BE1810A-358A-4754-90D6-8A0D69775309}"/>
              </a:ext>
            </a:extLst>
          </p:cNvPr>
          <p:cNvSpPr/>
          <p:nvPr/>
        </p:nvSpPr>
        <p:spPr>
          <a:xfrm>
            <a:off x="9079105" y="4848996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TRADE_BID_RESPONSE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8969253" y="423481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C12C2E3-1AD9-4125-A726-E432071E49FB}"/>
              </a:ext>
            </a:extLst>
          </p:cNvPr>
          <p:cNvSpPr/>
          <p:nvPr/>
        </p:nvSpPr>
        <p:spPr>
          <a:xfrm>
            <a:off x="5657443" y="577653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A376F76-D5C4-4264-9B72-7D93EA84D31D}"/>
              </a:ext>
            </a:extLst>
          </p:cNvPr>
          <p:cNvCxnSpPr>
            <a:cxnSpLocks/>
          </p:cNvCxnSpPr>
          <p:nvPr/>
        </p:nvCxnSpPr>
        <p:spPr>
          <a:xfrm flipH="1">
            <a:off x="3582956" y="6127574"/>
            <a:ext cx="20420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387EDBF3-5513-4545-8E34-800EDA267D7C}"/>
              </a:ext>
            </a:extLst>
          </p:cNvPr>
          <p:cNvSpPr/>
          <p:nvPr/>
        </p:nvSpPr>
        <p:spPr>
          <a:xfrm>
            <a:off x="3650997" y="5921279"/>
            <a:ext cx="4485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send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8191A2E-445E-436B-AF65-A50FD6751412}"/>
              </a:ext>
            </a:extLst>
          </p:cNvPr>
          <p:cNvSpPr/>
          <p:nvPr/>
        </p:nvSpPr>
        <p:spPr>
          <a:xfrm>
            <a:off x="3692011" y="5602688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4056510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757328" y="3866157"/>
            <a:ext cx="14967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get server_account::socket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D38CDE7-13E8-444D-9E88-353B8818D947}"/>
              </a:ext>
            </a:extLst>
          </p:cNvPr>
          <p:cNvSpPr txBox="1"/>
          <p:nvPr/>
        </p:nvSpPr>
        <p:spPr>
          <a:xfrm>
            <a:off x="8209247" y="4512522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03CA194B-22AE-4FFD-A326-0D3F937FB2FC}"/>
              </a:ext>
            </a:extLst>
          </p:cNvPr>
          <p:cNvCxnSpPr/>
          <p:nvPr/>
        </p:nvCxnSpPr>
        <p:spPr>
          <a:xfrm>
            <a:off x="8321831" y="450170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5A9A14AC-C7FA-4FCC-BC8B-E9A6B9B17161}"/>
              </a:ext>
            </a:extLst>
          </p:cNvPr>
          <p:cNvSpPr txBox="1"/>
          <p:nvPr/>
        </p:nvSpPr>
        <p:spPr>
          <a:xfrm>
            <a:off x="8193184" y="5120348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5796CFE0-428C-4D4C-8BD8-A8CD8C49E795}"/>
              </a:ext>
            </a:extLst>
          </p:cNvPr>
          <p:cNvCxnSpPr/>
          <p:nvPr/>
        </p:nvCxnSpPr>
        <p:spPr>
          <a:xfrm>
            <a:off x="8305768" y="510953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5DAC6FC2-0974-42AE-A192-4CD734ACF7C7}"/>
              </a:ext>
            </a:extLst>
          </p:cNvPr>
          <p:cNvSpPr/>
          <p:nvPr/>
        </p:nvSpPr>
        <p:spPr>
          <a:xfrm>
            <a:off x="7821898" y="445404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089858F3-F3A1-4E99-9C1C-A023F54EEFF9}"/>
              </a:ext>
            </a:extLst>
          </p:cNvPr>
          <p:cNvSpPr/>
          <p:nvPr/>
        </p:nvSpPr>
        <p:spPr>
          <a:xfrm>
            <a:off x="7824824" y="50533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4E07F932-2B77-47FE-B70C-B77A54A07932}"/>
              </a:ext>
            </a:extLst>
          </p:cNvPr>
          <p:cNvSpPr/>
          <p:nvPr/>
        </p:nvSpPr>
        <p:spPr>
          <a:xfrm>
            <a:off x="6853646" y="4381105"/>
            <a:ext cx="1120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register_request</a:t>
            </a:r>
            <a:endParaRPr lang="en-US" altLang="ko-KR" sz="800" dirty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get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‘REQUEST_ID’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7AE5E16-1FF1-4AFB-A7F0-49C22C8E6A31}"/>
              </a:ext>
            </a:extLst>
          </p:cNvPr>
          <p:cNvSpPr/>
          <p:nvPr/>
        </p:nvSpPr>
        <p:spPr>
          <a:xfrm>
            <a:off x="6142508" y="4820318"/>
            <a:ext cx="1736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>
                <a:latin typeface="+mn-ea"/>
              </a:rPr>
              <a:t>unregister_request</a:t>
            </a:r>
            <a:endParaRPr lang="en-US" altLang="ko-KR" sz="800" dirty="0">
              <a:latin typeface="+mn-ea"/>
            </a:endParaRPr>
          </a:p>
          <a:p>
            <a:pPr algn="r"/>
            <a:r>
              <a:rPr lang="en-US" altLang="ko-KR" sz="800">
                <a:latin typeface="+mn-ea"/>
              </a:rPr>
              <a:t>user::socket </a:t>
            </a:r>
            <a:r>
              <a:rPr lang="en-US" altLang="ko-KR" sz="800" dirty="0">
                <a:latin typeface="+mn-ea"/>
              </a:rPr>
              <a:t>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‘REQUEST_ID’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F85560DD-7DC0-4174-AC2C-1C321D234EA5}"/>
              </a:ext>
            </a:extLst>
          </p:cNvPr>
          <p:cNvCxnSpPr>
            <a:cxnSpLocks/>
          </p:cNvCxnSpPr>
          <p:nvPr/>
        </p:nvCxnSpPr>
        <p:spPr>
          <a:xfrm>
            <a:off x="3568960" y="5800363"/>
            <a:ext cx="2076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A789CC8-ADBA-4475-A03C-AFB93B0F7C8A}"/>
              </a:ext>
            </a:extLst>
          </p:cNvPr>
          <p:cNvSpPr/>
          <p:nvPr/>
        </p:nvSpPr>
        <p:spPr>
          <a:xfrm>
            <a:off x="3609613" y="5305139"/>
            <a:ext cx="8252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3CB19D35-1575-4FF8-832E-A032EAA24E5B}"/>
              </a:ext>
            </a:extLst>
          </p:cNvPr>
          <p:cNvSpPr/>
          <p:nvPr/>
        </p:nvSpPr>
        <p:spPr>
          <a:xfrm>
            <a:off x="3433511" y="612340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377875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499259" y="1386512"/>
            <a:ext cx="8941784" cy="499980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화살표 연결선 166"/>
          <p:cNvCxnSpPr>
            <a:cxnSpLocks/>
          </p:cNvCxnSpPr>
          <p:nvPr/>
        </p:nvCxnSpPr>
        <p:spPr>
          <a:xfrm flipH="1">
            <a:off x="4429140" y="2886604"/>
            <a:ext cx="8661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1895457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297956" y="2268366"/>
            <a:ext cx="0" cy="35245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3865872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268371" y="2268366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4721921" y="1935847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5294507" y="2268366"/>
            <a:ext cx="0" cy="7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396376" y="2637499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373321" y="2675599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4334228" y="3226106"/>
            <a:ext cx="19199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82EB400E-190F-4B7E-8321-2AEEC4AF8788}"/>
              </a:ext>
            </a:extLst>
          </p:cNvPr>
          <p:cNvCxnSpPr>
            <a:cxnSpLocks/>
          </p:cNvCxnSpPr>
          <p:nvPr/>
        </p:nvCxnSpPr>
        <p:spPr>
          <a:xfrm>
            <a:off x="6416034" y="3809364"/>
            <a:ext cx="2252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9839209" y="4078508"/>
            <a:ext cx="1991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47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5935251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337750" y="2268366"/>
            <a:ext cx="0" cy="414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349077" y="243077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234681" y="2634634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202591" y="2675599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115538" y="3008083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4460092" y="2603249"/>
            <a:ext cx="796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421257" y="2791998"/>
            <a:ext cx="8732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265751" y="3222584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모서리가 둥근 직사각형 110">
            <a:extLst>
              <a:ext uri="{FF2B5EF4-FFF2-40B4-BE49-F238E27FC236}">
                <a16:creationId xmlns:a16="http://schemas.microsoft.com/office/drawing/2014/main" id="{D793A3FA-2B7B-4D56-812B-35019C000D7A}"/>
              </a:ext>
            </a:extLst>
          </p:cNvPr>
          <p:cNvSpPr/>
          <p:nvPr/>
        </p:nvSpPr>
        <p:spPr>
          <a:xfrm>
            <a:off x="7109634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12ECFBD9-9AD3-4414-8AA0-2E87E131A9CB}"/>
              </a:ext>
            </a:extLst>
          </p:cNvPr>
          <p:cNvCxnSpPr>
            <a:cxnSpLocks/>
            <a:stCxn id="191" idx="2"/>
          </p:cNvCxnSpPr>
          <p:nvPr/>
        </p:nvCxnSpPr>
        <p:spPr>
          <a:xfrm flipH="1">
            <a:off x="7509195" y="2268366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모서리가 둥근 직사각형 110">
            <a:extLst>
              <a:ext uri="{FF2B5EF4-FFF2-40B4-BE49-F238E27FC236}">
                <a16:creationId xmlns:a16="http://schemas.microsoft.com/office/drawing/2014/main" id="{02EC1E33-0952-45E0-AC2F-CDABF7DCA28F}"/>
              </a:ext>
            </a:extLst>
          </p:cNvPr>
          <p:cNvSpPr/>
          <p:nvPr/>
        </p:nvSpPr>
        <p:spPr>
          <a:xfrm>
            <a:off x="9361948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C5C368F7-1751-4F6B-B1AD-6B3D771C0496}"/>
              </a:ext>
            </a:extLst>
          </p:cNvPr>
          <p:cNvCxnSpPr>
            <a:cxnSpLocks/>
            <a:stCxn id="193" idx="2"/>
          </p:cNvCxnSpPr>
          <p:nvPr/>
        </p:nvCxnSpPr>
        <p:spPr>
          <a:xfrm>
            <a:off x="9764447" y="2268366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A7C6B25-6705-40E3-8FB4-99606B5BA208}"/>
              </a:ext>
            </a:extLst>
          </p:cNvPr>
          <p:cNvCxnSpPr>
            <a:cxnSpLocks/>
          </p:cNvCxnSpPr>
          <p:nvPr/>
        </p:nvCxnSpPr>
        <p:spPr>
          <a:xfrm flipH="1">
            <a:off x="6470939" y="3386795"/>
            <a:ext cx="10482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6A4D238F-90E7-4FEA-A1C0-0DC67B170D21}"/>
              </a:ext>
            </a:extLst>
          </p:cNvPr>
          <p:cNvSpPr/>
          <p:nvPr/>
        </p:nvSpPr>
        <p:spPr>
          <a:xfrm>
            <a:off x="6607107" y="310697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find_market_trade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4566EA95-779F-413A-95BF-0737FD7FD86B}"/>
              </a:ext>
            </a:extLst>
          </p:cNvPr>
          <p:cNvCxnSpPr>
            <a:cxnSpLocks/>
          </p:cNvCxnSpPr>
          <p:nvPr/>
        </p:nvCxnSpPr>
        <p:spPr>
          <a:xfrm>
            <a:off x="6480268" y="3303611"/>
            <a:ext cx="10389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311228F-C0EE-4BA1-839D-40CE72D88BE7}"/>
              </a:ext>
            </a:extLst>
          </p:cNvPr>
          <p:cNvSpPr/>
          <p:nvPr/>
        </p:nvSpPr>
        <p:spPr>
          <a:xfrm>
            <a:off x="7617532" y="3613438"/>
            <a:ext cx="1137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402579" y="2457700"/>
            <a:ext cx="21002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A926E62C-7A4F-4159-907A-6E26496EA243}"/>
              </a:ext>
            </a:extLst>
          </p:cNvPr>
          <p:cNvSpPr/>
          <p:nvPr/>
        </p:nvSpPr>
        <p:spPr>
          <a:xfrm>
            <a:off x="9695209" y="3866062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9855162" y="4439649"/>
            <a:ext cx="19758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BA5A9E3B-8C6C-4F9F-8709-CC73D2E8E912}"/>
              </a:ext>
            </a:extLst>
          </p:cNvPr>
          <p:cNvSpPr/>
          <p:nvPr/>
        </p:nvSpPr>
        <p:spPr>
          <a:xfrm>
            <a:off x="9842881" y="3892750"/>
            <a:ext cx="20983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658E9BDD-14D6-47FF-BA87-369219E15270}"/>
              </a:ext>
            </a:extLst>
          </p:cNvPr>
          <p:cNvSpPr/>
          <p:nvPr/>
        </p:nvSpPr>
        <p:spPr>
          <a:xfrm>
            <a:off x="9855651" y="4253020"/>
            <a:ext cx="2152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3A1A2E7-4B9E-435C-B4A2-955E34F04D4E}"/>
              </a:ext>
            </a:extLst>
          </p:cNvPr>
          <p:cNvSpPr/>
          <p:nvPr/>
        </p:nvSpPr>
        <p:spPr>
          <a:xfrm>
            <a:off x="7549839" y="4316696"/>
            <a:ext cx="2075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066294D7-4F38-4B50-ADC6-293A085ACCDA}"/>
              </a:ext>
            </a:extLst>
          </p:cNvPr>
          <p:cNvCxnSpPr>
            <a:cxnSpLocks/>
          </p:cNvCxnSpPr>
          <p:nvPr/>
        </p:nvCxnSpPr>
        <p:spPr>
          <a:xfrm flipH="1">
            <a:off x="7581731" y="4530259"/>
            <a:ext cx="21034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69BE561-CE33-4786-AAD8-82B8282E699D}"/>
              </a:ext>
            </a:extLst>
          </p:cNvPr>
          <p:cNvSpPr/>
          <p:nvPr/>
        </p:nvSpPr>
        <p:spPr>
          <a:xfrm>
            <a:off x="7441584" y="452352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20210A61-3139-42E7-AB3A-F67DF88586DA}"/>
              </a:ext>
            </a:extLst>
          </p:cNvPr>
          <p:cNvCxnSpPr>
            <a:cxnSpLocks/>
          </p:cNvCxnSpPr>
          <p:nvPr/>
        </p:nvCxnSpPr>
        <p:spPr>
          <a:xfrm flipH="1">
            <a:off x="6422326" y="4992802"/>
            <a:ext cx="10180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7F783D83-DA48-4B4B-A566-58BD2F231BCD}"/>
              </a:ext>
            </a:extLst>
          </p:cNvPr>
          <p:cNvSpPr/>
          <p:nvPr/>
        </p:nvSpPr>
        <p:spPr>
          <a:xfrm>
            <a:off x="6345597" y="4764806"/>
            <a:ext cx="12399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D8FF460-2DD8-416B-A5EA-DDF760FECDAC}"/>
              </a:ext>
            </a:extLst>
          </p:cNvPr>
          <p:cNvSpPr/>
          <p:nvPr/>
        </p:nvSpPr>
        <p:spPr>
          <a:xfrm>
            <a:off x="6269242" y="4971139"/>
            <a:ext cx="144000" cy="129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2371740" y="5816427"/>
            <a:ext cx="389408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253456F1-208E-4844-8084-B73DF696E675}"/>
              </a:ext>
            </a:extLst>
          </p:cNvPr>
          <p:cNvCxnSpPr>
            <a:cxnSpLocks/>
          </p:cNvCxnSpPr>
          <p:nvPr/>
        </p:nvCxnSpPr>
        <p:spPr>
          <a:xfrm flipH="1">
            <a:off x="408933" y="6016083"/>
            <a:ext cx="58568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43986DEA-F509-41CD-9789-E7C6A2A78AD3}"/>
              </a:ext>
            </a:extLst>
          </p:cNvPr>
          <p:cNvCxnSpPr>
            <a:cxnSpLocks/>
          </p:cNvCxnSpPr>
          <p:nvPr/>
        </p:nvCxnSpPr>
        <p:spPr>
          <a:xfrm flipH="1">
            <a:off x="407484" y="6215137"/>
            <a:ext cx="584112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229321" y="5710403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/>
          <p:cNvSpPr/>
          <p:nvPr/>
        </p:nvSpPr>
        <p:spPr>
          <a:xfrm>
            <a:off x="6200140" y="5014065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4744793" y="4880380"/>
            <a:ext cx="15504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TRADE_EVENT_ID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A35646AD-CDD0-4B88-8CDC-4A5D093DD22D}"/>
              </a:ext>
            </a:extLst>
          </p:cNvPr>
          <p:cNvSpPr/>
          <p:nvPr/>
        </p:nvSpPr>
        <p:spPr>
          <a:xfrm>
            <a:off x="7582349" y="4614251"/>
            <a:ext cx="1173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complete_transaction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177FD5ED-34EF-4E46-B4D9-371CC92F8E71}"/>
              </a:ext>
            </a:extLst>
          </p:cNvPr>
          <p:cNvCxnSpPr>
            <a:cxnSpLocks/>
          </p:cNvCxnSpPr>
          <p:nvPr/>
        </p:nvCxnSpPr>
        <p:spPr>
          <a:xfrm flipH="1">
            <a:off x="7667668" y="4906467"/>
            <a:ext cx="10284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90016495-2FDF-453C-ACE9-793ED296A638}"/>
              </a:ext>
            </a:extLst>
          </p:cNvPr>
          <p:cNvCxnSpPr>
            <a:cxnSpLocks/>
          </p:cNvCxnSpPr>
          <p:nvPr/>
        </p:nvCxnSpPr>
        <p:spPr>
          <a:xfrm>
            <a:off x="7588974" y="4823283"/>
            <a:ext cx="10884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289377" y="5515796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5046A567-ABA1-4AB7-A65B-97F8AF2CC4ED}"/>
              </a:ext>
            </a:extLst>
          </p:cNvPr>
          <p:cNvSpPr/>
          <p:nvPr/>
        </p:nvSpPr>
        <p:spPr>
          <a:xfrm>
            <a:off x="3518230" y="5800444"/>
            <a:ext cx="20872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TRADE_ORDER_REGISTER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AC04FACD-B2E8-4931-BF91-81B4EF353FC8}"/>
              </a:ext>
            </a:extLst>
          </p:cNvPr>
          <p:cNvSpPr/>
          <p:nvPr/>
        </p:nvSpPr>
        <p:spPr>
          <a:xfrm>
            <a:off x="3605316" y="6018161"/>
            <a:ext cx="2144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ACCOUNT_UPDATE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CAEE385-FD9E-41A7-9947-B0FB95323F53}"/>
              </a:ext>
            </a:extLst>
          </p:cNvPr>
          <p:cNvSpPr/>
          <p:nvPr/>
        </p:nvSpPr>
        <p:spPr>
          <a:xfrm>
            <a:off x="9697936" y="4429993"/>
            <a:ext cx="144000" cy="2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182763" y="1386512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409896" y="5820404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9ED763F-D7BC-49FE-8745-AEF5E3E96DC7}"/>
              </a:ext>
            </a:extLst>
          </p:cNvPr>
          <p:cNvSpPr/>
          <p:nvPr/>
        </p:nvSpPr>
        <p:spPr>
          <a:xfrm>
            <a:off x="7532094" y="4805192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2D4424F0-65D3-4832-B140-AEDA88C1D6BE}"/>
              </a:ext>
            </a:extLst>
          </p:cNvPr>
          <p:cNvSpPr/>
          <p:nvPr/>
        </p:nvSpPr>
        <p:spPr>
          <a:xfrm>
            <a:off x="6338139" y="3286064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AAC5148B-BF9D-4B1F-9841-E863B166515F}"/>
              </a:ext>
            </a:extLst>
          </p:cNvPr>
          <p:cNvSpPr/>
          <p:nvPr/>
        </p:nvSpPr>
        <p:spPr>
          <a:xfrm>
            <a:off x="6197072" y="3638331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815A873-C54D-4292-B592-49BCD7CD5595}"/>
              </a:ext>
            </a:extLst>
          </p:cNvPr>
          <p:cNvSpPr txBox="1"/>
          <p:nvPr/>
        </p:nvSpPr>
        <p:spPr>
          <a:xfrm>
            <a:off x="5241444" y="3582295"/>
            <a:ext cx="10278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_preserve_account</a:t>
            </a:r>
            <a:endParaRPr lang="ko-KR" altLang="en-US" sz="800" b="1" dirty="0"/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1637D671-113F-4CAA-AD42-5E51CAD87665}"/>
              </a:ext>
            </a:extLst>
          </p:cNvPr>
          <p:cNvSpPr/>
          <p:nvPr/>
        </p:nvSpPr>
        <p:spPr>
          <a:xfrm>
            <a:off x="6200140" y="5376811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F300F05-B501-4232-9FC8-DBF6191B0DEA}"/>
              </a:ext>
            </a:extLst>
          </p:cNvPr>
          <p:cNvSpPr txBox="1"/>
          <p:nvPr/>
        </p:nvSpPr>
        <p:spPr>
          <a:xfrm>
            <a:off x="5291167" y="5322221"/>
            <a:ext cx="9893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_balance_account</a:t>
            </a:r>
            <a:endParaRPr lang="ko-KR" altLang="en-US" sz="800" b="1" dirty="0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513CA8F-B04D-48D8-A2DC-A1EB630317DB}"/>
              </a:ext>
            </a:extLst>
          </p:cNvPr>
          <p:cNvSpPr/>
          <p:nvPr/>
        </p:nvSpPr>
        <p:spPr>
          <a:xfrm>
            <a:off x="6200140" y="5557204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04A6E9F-11D4-42A5-B571-AFD33F5CE71B}"/>
              </a:ext>
            </a:extLst>
          </p:cNvPr>
          <p:cNvSpPr txBox="1"/>
          <p:nvPr/>
        </p:nvSpPr>
        <p:spPr>
          <a:xfrm>
            <a:off x="5564866" y="5491837"/>
            <a:ext cx="6671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_transferIn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CA1D9E2-981E-4181-A613-D7235F45B64C}"/>
              </a:ext>
            </a:extLst>
          </p:cNvPr>
          <p:cNvSpPr txBox="1"/>
          <p:nvPr/>
        </p:nvSpPr>
        <p:spPr>
          <a:xfrm>
            <a:off x="11730869" y="386843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67F460-E062-49ED-ABCA-D9BA6213F77E}"/>
              </a:ext>
            </a:extLst>
          </p:cNvPr>
          <p:cNvSpPr txBox="1"/>
          <p:nvPr/>
        </p:nvSpPr>
        <p:spPr>
          <a:xfrm>
            <a:off x="11733534" y="422455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④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BDBDB4FB-57EC-43BC-910A-1C4318E2960D}"/>
              </a:ext>
            </a:extLst>
          </p:cNvPr>
          <p:cNvSpPr/>
          <p:nvPr/>
        </p:nvSpPr>
        <p:spPr>
          <a:xfrm>
            <a:off x="4282695" y="2779975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E7B8CBE-45DA-40FF-9F9B-846961C1B42B}"/>
              </a:ext>
            </a:extLst>
          </p:cNvPr>
          <p:cNvSpPr txBox="1"/>
          <p:nvPr/>
        </p:nvSpPr>
        <p:spPr>
          <a:xfrm>
            <a:off x="5132106" y="5050049"/>
            <a:ext cx="11608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_register_trade_event</a:t>
            </a:r>
            <a:endParaRPr lang="ko-KR" altLang="en-US" sz="800" b="1" dirty="0"/>
          </a:p>
        </p:txBody>
      </p:sp>
      <p:sp>
        <p:nvSpPr>
          <p:cNvPr id="175" name="모서리가 둥근 직사각형 110">
            <a:extLst>
              <a:ext uri="{FF2B5EF4-FFF2-40B4-BE49-F238E27FC236}">
                <a16:creationId xmlns:a16="http://schemas.microsoft.com/office/drawing/2014/main" id="{0CD8BAA7-E4A8-49E2-86C6-F543F7C4FEA8}"/>
              </a:ext>
            </a:extLst>
          </p:cNvPr>
          <p:cNvSpPr/>
          <p:nvPr/>
        </p:nvSpPr>
        <p:spPr>
          <a:xfrm>
            <a:off x="8245666" y="1935342"/>
            <a:ext cx="100305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E6EB4C36-15FE-4D04-A349-8FBFF0BE77F8}"/>
              </a:ext>
            </a:extLst>
          </p:cNvPr>
          <p:cNvCxnSpPr>
            <a:cxnSpLocks/>
            <a:stCxn id="175" idx="2"/>
          </p:cNvCxnSpPr>
          <p:nvPr/>
        </p:nvCxnSpPr>
        <p:spPr>
          <a:xfrm flipH="1">
            <a:off x="8744253" y="2267861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A57FE816-0538-41AF-BE55-5B2211F28ED8}"/>
              </a:ext>
            </a:extLst>
          </p:cNvPr>
          <p:cNvSpPr/>
          <p:nvPr/>
        </p:nvSpPr>
        <p:spPr>
          <a:xfrm>
            <a:off x="8676006" y="4812128"/>
            <a:ext cx="130729" cy="1640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DEF9978D-1852-4692-88DD-83F8EDFBD2C2}"/>
              </a:ext>
            </a:extLst>
          </p:cNvPr>
          <p:cNvSpPr/>
          <p:nvPr/>
        </p:nvSpPr>
        <p:spPr>
          <a:xfrm>
            <a:off x="7760974" y="3316011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can_trade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AF54DC4A-0817-4CBD-9D8D-7BE596E79368}"/>
              </a:ext>
            </a:extLst>
          </p:cNvPr>
          <p:cNvCxnSpPr>
            <a:cxnSpLocks/>
          </p:cNvCxnSpPr>
          <p:nvPr/>
        </p:nvCxnSpPr>
        <p:spPr>
          <a:xfrm>
            <a:off x="6421151" y="3512643"/>
            <a:ext cx="2246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D911A725-DED9-4D54-80AA-98B89575E61F}"/>
              </a:ext>
            </a:extLst>
          </p:cNvPr>
          <p:cNvCxnSpPr>
            <a:cxnSpLocks/>
          </p:cNvCxnSpPr>
          <p:nvPr/>
        </p:nvCxnSpPr>
        <p:spPr>
          <a:xfrm flipH="1">
            <a:off x="6421151" y="3579889"/>
            <a:ext cx="22563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CAF8684B-49F2-41C2-BB7B-C5C753585BAB}"/>
              </a:ext>
            </a:extLst>
          </p:cNvPr>
          <p:cNvCxnSpPr>
            <a:cxnSpLocks/>
          </p:cNvCxnSpPr>
          <p:nvPr/>
        </p:nvCxnSpPr>
        <p:spPr>
          <a:xfrm>
            <a:off x="8817975" y="3881717"/>
            <a:ext cx="8765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CE81CD52-6B82-43CE-AAB3-B174AD7AFA87}"/>
              </a:ext>
            </a:extLst>
          </p:cNvPr>
          <p:cNvSpPr/>
          <p:nvPr/>
        </p:nvSpPr>
        <p:spPr>
          <a:xfrm>
            <a:off x="8676006" y="3471861"/>
            <a:ext cx="130729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C274DAF-46A2-4D96-A98F-C93CE35FCBD6}"/>
              </a:ext>
            </a:extLst>
          </p:cNvPr>
          <p:cNvSpPr/>
          <p:nvPr/>
        </p:nvSpPr>
        <p:spPr>
          <a:xfrm>
            <a:off x="8758519" y="3654291"/>
            <a:ext cx="1137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73095" y="243302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92778" y="560510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10A83D1D-8F86-4327-8207-82D29919B544}"/>
              </a:ext>
            </a:extLst>
          </p:cNvPr>
          <p:cNvSpPr/>
          <p:nvPr/>
        </p:nvSpPr>
        <p:spPr>
          <a:xfrm>
            <a:off x="8676006" y="3764222"/>
            <a:ext cx="130729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4DEE6E5-D040-4E77-96AB-983526D9A162}"/>
              </a:ext>
            </a:extLst>
          </p:cNvPr>
          <p:cNvSpPr/>
          <p:nvPr/>
        </p:nvSpPr>
        <p:spPr>
          <a:xfrm>
            <a:off x="6160466" y="5908166"/>
            <a:ext cx="184140" cy="41355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40B65B42-21CA-4CF9-9388-B9906EB9D30D}"/>
              </a:ext>
            </a:extLst>
          </p:cNvPr>
          <p:cNvSpPr/>
          <p:nvPr/>
        </p:nvSpPr>
        <p:spPr>
          <a:xfrm>
            <a:off x="4884821" y="6295323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sockets on </a:t>
            </a:r>
            <a:r>
              <a:rPr lang="en-US" altLang="ko-KR" sz="800" b="1" dirty="0" err="1">
                <a:solidFill>
                  <a:srgbClr val="C00000"/>
                </a:solidFill>
                <a:latin typeface="+mn-ea"/>
              </a:rPr>
              <a:t>CAccount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8797831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926527" y="2085510"/>
            <a:ext cx="7656012" cy="43943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187384" y="2634844"/>
            <a:ext cx="85048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612627" y="2967363"/>
            <a:ext cx="0" cy="346062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279142" y="2634844"/>
            <a:ext cx="8222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690251" y="2967363"/>
            <a:ext cx="861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490330" y="3336496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715206" y="3374596"/>
            <a:ext cx="19221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4767937" y="3925103"/>
            <a:ext cx="17261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186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server.TRADE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263414" y="2634844"/>
            <a:ext cx="6364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581624" y="2967363"/>
            <a:ext cx="0" cy="34447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490330" y="3129773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549352" y="3333631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656516" y="3705927"/>
            <a:ext cx="9015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request_order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509625" y="3921581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모서리가 둥근 직사각형 110">
            <a:extLst>
              <a:ext uri="{FF2B5EF4-FFF2-40B4-BE49-F238E27FC236}">
                <a16:creationId xmlns:a16="http://schemas.microsoft.com/office/drawing/2014/main" id="{D793A3FA-2B7B-4D56-812B-35019C000D7A}"/>
              </a:ext>
            </a:extLst>
          </p:cNvPr>
          <p:cNvSpPr/>
          <p:nvPr/>
        </p:nvSpPr>
        <p:spPr>
          <a:xfrm>
            <a:off x="7519049" y="263484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querier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12ECFBD9-9AD3-4414-8AA0-2E87E131A9CB}"/>
              </a:ext>
            </a:extLst>
          </p:cNvPr>
          <p:cNvCxnSpPr>
            <a:cxnSpLocks/>
            <a:stCxn id="191" idx="2"/>
          </p:cNvCxnSpPr>
          <p:nvPr/>
        </p:nvCxnSpPr>
        <p:spPr>
          <a:xfrm>
            <a:off x="7921548" y="2967363"/>
            <a:ext cx="0" cy="346995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A7C6B25-6705-40E3-8FB4-99606B5BA208}"/>
              </a:ext>
            </a:extLst>
          </p:cNvPr>
          <p:cNvCxnSpPr>
            <a:cxnSpLocks/>
          </p:cNvCxnSpPr>
          <p:nvPr/>
        </p:nvCxnSpPr>
        <p:spPr>
          <a:xfrm flipH="1">
            <a:off x="6671378" y="4202626"/>
            <a:ext cx="125963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6A4D238F-90E7-4FEA-A1C0-0DC67B170D21}"/>
              </a:ext>
            </a:extLst>
          </p:cNvPr>
          <p:cNvSpPr/>
          <p:nvPr/>
        </p:nvSpPr>
        <p:spPr>
          <a:xfrm>
            <a:off x="6992872" y="381385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4566EA95-779F-413A-95BF-0737FD7FD86B}"/>
              </a:ext>
            </a:extLst>
          </p:cNvPr>
          <p:cNvCxnSpPr>
            <a:cxnSpLocks/>
          </p:cNvCxnSpPr>
          <p:nvPr/>
        </p:nvCxnSpPr>
        <p:spPr>
          <a:xfrm>
            <a:off x="6643384" y="4002608"/>
            <a:ext cx="12782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20945" y="3175359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on_,message</a:t>
            </a:r>
            <a:r>
              <a:rPr lang="en-US" altLang="ko-KR" sz="800" dirty="0" err="1">
                <a:latin typeface="+mn-ea"/>
              </a:rPr>
              <a:t>_TRADE_ORDER_REQUEST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2687993" y="4330930"/>
            <a:ext cx="38154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543992" y="430888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457974" y="4160933"/>
            <a:ext cx="21766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202708" y="2085509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 flipV="1">
            <a:off x="481435" y="4404033"/>
            <a:ext cx="2055202" cy="171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BCFF9D18-6879-4906-9F5A-A43345DEC36F}"/>
              </a:ext>
            </a:extLst>
          </p:cNvPr>
          <p:cNvSpPr/>
          <p:nvPr/>
        </p:nvSpPr>
        <p:spPr>
          <a:xfrm>
            <a:off x="666357" y="5843559"/>
            <a:ext cx="20523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0EB8D56-B2B6-4000-90DC-CEBCFA6B0206}"/>
              </a:ext>
            </a:extLst>
          </p:cNvPr>
          <p:cNvCxnSpPr>
            <a:cxnSpLocks/>
          </p:cNvCxnSpPr>
          <p:nvPr/>
        </p:nvCxnSpPr>
        <p:spPr>
          <a:xfrm flipH="1" flipV="1">
            <a:off x="484544" y="6067997"/>
            <a:ext cx="2137358" cy="1785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9F5CFBF6-4369-418B-9ADD-9C0B299D3747}"/>
              </a:ext>
            </a:extLst>
          </p:cNvPr>
          <p:cNvCxnSpPr>
            <a:cxnSpLocks/>
          </p:cNvCxnSpPr>
          <p:nvPr/>
        </p:nvCxnSpPr>
        <p:spPr>
          <a:xfrm flipH="1">
            <a:off x="2612571" y="6071821"/>
            <a:ext cx="39561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7C1C6F57-FCB6-4BE2-9DCB-314FF0F7C8ED}"/>
              </a:ext>
            </a:extLst>
          </p:cNvPr>
          <p:cNvCxnSpPr>
            <a:cxnSpLocks/>
          </p:cNvCxnSpPr>
          <p:nvPr/>
        </p:nvCxnSpPr>
        <p:spPr>
          <a:xfrm flipH="1">
            <a:off x="6652715" y="5852389"/>
            <a:ext cx="125963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E9AD3A08-8359-40D8-A1A1-1DF22EDCA23D}"/>
              </a:ext>
            </a:extLst>
          </p:cNvPr>
          <p:cNvSpPr/>
          <p:nvPr/>
        </p:nvSpPr>
        <p:spPr>
          <a:xfrm>
            <a:off x="6510338" y="5834020"/>
            <a:ext cx="13072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598785F-AC5B-4442-9223-779B85BDEFD9}"/>
              </a:ext>
            </a:extLst>
          </p:cNvPr>
          <p:cNvSpPr/>
          <p:nvPr/>
        </p:nvSpPr>
        <p:spPr>
          <a:xfrm>
            <a:off x="6511349" y="4163890"/>
            <a:ext cx="144000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CAF63F-2BA6-4FC8-B808-0C9D6F2C53AB}"/>
              </a:ext>
            </a:extLst>
          </p:cNvPr>
          <p:cNvSpPr txBox="1"/>
          <p:nvPr/>
        </p:nvSpPr>
        <p:spPr>
          <a:xfrm>
            <a:off x="171074" y="313178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58FA765-C4A5-4868-91F5-82398F9A4C7F}"/>
              </a:ext>
            </a:extLst>
          </p:cNvPr>
          <p:cNvSpPr txBox="1"/>
          <p:nvPr/>
        </p:nvSpPr>
        <p:spPr>
          <a:xfrm>
            <a:off x="171074" y="4196322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④</a:t>
            </a:r>
          </a:p>
        </p:txBody>
      </p:sp>
      <p:sp>
        <p:nvSpPr>
          <p:cNvPr id="131" name="부제목 2">
            <a:extLst>
              <a:ext uri="{FF2B5EF4-FFF2-40B4-BE49-F238E27FC236}">
                <a16:creationId xmlns:a16="http://schemas.microsoft.com/office/drawing/2014/main" id="{73D2B1E8-0977-4192-BA3E-D658F26CC76D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8" name="모서리가 둥근 직사각형 110">
            <a:extLst>
              <a:ext uri="{FF2B5EF4-FFF2-40B4-BE49-F238E27FC236}">
                <a16:creationId xmlns:a16="http://schemas.microsoft.com/office/drawing/2014/main" id="{D8F28E4D-D3AE-4918-9B0F-4EE457918A07}"/>
              </a:ext>
            </a:extLst>
          </p:cNvPr>
          <p:cNvSpPr/>
          <p:nvPr/>
        </p:nvSpPr>
        <p:spPr>
          <a:xfrm>
            <a:off x="8598716" y="321250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D8D3D47-D755-4EC8-B313-0CF0D8C54715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9001215" y="3545025"/>
            <a:ext cx="0" cy="175396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110">
            <a:extLst>
              <a:ext uri="{FF2B5EF4-FFF2-40B4-BE49-F238E27FC236}">
                <a16:creationId xmlns:a16="http://schemas.microsoft.com/office/drawing/2014/main" id="{8B50E1ED-FE76-46E1-A0FC-F396CC442630}"/>
              </a:ext>
            </a:extLst>
          </p:cNvPr>
          <p:cNvSpPr/>
          <p:nvPr/>
        </p:nvSpPr>
        <p:spPr>
          <a:xfrm>
            <a:off x="5143009" y="2634844"/>
            <a:ext cx="10733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manager_market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23EAE4A-67D2-4F06-9AB7-C7CAD3B242CF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5679664" y="2967363"/>
            <a:ext cx="0" cy="7292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C84900-5613-4091-A8CF-C7176A7AB585}"/>
              </a:ext>
            </a:extLst>
          </p:cNvPr>
          <p:cNvSpPr/>
          <p:nvPr/>
        </p:nvSpPr>
        <p:spPr>
          <a:xfrm>
            <a:off x="4859192" y="3256219"/>
            <a:ext cx="754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FCFC444-E604-4F1A-8982-8C62F2CE51D5}"/>
              </a:ext>
            </a:extLst>
          </p:cNvPr>
          <p:cNvCxnSpPr>
            <a:cxnSpLocks/>
          </p:cNvCxnSpPr>
          <p:nvPr/>
        </p:nvCxnSpPr>
        <p:spPr>
          <a:xfrm>
            <a:off x="4777081" y="3444968"/>
            <a:ext cx="8492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ABE8061-6A1B-44BB-8C83-BF9E3D091109}"/>
              </a:ext>
            </a:extLst>
          </p:cNvPr>
          <p:cNvCxnSpPr>
            <a:cxnSpLocks/>
          </p:cNvCxnSpPr>
          <p:nvPr/>
        </p:nvCxnSpPr>
        <p:spPr>
          <a:xfrm flipH="1">
            <a:off x="4777163" y="3538396"/>
            <a:ext cx="8491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37B818-B68F-4EDB-A0E3-14BF28CCD7AE}"/>
              </a:ext>
            </a:extLst>
          </p:cNvPr>
          <p:cNvSpPr/>
          <p:nvPr/>
        </p:nvSpPr>
        <p:spPr>
          <a:xfrm>
            <a:off x="5629575" y="3394958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633081" y="337459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3CAB19C-ABB4-48FD-9CC2-B7CC6699C4B5}"/>
              </a:ext>
            </a:extLst>
          </p:cNvPr>
          <p:cNvCxnSpPr>
            <a:cxnSpLocks/>
          </p:cNvCxnSpPr>
          <p:nvPr/>
        </p:nvCxnSpPr>
        <p:spPr>
          <a:xfrm>
            <a:off x="6578082" y="4707479"/>
            <a:ext cx="2425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E7CF819-C6A4-488B-8717-E1EAE56A409B}"/>
              </a:ext>
            </a:extLst>
          </p:cNvPr>
          <p:cNvSpPr/>
          <p:nvPr/>
        </p:nvSpPr>
        <p:spPr>
          <a:xfrm>
            <a:off x="6761109" y="4161920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_requet_order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7D07F2-5EBA-492C-9CBF-63DC29643001}"/>
              </a:ext>
            </a:extLst>
          </p:cNvPr>
          <p:cNvSpPr/>
          <p:nvPr/>
        </p:nvSpPr>
        <p:spPr>
          <a:xfrm>
            <a:off x="5201319" y="4382694"/>
            <a:ext cx="13092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_process_trade_contract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877B0DE-2B68-4712-B4D6-4132F1FD5190}"/>
              </a:ext>
            </a:extLst>
          </p:cNvPr>
          <p:cNvSpPr/>
          <p:nvPr/>
        </p:nvSpPr>
        <p:spPr>
          <a:xfrm>
            <a:off x="7005312" y="532855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E1469BD-3417-43E8-AAE9-0A8A0E8050FC}"/>
              </a:ext>
            </a:extLst>
          </p:cNvPr>
          <p:cNvCxnSpPr>
            <a:cxnSpLocks/>
          </p:cNvCxnSpPr>
          <p:nvPr/>
        </p:nvCxnSpPr>
        <p:spPr>
          <a:xfrm>
            <a:off x="6662057" y="5517308"/>
            <a:ext cx="1259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6D9D74A-151A-4015-BA32-81D0D79B2A7A}"/>
              </a:ext>
            </a:extLst>
          </p:cNvPr>
          <p:cNvSpPr/>
          <p:nvPr/>
        </p:nvSpPr>
        <p:spPr>
          <a:xfrm>
            <a:off x="6447390" y="4372576"/>
            <a:ext cx="13072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19A7313-4897-49CD-AE2B-A7CF0F90786A}"/>
              </a:ext>
            </a:extLst>
          </p:cNvPr>
          <p:cNvSpPr/>
          <p:nvPr/>
        </p:nvSpPr>
        <p:spPr>
          <a:xfrm>
            <a:off x="6663185" y="5658243"/>
            <a:ext cx="13131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4DE58ED-035A-40A3-94A6-6D73DCFF473D}"/>
              </a:ext>
            </a:extLst>
          </p:cNvPr>
          <p:cNvCxnSpPr>
            <a:cxnSpLocks/>
          </p:cNvCxnSpPr>
          <p:nvPr/>
        </p:nvCxnSpPr>
        <p:spPr>
          <a:xfrm>
            <a:off x="9004041" y="4709537"/>
            <a:ext cx="2631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A77CB12-AFA9-484E-BCC9-97FEA5A624D9}"/>
              </a:ext>
            </a:extLst>
          </p:cNvPr>
          <p:cNvSpPr txBox="1"/>
          <p:nvPr/>
        </p:nvSpPr>
        <p:spPr>
          <a:xfrm>
            <a:off x="11547030" y="4503178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CD2B068-71AA-4EBA-B463-C0C4DC79A40D}"/>
              </a:ext>
            </a:extLst>
          </p:cNvPr>
          <p:cNvSpPr/>
          <p:nvPr/>
        </p:nvSpPr>
        <p:spPr>
          <a:xfrm>
            <a:off x="9820750" y="4434359"/>
            <a:ext cx="1859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774D9F-1B37-401A-892A-2D6C7E7E1BAF}"/>
              </a:ext>
            </a:extLst>
          </p:cNvPr>
          <p:cNvSpPr txBox="1"/>
          <p:nvPr/>
        </p:nvSpPr>
        <p:spPr>
          <a:xfrm>
            <a:off x="11544363" y="478807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50B3B54-E6B9-446B-8BCF-4E47FFB25897}"/>
              </a:ext>
            </a:extLst>
          </p:cNvPr>
          <p:cNvCxnSpPr>
            <a:cxnSpLocks/>
          </p:cNvCxnSpPr>
          <p:nvPr/>
        </p:nvCxnSpPr>
        <p:spPr>
          <a:xfrm flipH="1">
            <a:off x="9006468" y="5000729"/>
            <a:ext cx="26381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DC70D04-B8BC-494E-AA2C-6EDE370609D1}"/>
              </a:ext>
            </a:extLst>
          </p:cNvPr>
          <p:cNvSpPr/>
          <p:nvPr/>
        </p:nvSpPr>
        <p:spPr>
          <a:xfrm>
            <a:off x="9698593" y="4981671"/>
            <a:ext cx="2178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MARKET_CHART_CONTRACT_LIST_ACK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C2A3C6E-439B-4912-9B27-1FFC07A563EA}"/>
              </a:ext>
            </a:extLst>
          </p:cNvPr>
          <p:cNvCxnSpPr>
            <a:cxnSpLocks/>
          </p:cNvCxnSpPr>
          <p:nvPr/>
        </p:nvCxnSpPr>
        <p:spPr>
          <a:xfrm>
            <a:off x="7921548" y="4014328"/>
            <a:ext cx="19129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CD3B2A4D-84D5-46DA-8AD5-73C791FD1DD4}"/>
              </a:ext>
            </a:extLst>
          </p:cNvPr>
          <p:cNvCxnSpPr>
            <a:cxnSpLocks/>
          </p:cNvCxnSpPr>
          <p:nvPr/>
        </p:nvCxnSpPr>
        <p:spPr>
          <a:xfrm flipH="1">
            <a:off x="7928292" y="4196322"/>
            <a:ext cx="19155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3A30393-A3D6-454E-BECE-E9F47A75E653}"/>
              </a:ext>
            </a:extLst>
          </p:cNvPr>
          <p:cNvCxnSpPr>
            <a:cxnSpLocks/>
          </p:cNvCxnSpPr>
          <p:nvPr/>
        </p:nvCxnSpPr>
        <p:spPr>
          <a:xfrm>
            <a:off x="7928292" y="5514053"/>
            <a:ext cx="19248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D0846267-7EDD-4D56-9D00-D7E26391C70A}"/>
              </a:ext>
            </a:extLst>
          </p:cNvPr>
          <p:cNvCxnSpPr>
            <a:cxnSpLocks/>
          </p:cNvCxnSpPr>
          <p:nvPr/>
        </p:nvCxnSpPr>
        <p:spPr>
          <a:xfrm flipH="1">
            <a:off x="7959003" y="5853846"/>
            <a:ext cx="19034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19948319-EFA5-44C0-AC64-65EC1A3385F3}"/>
              </a:ext>
            </a:extLst>
          </p:cNvPr>
          <p:cNvSpPr txBox="1"/>
          <p:nvPr/>
        </p:nvSpPr>
        <p:spPr>
          <a:xfrm>
            <a:off x="171074" y="585425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⑩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77213CA-59FD-4EAF-901C-C7F73BD34948}"/>
              </a:ext>
            </a:extLst>
          </p:cNvPr>
          <p:cNvSpPr/>
          <p:nvPr/>
        </p:nvSpPr>
        <p:spPr>
          <a:xfrm>
            <a:off x="6276164" y="5986169"/>
            <a:ext cx="321900" cy="17123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94A37E3-1DAD-4DA1-9267-1B844E064521}"/>
              </a:ext>
            </a:extLst>
          </p:cNvPr>
          <p:cNvSpPr/>
          <p:nvPr/>
        </p:nvSpPr>
        <p:spPr>
          <a:xfrm>
            <a:off x="4562680" y="6170977"/>
            <a:ext cx="21175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each Account on ACCOUNT SERVER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7D88A0C4-1C2A-42F4-9953-B590E9A29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00546" y="3594391"/>
            <a:ext cx="692892" cy="979734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950044DE-E0E9-46E4-B1E0-CDA10D376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06844" y="5200174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793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038497" y="2269004"/>
            <a:ext cx="7991384" cy="41185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322098" y="254775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724597" y="2880270"/>
            <a:ext cx="0" cy="322736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529633" y="281833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932132" y="3150857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602300" y="351999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827176" y="3558090"/>
            <a:ext cx="20434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5001208" y="4108597"/>
            <a:ext cx="14369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127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server.QUOT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012056" y="2818338"/>
            <a:ext cx="97120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market_quot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497659" y="3150857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661322" y="351712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041590" y="3889421"/>
            <a:ext cx="14977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process_chart_contract_add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425660" y="4086413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48942" y="3340191"/>
            <a:ext cx="23657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_MARKET_CHART_CONTRACT_LIST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435979" y="2269003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131" name="부제목 2">
            <a:extLst>
              <a:ext uri="{FF2B5EF4-FFF2-40B4-BE49-F238E27FC236}">
                <a16:creationId xmlns:a16="http://schemas.microsoft.com/office/drawing/2014/main" id="{73D2B1E8-0977-4192-BA3E-D658F26CC76D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C84900-5613-4091-A8CF-C7176A7AB585}"/>
              </a:ext>
            </a:extLst>
          </p:cNvPr>
          <p:cNvSpPr/>
          <p:nvPr/>
        </p:nvSpPr>
        <p:spPr>
          <a:xfrm>
            <a:off x="4111921" y="3616865"/>
            <a:ext cx="754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866352" y="355809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7D07F2-5EBA-492C-9CBF-63DC29643001}"/>
              </a:ext>
            </a:extLst>
          </p:cNvPr>
          <p:cNvSpPr/>
          <p:nvPr/>
        </p:nvSpPr>
        <p:spPr>
          <a:xfrm>
            <a:off x="5693664" y="5052773"/>
            <a:ext cx="7807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on_execute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4DE58ED-035A-40A3-94A6-6D73DCFF473D}"/>
              </a:ext>
            </a:extLst>
          </p:cNvPr>
          <p:cNvCxnSpPr>
            <a:cxnSpLocks/>
          </p:cNvCxnSpPr>
          <p:nvPr/>
        </p:nvCxnSpPr>
        <p:spPr>
          <a:xfrm>
            <a:off x="9383260" y="6000740"/>
            <a:ext cx="19347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A77CB12-AFA9-484E-BCC9-97FEA5A624D9}"/>
              </a:ext>
            </a:extLst>
          </p:cNvPr>
          <p:cNvSpPr txBox="1"/>
          <p:nvPr/>
        </p:nvSpPr>
        <p:spPr>
          <a:xfrm>
            <a:off x="290196" y="331166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CD2B068-71AA-4EBA-B463-C0C4DC79A40D}"/>
              </a:ext>
            </a:extLst>
          </p:cNvPr>
          <p:cNvSpPr/>
          <p:nvPr/>
        </p:nvSpPr>
        <p:spPr>
          <a:xfrm>
            <a:off x="596513" y="3239658"/>
            <a:ext cx="18611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37B818-B68F-4EDB-A0E3-14BF28CCD7AE}"/>
              </a:ext>
            </a:extLst>
          </p:cNvPr>
          <p:cNvSpPr/>
          <p:nvPr/>
        </p:nvSpPr>
        <p:spPr>
          <a:xfrm>
            <a:off x="4771091" y="365230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D3F87BB-9CF0-41C7-B7B7-D23EDD3E71B2}"/>
              </a:ext>
            </a:extLst>
          </p:cNvPr>
          <p:cNvSpPr/>
          <p:nvPr/>
        </p:nvSpPr>
        <p:spPr>
          <a:xfrm>
            <a:off x="6424300" y="5132133"/>
            <a:ext cx="130729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모서리가 둥근 직사각형 110">
            <a:extLst>
              <a:ext uri="{FF2B5EF4-FFF2-40B4-BE49-F238E27FC236}">
                <a16:creationId xmlns:a16="http://schemas.microsoft.com/office/drawing/2014/main" id="{8C93721F-6ABC-4FC2-87A8-7C9C3E3B693E}"/>
              </a:ext>
            </a:extLst>
          </p:cNvPr>
          <p:cNvSpPr/>
          <p:nvPr/>
        </p:nvSpPr>
        <p:spPr>
          <a:xfrm>
            <a:off x="7181973" y="2820957"/>
            <a:ext cx="9909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market_chart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A613EA1-D220-4E57-845A-E002D90C93C8}"/>
              </a:ext>
            </a:extLst>
          </p:cNvPr>
          <p:cNvCxnSpPr>
            <a:cxnSpLocks/>
            <a:stCxn id="75" idx="2"/>
          </p:cNvCxnSpPr>
          <p:nvPr/>
        </p:nvCxnSpPr>
        <p:spPr>
          <a:xfrm>
            <a:off x="7677432" y="315347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2D2D54B-466E-4B09-857B-992A053F3FFD}"/>
              </a:ext>
            </a:extLst>
          </p:cNvPr>
          <p:cNvSpPr/>
          <p:nvPr/>
        </p:nvSpPr>
        <p:spPr>
          <a:xfrm>
            <a:off x="7612067" y="5316321"/>
            <a:ext cx="130729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C1BB19B-DC8F-47E7-93E9-3E5A2F36B640}"/>
              </a:ext>
            </a:extLst>
          </p:cNvPr>
          <p:cNvSpPr/>
          <p:nvPr/>
        </p:nvSpPr>
        <p:spPr>
          <a:xfrm>
            <a:off x="6550739" y="5078169"/>
            <a:ext cx="1634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process_chart_contract_queued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9EC8B5D-28DF-403E-86F1-DBFA01546AEA}"/>
              </a:ext>
            </a:extLst>
          </p:cNvPr>
          <p:cNvCxnSpPr>
            <a:cxnSpLocks/>
          </p:cNvCxnSpPr>
          <p:nvPr/>
        </p:nvCxnSpPr>
        <p:spPr>
          <a:xfrm>
            <a:off x="6572189" y="5311920"/>
            <a:ext cx="1050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BE14886-BA88-4279-B22E-3932738E4F4D}"/>
              </a:ext>
            </a:extLst>
          </p:cNvPr>
          <p:cNvSpPr/>
          <p:nvPr/>
        </p:nvSpPr>
        <p:spPr>
          <a:xfrm>
            <a:off x="7678598" y="5428245"/>
            <a:ext cx="130729" cy="2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37C5495-2506-4649-9CDE-955EBF7D8288}"/>
              </a:ext>
            </a:extLst>
          </p:cNvPr>
          <p:cNvSpPr/>
          <p:nvPr/>
        </p:nvSpPr>
        <p:spPr>
          <a:xfrm>
            <a:off x="7767431" y="5416562"/>
            <a:ext cx="1634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process_chart_contract_execute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07C7662-8CFC-4249-BA7B-4350803B7D48}"/>
              </a:ext>
            </a:extLst>
          </p:cNvPr>
          <p:cNvCxnSpPr>
            <a:cxnSpLocks/>
          </p:cNvCxnSpPr>
          <p:nvPr/>
        </p:nvCxnSpPr>
        <p:spPr>
          <a:xfrm flipH="1">
            <a:off x="2724539" y="5791805"/>
            <a:ext cx="486987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2DB67F6-3AF9-4197-9DBF-BFB4350FB245}"/>
              </a:ext>
            </a:extLst>
          </p:cNvPr>
          <p:cNvCxnSpPr>
            <a:cxnSpLocks/>
          </p:cNvCxnSpPr>
          <p:nvPr/>
        </p:nvCxnSpPr>
        <p:spPr>
          <a:xfrm flipH="1">
            <a:off x="625154" y="5811015"/>
            <a:ext cx="217403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3C093B3-E3B7-4E00-BD8D-7010E5D112EB}"/>
              </a:ext>
            </a:extLst>
          </p:cNvPr>
          <p:cNvSpPr/>
          <p:nvPr/>
        </p:nvSpPr>
        <p:spPr>
          <a:xfrm>
            <a:off x="682651" y="5493910"/>
            <a:ext cx="2178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MARKET_CHART_CONTRACT_LIST_ACK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CA1508-1A4D-4859-AC55-B779993C21E4}"/>
              </a:ext>
            </a:extLst>
          </p:cNvPr>
          <p:cNvSpPr txBox="1"/>
          <p:nvPr/>
        </p:nvSpPr>
        <p:spPr>
          <a:xfrm>
            <a:off x="301373" y="5583012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2" name="모서리가 둥근 직사각형 110">
            <a:extLst>
              <a:ext uri="{FF2B5EF4-FFF2-40B4-BE49-F238E27FC236}">
                <a16:creationId xmlns:a16="http://schemas.microsoft.com/office/drawing/2014/main" id="{9C97639D-E8B0-4168-9694-51BF79049077}"/>
              </a:ext>
            </a:extLst>
          </p:cNvPr>
          <p:cNvSpPr/>
          <p:nvPr/>
        </p:nvSpPr>
        <p:spPr>
          <a:xfrm>
            <a:off x="8953092" y="45703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51A642B-8EE4-45AE-8FDE-893A26CCF34F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355591" y="4902835"/>
            <a:ext cx="0" cy="128877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5CE91EE-86EE-40C7-9565-126FD7DD67EE}"/>
              </a:ext>
            </a:extLst>
          </p:cNvPr>
          <p:cNvSpPr/>
          <p:nvPr/>
        </p:nvSpPr>
        <p:spPr>
          <a:xfrm>
            <a:off x="9289660" y="5931173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F2E628CB-C954-41E0-AB11-2116615FAAC8}"/>
              </a:ext>
            </a:extLst>
          </p:cNvPr>
          <p:cNvCxnSpPr>
            <a:cxnSpLocks/>
          </p:cNvCxnSpPr>
          <p:nvPr/>
        </p:nvCxnSpPr>
        <p:spPr>
          <a:xfrm>
            <a:off x="7742796" y="5974452"/>
            <a:ext cx="155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8DF20A4-5810-4819-A527-7233D12E2FC8}"/>
              </a:ext>
            </a:extLst>
          </p:cNvPr>
          <p:cNvSpPr/>
          <p:nvPr/>
        </p:nvSpPr>
        <p:spPr>
          <a:xfrm>
            <a:off x="9575381" y="5723080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77627B-013E-4A5C-BD7D-E581D8DCFA27}"/>
              </a:ext>
            </a:extLst>
          </p:cNvPr>
          <p:cNvSpPr txBox="1"/>
          <p:nvPr/>
        </p:nvSpPr>
        <p:spPr>
          <a:xfrm>
            <a:off x="11229851" y="5810962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⑨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A252D7B-51F2-41CC-AB7C-6FE19D675200}"/>
              </a:ext>
            </a:extLst>
          </p:cNvPr>
          <p:cNvSpPr/>
          <p:nvPr/>
        </p:nvSpPr>
        <p:spPr>
          <a:xfrm>
            <a:off x="9185995" y="5808199"/>
            <a:ext cx="321900" cy="34608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1C36CF3-86F1-4140-AE0B-A987940ED6A1}"/>
              </a:ext>
            </a:extLst>
          </p:cNvPr>
          <p:cNvSpPr/>
          <p:nvPr/>
        </p:nvSpPr>
        <p:spPr>
          <a:xfrm>
            <a:off x="8604364" y="6151630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SESSION SERVER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3C232C4-259E-4D13-ABE8-4817BE69CA39}"/>
              </a:ext>
            </a:extLst>
          </p:cNvPr>
          <p:cNvSpPr/>
          <p:nvPr/>
        </p:nvSpPr>
        <p:spPr>
          <a:xfrm>
            <a:off x="8185230" y="5296601"/>
            <a:ext cx="62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[Caching]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79446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239350" y="3350988"/>
            <a:ext cx="7352048" cy="28589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4249863" y="3816345"/>
            <a:ext cx="92078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market_quot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4710253" y="4148864"/>
            <a:ext cx="0" cy="19626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153165" y="381634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555664" y="4148864"/>
            <a:ext cx="0" cy="137057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 flipH="1">
            <a:off x="4693303" y="4864007"/>
            <a:ext cx="18008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242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8409157" y="374170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8811656" y="4074220"/>
            <a:ext cx="0" cy="10440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497203" y="4416137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657860" y="4427310"/>
            <a:ext cx="8463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8739657" y="4319310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>
            <a:off x="3155861" y="5297534"/>
            <a:ext cx="14721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566613" y="3350988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 flipH="1">
            <a:off x="8883658" y="4323863"/>
            <a:ext cx="21637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8191A2E-445E-436B-AF65-A50FD6751412}"/>
              </a:ext>
            </a:extLst>
          </p:cNvPr>
          <p:cNvSpPr/>
          <p:nvPr/>
        </p:nvSpPr>
        <p:spPr>
          <a:xfrm>
            <a:off x="4803849" y="4653842"/>
            <a:ext cx="14667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_update_market_chart_unit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390078" y="4483706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9103B3-A00D-4ABC-B271-9A1DCD844D10}"/>
              </a:ext>
            </a:extLst>
          </p:cNvPr>
          <p:cNvSpPr txBox="1"/>
          <p:nvPr/>
        </p:nvSpPr>
        <p:spPr>
          <a:xfrm>
            <a:off x="10945375" y="4118117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⑨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2EB0957-EC1F-430E-A676-1E6CFCB31A6A}"/>
              </a:ext>
            </a:extLst>
          </p:cNvPr>
          <p:cNvSpPr/>
          <p:nvPr/>
        </p:nvSpPr>
        <p:spPr>
          <a:xfrm>
            <a:off x="9318483" y="4052097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MARKET_CHART_CURRENT_LIST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6965FC8-4273-43E2-98AF-41FF1D681A12}"/>
              </a:ext>
            </a:extLst>
          </p:cNvPr>
          <p:cNvCxnSpPr>
            <a:cxnSpLocks/>
          </p:cNvCxnSpPr>
          <p:nvPr/>
        </p:nvCxnSpPr>
        <p:spPr>
          <a:xfrm flipH="1">
            <a:off x="6652731" y="4427310"/>
            <a:ext cx="2096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A4DCF89-A07A-4172-81D1-9123A41F6FA9}"/>
              </a:ext>
            </a:extLst>
          </p:cNvPr>
          <p:cNvSpPr/>
          <p:nvPr/>
        </p:nvSpPr>
        <p:spPr>
          <a:xfrm>
            <a:off x="4641352" y="4858810"/>
            <a:ext cx="144000" cy="10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E8719DA-9A36-4676-8455-ED702CDC08BC}"/>
              </a:ext>
            </a:extLst>
          </p:cNvPr>
          <p:cNvCxnSpPr>
            <a:cxnSpLocks/>
          </p:cNvCxnSpPr>
          <p:nvPr/>
        </p:nvCxnSpPr>
        <p:spPr>
          <a:xfrm flipH="1">
            <a:off x="3107094" y="5656112"/>
            <a:ext cx="15342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모서리가 둥근 직사각형 110">
            <a:extLst>
              <a:ext uri="{FF2B5EF4-FFF2-40B4-BE49-F238E27FC236}">
                <a16:creationId xmlns:a16="http://schemas.microsoft.com/office/drawing/2014/main" id="{A51EA1FC-3F38-4246-83C4-92137AE94D38}"/>
              </a:ext>
            </a:extLst>
          </p:cNvPr>
          <p:cNvSpPr/>
          <p:nvPr/>
        </p:nvSpPr>
        <p:spPr>
          <a:xfrm>
            <a:off x="2638626" y="4332597"/>
            <a:ext cx="92078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market_chart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979F77A6-C460-4DE8-B852-F77475875153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3099016" y="4665116"/>
            <a:ext cx="0" cy="147947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7CA2233-0426-4D2F-B394-D205A539D8DC}"/>
              </a:ext>
            </a:extLst>
          </p:cNvPr>
          <p:cNvCxnSpPr>
            <a:cxnSpLocks/>
          </p:cNvCxnSpPr>
          <p:nvPr/>
        </p:nvCxnSpPr>
        <p:spPr>
          <a:xfrm flipH="1">
            <a:off x="3163078" y="5022316"/>
            <a:ext cx="14782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1F41DF6-3170-4FB7-A40C-D559D51FD30D}"/>
              </a:ext>
            </a:extLst>
          </p:cNvPr>
          <p:cNvSpPr/>
          <p:nvPr/>
        </p:nvSpPr>
        <p:spPr>
          <a:xfrm>
            <a:off x="3184216" y="4826442"/>
            <a:ext cx="13745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process_chart_update</a:t>
            </a:r>
            <a:endParaRPr lang="ko-KR" altLang="en-US" sz="800" dirty="0"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A4CCBBF-4BD0-419B-92EC-6677869D52C5}"/>
              </a:ext>
            </a:extLst>
          </p:cNvPr>
          <p:cNvSpPr/>
          <p:nvPr/>
        </p:nvSpPr>
        <p:spPr>
          <a:xfrm>
            <a:off x="3008640" y="498317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5D708A17-F446-4B88-BBED-66999DE2E406}"/>
              </a:ext>
            </a:extLst>
          </p:cNvPr>
          <p:cNvCxnSpPr>
            <a:cxnSpLocks/>
          </p:cNvCxnSpPr>
          <p:nvPr/>
        </p:nvCxnSpPr>
        <p:spPr>
          <a:xfrm flipH="1">
            <a:off x="1278294" y="5656112"/>
            <a:ext cx="1820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480380A-6F84-4301-A04A-D3BA4EFFEF47}"/>
              </a:ext>
            </a:extLst>
          </p:cNvPr>
          <p:cNvSpPr/>
          <p:nvPr/>
        </p:nvSpPr>
        <p:spPr>
          <a:xfrm>
            <a:off x="1357929" y="5371157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3CB003F-2A34-40B7-BEC9-771992FFD7BC}"/>
              </a:ext>
            </a:extLst>
          </p:cNvPr>
          <p:cNvSpPr/>
          <p:nvPr/>
        </p:nvSpPr>
        <p:spPr>
          <a:xfrm>
            <a:off x="2952968" y="5502276"/>
            <a:ext cx="321900" cy="34608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4091BC1-93A1-4C26-BB94-6E35652C8D53}"/>
              </a:ext>
            </a:extLst>
          </p:cNvPr>
          <p:cNvSpPr/>
          <p:nvPr/>
        </p:nvSpPr>
        <p:spPr>
          <a:xfrm>
            <a:off x="2082088" y="5845707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User Socket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369C01E-22A2-4F6D-9C8B-834D1CEFBC69}"/>
              </a:ext>
            </a:extLst>
          </p:cNvPr>
          <p:cNvSpPr/>
          <p:nvPr/>
        </p:nvSpPr>
        <p:spPr>
          <a:xfrm>
            <a:off x="3454269" y="4685218"/>
            <a:ext cx="62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[Caching]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32671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199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System.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Concept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9E6194-EB4A-42E8-815E-ADBFD39B2185}"/>
              </a:ext>
            </a:extLst>
          </p:cNvPr>
          <p:cNvSpPr txBox="1"/>
          <p:nvPr/>
        </p:nvSpPr>
        <p:spPr>
          <a:xfrm>
            <a:off x="1200822" y="1830588"/>
            <a:ext cx="1582484" cy="369332"/>
          </a:xfrm>
          <a:prstGeom prst="rect">
            <a:avLst/>
          </a:prstGeom>
          <a:noFill/>
          <a:ln w="9525" cap="rnd">
            <a:noFill/>
            <a:round/>
          </a:ln>
          <a:effectLst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■</a:t>
            </a:r>
            <a:r>
              <a:rPr lang="en-US" altLang="ko-KR" sz="1200" b="1" dirty="0"/>
              <a:t> </a:t>
            </a:r>
            <a:r>
              <a:rPr lang="en-US" altLang="ko-KR" b="1" dirty="0"/>
              <a:t>OBSERVER</a:t>
            </a:r>
            <a:endParaRPr lang="ko-KR" alt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780876-74CE-44F6-861C-908C030096FB}"/>
              </a:ext>
            </a:extLst>
          </p:cNvPr>
          <p:cNvSpPr txBox="1"/>
          <p:nvPr/>
        </p:nvSpPr>
        <p:spPr>
          <a:xfrm>
            <a:off x="6872377" y="1830588"/>
            <a:ext cx="1925271" cy="369332"/>
          </a:xfrm>
          <a:prstGeom prst="rect">
            <a:avLst/>
          </a:prstGeom>
          <a:noFill/>
          <a:ln w="9525" cap="rnd">
            <a:noFill/>
            <a:round/>
          </a:ln>
          <a:effectLst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■ </a:t>
            </a:r>
            <a:r>
              <a:rPr lang="en-US" altLang="ko-KR" b="1" dirty="0"/>
              <a:t>OBSERVABLE</a:t>
            </a:r>
            <a:endParaRPr lang="ko-KR" alt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B26D32-D69D-454D-A250-B3E432F71943}"/>
              </a:ext>
            </a:extLst>
          </p:cNvPr>
          <p:cNvSpPr txBox="1"/>
          <p:nvPr/>
        </p:nvSpPr>
        <p:spPr>
          <a:xfrm>
            <a:off x="1466560" y="3314937"/>
            <a:ext cx="18229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OBSERVER</a:t>
            </a:r>
            <a:r>
              <a:rPr lang="en-US" altLang="ko-KR" sz="1400" b="1" dirty="0"/>
              <a:t>.CHANNEL</a:t>
            </a:r>
            <a:endParaRPr lang="ko-KR" altLang="en-US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C9F0DC-A11D-414C-8E2A-D55F5623C31B}"/>
              </a:ext>
            </a:extLst>
          </p:cNvPr>
          <p:cNvSpPr txBox="1"/>
          <p:nvPr/>
        </p:nvSpPr>
        <p:spPr>
          <a:xfrm>
            <a:off x="7187340" y="2962604"/>
            <a:ext cx="1709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OBSERVABLE</a:t>
            </a:r>
            <a:r>
              <a:rPr lang="en-US" altLang="ko-KR" sz="1400" b="1" dirty="0" err="1"/>
              <a:t>.Active</a:t>
            </a:r>
            <a:endParaRPr lang="ko-KR" altLang="en-US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086DF4-F608-4F4C-B6A9-EB05A4BD37CB}"/>
              </a:ext>
            </a:extLst>
          </p:cNvPr>
          <p:cNvSpPr txBox="1"/>
          <p:nvPr/>
        </p:nvSpPr>
        <p:spPr>
          <a:xfrm>
            <a:off x="7187340" y="4328181"/>
            <a:ext cx="1744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OBSERVABLE</a:t>
            </a:r>
            <a:r>
              <a:rPr lang="en-US" altLang="ko-KR" sz="1400" b="1" dirty="0" err="1"/>
              <a:t>.Passive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EBA3B-DC17-4A24-B7FE-73D001EACC1C}"/>
              </a:ext>
            </a:extLst>
          </p:cNvPr>
          <p:cNvSpPr txBox="1"/>
          <p:nvPr/>
        </p:nvSpPr>
        <p:spPr>
          <a:xfrm>
            <a:off x="1268963" y="2230483"/>
            <a:ext cx="4883068" cy="806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있는 객체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등록되면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전송하는 데이터를 받는다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동시에 여러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동시에 여러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동록할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때는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OBSERVER_CHANNEL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622CC0-DE19-4F02-B90F-7545792CF5A8}"/>
              </a:ext>
            </a:extLst>
          </p:cNvPr>
          <p:cNvSpPr txBox="1"/>
          <p:nvPr/>
        </p:nvSpPr>
        <p:spPr>
          <a:xfrm>
            <a:off x="6954417" y="2230483"/>
            <a:ext cx="4297971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등록할 수 있는 객체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전송되는 데이터는 등록된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전달된다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크게 능동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(Active)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피동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(Passive)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나눌 수 있다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062A0A-011E-4A6F-AAF4-08B7D72B1FA9}"/>
              </a:ext>
            </a:extLst>
          </p:cNvPr>
          <p:cNvSpPr txBox="1"/>
          <p:nvPr/>
        </p:nvSpPr>
        <p:spPr>
          <a:xfrm>
            <a:off x="7243325" y="3246137"/>
            <a:ext cx="4095993" cy="99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스스로 실행되어 등록된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들에게 데이터를 전달해 준다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일반적으로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등록되어 일정시간마다 데이터를 모아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전달해주는 형태로 동작한다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대표적으로 일정시간마다 값을 업데이트 해주는 용도로 많이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90EF3E-E249-41D8-AC9A-6DE245D7E8F5}"/>
              </a:ext>
            </a:extLst>
          </p:cNvPr>
          <p:cNvSpPr txBox="1"/>
          <p:nvPr/>
        </p:nvSpPr>
        <p:spPr>
          <a:xfrm>
            <a:off x="7246434" y="4620852"/>
            <a:ext cx="4095993" cy="80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외부에서 메시지 전달을 요청할 경우에 등록된 모든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메시지를 전달하는 형태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대표적으로 특정 신호나 메시지를 받았을 때 등록된 모든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메시지를 중개해주는 역할에 많이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67F2F1-D0AC-43F5-AE74-E64F55234EA8}"/>
              </a:ext>
            </a:extLst>
          </p:cNvPr>
          <p:cNvSpPr txBox="1"/>
          <p:nvPr/>
        </p:nvSpPr>
        <p:spPr>
          <a:xfrm>
            <a:off x="1488293" y="3565499"/>
            <a:ext cx="51364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여러 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있는데 이때 사용되는 채널이다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같은 채널을 가지고 동시에 두 곳의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등록할 수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만약 같은 채널로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등록할 경우 해당 채널로 이전에 등록되었던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등록해제가 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OBSERVER_CHANNEL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수는 제한이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91791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199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System.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Concept</a:t>
            </a:r>
            <a:endParaRPr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081DFA-2303-4F74-9625-A9A8D9437614}"/>
              </a:ext>
            </a:extLst>
          </p:cNvPr>
          <p:cNvSpPr/>
          <p:nvPr/>
        </p:nvSpPr>
        <p:spPr>
          <a:xfrm>
            <a:off x="516294" y="1634151"/>
            <a:ext cx="5579706" cy="3586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EDE4FA-53A1-4064-9BF3-1DCB5ED9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25" y="1732941"/>
            <a:ext cx="2318754" cy="93690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4AF397-D8DA-4A7E-9E18-27B98415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25" y="3829406"/>
            <a:ext cx="2318754" cy="90928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C8C1E6-1F99-4743-A6B9-7E2EF1AFD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139" y="1720528"/>
            <a:ext cx="797400" cy="168499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AC79A7-3230-4CD5-BE31-D41F61616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310" y="1722473"/>
            <a:ext cx="1326284" cy="201045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FB77413-0C28-4A5D-BDED-33EDCA93CAD5}"/>
              </a:ext>
            </a:extLst>
          </p:cNvPr>
          <p:cNvSpPr/>
          <p:nvPr/>
        </p:nvSpPr>
        <p:spPr>
          <a:xfrm>
            <a:off x="1495602" y="1720528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차트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105D5FD-C22A-4AD6-B083-A835F98FBC55}"/>
              </a:ext>
            </a:extLst>
          </p:cNvPr>
          <p:cNvSpPr/>
          <p:nvPr/>
        </p:nvSpPr>
        <p:spPr>
          <a:xfrm>
            <a:off x="1879681" y="3848069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차트</a:t>
            </a:r>
            <a:r>
              <a:rPr lang="en-US" altLang="ko-KR" sz="1600" b="1" dirty="0"/>
              <a:t>.2</a:t>
            </a:r>
            <a:endParaRPr lang="ko-KR" altLang="en-US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4005DC-897D-41C4-B060-E1D33B6D82F7}"/>
              </a:ext>
            </a:extLst>
          </p:cNvPr>
          <p:cNvSpPr/>
          <p:nvPr/>
        </p:nvSpPr>
        <p:spPr>
          <a:xfrm>
            <a:off x="3744435" y="1732941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호가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849277-232B-45DB-B8EA-68543C6045AB}"/>
              </a:ext>
            </a:extLst>
          </p:cNvPr>
          <p:cNvSpPr/>
          <p:nvPr/>
        </p:nvSpPr>
        <p:spPr>
          <a:xfrm>
            <a:off x="4999797" y="3066968"/>
            <a:ext cx="1178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간략정보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713B9C2-01B0-4297-9A49-2E7A6A1A1E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310" y="4017346"/>
            <a:ext cx="2831898" cy="99831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67E556-D274-4937-8F66-640FC9F1D7CE}"/>
              </a:ext>
            </a:extLst>
          </p:cNvPr>
          <p:cNvSpPr/>
          <p:nvPr/>
        </p:nvSpPr>
        <p:spPr>
          <a:xfrm>
            <a:off x="4176037" y="473868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체결정보</a:t>
            </a:r>
            <a:endParaRPr lang="ko-KR" altLang="en-US" b="1" dirty="0"/>
          </a:p>
        </p:txBody>
      </p:sp>
      <p:sp>
        <p:nvSpPr>
          <p:cNvPr id="31" name="모서리가 둥근 직사각형 110">
            <a:extLst>
              <a:ext uri="{FF2B5EF4-FFF2-40B4-BE49-F238E27FC236}">
                <a16:creationId xmlns:a16="http://schemas.microsoft.com/office/drawing/2014/main" id="{A4BC1B02-F0F1-435B-93E1-DAD37302734E}"/>
              </a:ext>
            </a:extLst>
          </p:cNvPr>
          <p:cNvSpPr/>
          <p:nvPr/>
        </p:nvSpPr>
        <p:spPr>
          <a:xfrm>
            <a:off x="8094383" y="101467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모서리가 둥근 직사각형 110">
            <a:extLst>
              <a:ext uri="{FF2B5EF4-FFF2-40B4-BE49-F238E27FC236}">
                <a16:creationId xmlns:a16="http://schemas.microsoft.com/office/drawing/2014/main" id="{9BC4C5FD-1BD8-49D3-AB7B-AA6BB2740346}"/>
              </a:ext>
            </a:extLst>
          </p:cNvPr>
          <p:cNvSpPr/>
          <p:nvPr/>
        </p:nvSpPr>
        <p:spPr>
          <a:xfrm>
            <a:off x="8094383" y="291353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모서리가 둥근 직사각형 110">
            <a:extLst>
              <a:ext uri="{FF2B5EF4-FFF2-40B4-BE49-F238E27FC236}">
                <a16:creationId xmlns:a16="http://schemas.microsoft.com/office/drawing/2014/main" id="{72DC1CBA-ADF3-4737-A02B-B2F414628164}"/>
              </a:ext>
            </a:extLst>
          </p:cNvPr>
          <p:cNvSpPr/>
          <p:nvPr/>
        </p:nvSpPr>
        <p:spPr>
          <a:xfrm>
            <a:off x="8094383" y="2320373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Bidding.ETH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모서리가 둥근 직사각형 110">
            <a:extLst>
              <a:ext uri="{FF2B5EF4-FFF2-40B4-BE49-F238E27FC236}">
                <a16:creationId xmlns:a16="http://schemas.microsoft.com/office/drawing/2014/main" id="{1D23F0F6-43F7-41D5-887F-2FC46E986C6D}"/>
              </a:ext>
            </a:extLst>
          </p:cNvPr>
          <p:cNvSpPr/>
          <p:nvPr/>
        </p:nvSpPr>
        <p:spPr>
          <a:xfrm>
            <a:off x="8094383" y="45648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Bidding.BTC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모서리가 둥근 직사각형 110">
            <a:extLst>
              <a:ext uri="{FF2B5EF4-FFF2-40B4-BE49-F238E27FC236}">
                <a16:creationId xmlns:a16="http://schemas.microsoft.com/office/drawing/2014/main" id="{7347BD67-575C-461A-B5B6-D81F5BD667EF}"/>
              </a:ext>
            </a:extLst>
          </p:cNvPr>
          <p:cNvSpPr/>
          <p:nvPr/>
        </p:nvSpPr>
        <p:spPr>
          <a:xfrm>
            <a:off x="8094383" y="3506695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Contract.ETH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모서리가 둥근 직사각형 110">
            <a:extLst>
              <a:ext uri="{FF2B5EF4-FFF2-40B4-BE49-F238E27FC236}">
                <a16:creationId xmlns:a16="http://schemas.microsoft.com/office/drawing/2014/main" id="{526BA64C-4B54-4AEA-BE00-1E5AF2B2BD84}"/>
              </a:ext>
            </a:extLst>
          </p:cNvPr>
          <p:cNvSpPr/>
          <p:nvPr/>
        </p:nvSpPr>
        <p:spPr>
          <a:xfrm>
            <a:off x="8097899" y="159178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Contract.BTC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모서리가 둥근 직사각형 110">
            <a:extLst>
              <a:ext uri="{FF2B5EF4-FFF2-40B4-BE49-F238E27FC236}">
                <a16:creationId xmlns:a16="http://schemas.microsoft.com/office/drawing/2014/main" id="{B711ABE7-C067-4544-A407-F8542413DEB4}"/>
              </a:ext>
            </a:extLst>
          </p:cNvPr>
          <p:cNvSpPr/>
          <p:nvPr/>
        </p:nvSpPr>
        <p:spPr>
          <a:xfrm>
            <a:off x="8094383" y="435363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Brief.1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모서리가 둥근 직사각형 110">
            <a:extLst>
              <a:ext uri="{FF2B5EF4-FFF2-40B4-BE49-F238E27FC236}">
                <a16:creationId xmlns:a16="http://schemas.microsoft.com/office/drawing/2014/main" id="{3B23EF93-522B-4A7F-92E7-847735D5CB1D}"/>
              </a:ext>
            </a:extLst>
          </p:cNvPr>
          <p:cNvSpPr/>
          <p:nvPr/>
        </p:nvSpPr>
        <p:spPr>
          <a:xfrm>
            <a:off x="8094383" y="496570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Brief.2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4BACDC4-3496-4092-A541-0D8CE9D5961D}"/>
              </a:ext>
            </a:extLst>
          </p:cNvPr>
          <p:cNvCxnSpPr>
            <a:cxnSpLocks/>
            <a:stCxn id="7" idx="3"/>
            <a:endCxn id="39" idx="1"/>
          </p:cNvCxnSpPr>
          <p:nvPr/>
        </p:nvCxnSpPr>
        <p:spPr>
          <a:xfrm>
            <a:off x="5970539" y="2563025"/>
            <a:ext cx="2123844" cy="20522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22BCE49-45F2-4FC5-B97E-4A53F372039D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 flipV="1">
            <a:off x="6018208" y="1853394"/>
            <a:ext cx="2079691" cy="2663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929B86E-0B16-47FD-8B3D-3D40F84A8BE1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 flipV="1">
            <a:off x="3010679" y="718099"/>
            <a:ext cx="5083704" cy="1483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467AE15-D1A0-4A41-9447-3CE405265F67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 flipV="1">
            <a:off x="4512594" y="1276289"/>
            <a:ext cx="3581789" cy="1451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3F79FC2-60AB-49F9-9F92-7BF5EB33A86A}"/>
              </a:ext>
            </a:extLst>
          </p:cNvPr>
          <p:cNvCxnSpPr>
            <a:cxnSpLocks/>
            <a:stCxn id="6" idx="3"/>
            <a:endCxn id="32" idx="1"/>
          </p:cNvCxnSpPr>
          <p:nvPr/>
        </p:nvCxnSpPr>
        <p:spPr>
          <a:xfrm flipV="1">
            <a:off x="3010679" y="3175144"/>
            <a:ext cx="5083704" cy="110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110">
            <a:extLst>
              <a:ext uri="{FF2B5EF4-FFF2-40B4-BE49-F238E27FC236}">
                <a16:creationId xmlns:a16="http://schemas.microsoft.com/office/drawing/2014/main" id="{617C0941-3AF6-468B-B3FF-B85D3387AF5E}"/>
              </a:ext>
            </a:extLst>
          </p:cNvPr>
          <p:cNvSpPr/>
          <p:nvPr/>
        </p:nvSpPr>
        <p:spPr>
          <a:xfrm>
            <a:off x="10353582" y="110159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Quot.BTC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D278464-AA31-40A0-9637-0FCDCD19B3D4}"/>
              </a:ext>
            </a:extLst>
          </p:cNvPr>
          <p:cNvCxnSpPr>
            <a:cxnSpLocks/>
            <a:stCxn id="35" idx="3"/>
            <a:endCxn id="59" idx="1"/>
          </p:cNvCxnSpPr>
          <p:nvPr/>
        </p:nvCxnSpPr>
        <p:spPr>
          <a:xfrm>
            <a:off x="9760789" y="718099"/>
            <a:ext cx="592793" cy="64511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E2EA40F-0B6D-4925-822F-BC51F65B0EAF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760789" y="1276289"/>
            <a:ext cx="592793" cy="8692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7503C6F-AC33-435C-B32B-908E94537B77}"/>
              </a:ext>
            </a:extLst>
          </p:cNvPr>
          <p:cNvCxnSpPr>
            <a:cxnSpLocks/>
            <a:stCxn id="38" idx="3"/>
            <a:endCxn id="59" idx="1"/>
          </p:cNvCxnSpPr>
          <p:nvPr/>
        </p:nvCxnSpPr>
        <p:spPr>
          <a:xfrm flipV="1">
            <a:off x="9764305" y="1363209"/>
            <a:ext cx="589277" cy="49018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AF4FEFB-99C8-4B66-B9E1-CBB8645334AD}"/>
              </a:ext>
            </a:extLst>
          </p:cNvPr>
          <p:cNvCxnSpPr>
            <a:cxnSpLocks/>
            <a:stCxn id="34" idx="3"/>
            <a:endCxn id="70" idx="1"/>
          </p:cNvCxnSpPr>
          <p:nvPr/>
        </p:nvCxnSpPr>
        <p:spPr>
          <a:xfrm>
            <a:off x="9760789" y="2581983"/>
            <a:ext cx="592793" cy="3526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110">
            <a:extLst>
              <a:ext uri="{FF2B5EF4-FFF2-40B4-BE49-F238E27FC236}">
                <a16:creationId xmlns:a16="http://schemas.microsoft.com/office/drawing/2014/main" id="{996962CC-8642-407B-A6A2-195F5637F65B}"/>
              </a:ext>
            </a:extLst>
          </p:cNvPr>
          <p:cNvSpPr/>
          <p:nvPr/>
        </p:nvSpPr>
        <p:spPr>
          <a:xfrm>
            <a:off x="10353582" y="2673033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Quot.ETH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34DD64B-2F90-4E35-AD52-6BDCC9D21723}"/>
              </a:ext>
            </a:extLst>
          </p:cNvPr>
          <p:cNvCxnSpPr>
            <a:cxnSpLocks/>
            <a:stCxn id="32" idx="3"/>
            <a:endCxn id="70" idx="1"/>
          </p:cNvCxnSpPr>
          <p:nvPr/>
        </p:nvCxnSpPr>
        <p:spPr>
          <a:xfrm flipV="1">
            <a:off x="9760789" y="2934643"/>
            <a:ext cx="592793" cy="240501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7088D1A-19DF-4726-AFE8-FF951B9E3064}"/>
              </a:ext>
            </a:extLst>
          </p:cNvPr>
          <p:cNvCxnSpPr>
            <a:cxnSpLocks/>
            <a:stCxn id="37" idx="3"/>
            <a:endCxn id="70" idx="1"/>
          </p:cNvCxnSpPr>
          <p:nvPr/>
        </p:nvCxnSpPr>
        <p:spPr>
          <a:xfrm flipV="1">
            <a:off x="9760789" y="2934643"/>
            <a:ext cx="592793" cy="833662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모서리가 둥근 직사각형 110">
            <a:extLst>
              <a:ext uri="{FF2B5EF4-FFF2-40B4-BE49-F238E27FC236}">
                <a16:creationId xmlns:a16="http://schemas.microsoft.com/office/drawing/2014/main" id="{74FA5F69-9A70-4915-A4C4-2DBA56D01015}"/>
              </a:ext>
            </a:extLst>
          </p:cNvPr>
          <p:cNvSpPr/>
          <p:nvPr/>
        </p:nvSpPr>
        <p:spPr>
          <a:xfrm>
            <a:off x="8094383" y="5909911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My.Favorit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653C1CA-64E6-4C88-A41F-0D7D3D016A22}"/>
              </a:ext>
            </a:extLst>
          </p:cNvPr>
          <p:cNvSpPr/>
          <p:nvPr/>
        </p:nvSpPr>
        <p:spPr>
          <a:xfrm>
            <a:off x="635925" y="3591095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Channel.0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BAA2C8A-1F3A-4199-BAD5-9BB1E0C8F3DB}"/>
              </a:ext>
            </a:extLst>
          </p:cNvPr>
          <p:cNvSpPr/>
          <p:nvPr/>
        </p:nvSpPr>
        <p:spPr>
          <a:xfrm>
            <a:off x="635925" y="1519387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Channel.1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D8C939B-B92B-4970-9FD1-76874917FBA4}"/>
              </a:ext>
            </a:extLst>
          </p:cNvPr>
          <p:cNvSpPr/>
          <p:nvPr/>
        </p:nvSpPr>
        <p:spPr>
          <a:xfrm>
            <a:off x="3103985" y="1475463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Channel.2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B23F906-5EF6-45B6-BB8B-73AA70977034}"/>
              </a:ext>
            </a:extLst>
          </p:cNvPr>
          <p:cNvSpPr/>
          <p:nvPr/>
        </p:nvSpPr>
        <p:spPr>
          <a:xfrm>
            <a:off x="3138795" y="3799503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Channel.3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C35169E-6D45-484D-869A-8F0C9EA005E0}"/>
              </a:ext>
            </a:extLst>
          </p:cNvPr>
          <p:cNvSpPr/>
          <p:nvPr/>
        </p:nvSpPr>
        <p:spPr>
          <a:xfrm>
            <a:off x="5218941" y="1482437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Channel.4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227E619-F059-473E-8998-2270213E836F}"/>
              </a:ext>
            </a:extLst>
          </p:cNvPr>
          <p:cNvSpPr/>
          <p:nvPr/>
        </p:nvSpPr>
        <p:spPr>
          <a:xfrm>
            <a:off x="8392506" y="469974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Observable.0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A36F197-AFE0-4E4E-B58E-9AE942C03F6E}"/>
              </a:ext>
            </a:extLst>
          </p:cNvPr>
          <p:cNvSpPr/>
          <p:nvPr/>
        </p:nvSpPr>
        <p:spPr>
          <a:xfrm>
            <a:off x="8392506" y="1023588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Observable.1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8339CC2-6DDB-4CFD-ABC5-3A1EE20EE241}"/>
              </a:ext>
            </a:extLst>
          </p:cNvPr>
          <p:cNvSpPr/>
          <p:nvPr/>
        </p:nvSpPr>
        <p:spPr>
          <a:xfrm>
            <a:off x="8392506" y="1605196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Observable.2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1F58D6F-2CE0-495E-8ABE-2E5BBAF198CC}"/>
              </a:ext>
            </a:extLst>
          </p:cNvPr>
          <p:cNvSpPr/>
          <p:nvPr/>
        </p:nvSpPr>
        <p:spPr>
          <a:xfrm>
            <a:off x="8392506" y="2328495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Observable.3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C5F08FD-CD9E-43AC-B989-65E30CD2D81D}"/>
              </a:ext>
            </a:extLst>
          </p:cNvPr>
          <p:cNvSpPr/>
          <p:nvPr/>
        </p:nvSpPr>
        <p:spPr>
          <a:xfrm>
            <a:off x="8392506" y="2919137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Observable.4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F0439BE-6A6B-4BE6-9024-F48AE8C3F268}"/>
              </a:ext>
            </a:extLst>
          </p:cNvPr>
          <p:cNvSpPr/>
          <p:nvPr/>
        </p:nvSpPr>
        <p:spPr>
          <a:xfrm>
            <a:off x="8392506" y="3513173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Observable.5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4729B20B-3F3A-41FB-89B6-E7A21A5B6140}"/>
              </a:ext>
            </a:extLst>
          </p:cNvPr>
          <p:cNvSpPr/>
          <p:nvPr/>
        </p:nvSpPr>
        <p:spPr>
          <a:xfrm>
            <a:off x="8392506" y="4356907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Observable.6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99F10C3-AD81-4BEC-8743-C5FC0DDA56D4}"/>
              </a:ext>
            </a:extLst>
          </p:cNvPr>
          <p:cNvSpPr/>
          <p:nvPr/>
        </p:nvSpPr>
        <p:spPr>
          <a:xfrm>
            <a:off x="8392506" y="4977076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Observable.7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48D7518-91F2-4621-8F15-5AC0E04AD8EA}"/>
              </a:ext>
            </a:extLst>
          </p:cNvPr>
          <p:cNvSpPr/>
          <p:nvPr/>
        </p:nvSpPr>
        <p:spPr>
          <a:xfrm>
            <a:off x="8392506" y="5909911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Observable.8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101" name="말풍선: 모서리가 둥근 사각형 100">
            <a:extLst>
              <a:ext uri="{FF2B5EF4-FFF2-40B4-BE49-F238E27FC236}">
                <a16:creationId xmlns:a16="http://schemas.microsoft.com/office/drawing/2014/main" id="{84F647A8-0EFE-49BC-B8D8-D35C053D4C1E}"/>
              </a:ext>
            </a:extLst>
          </p:cNvPr>
          <p:cNvSpPr/>
          <p:nvPr/>
        </p:nvSpPr>
        <p:spPr>
          <a:xfrm>
            <a:off x="3838917" y="1023266"/>
            <a:ext cx="914400" cy="459171"/>
          </a:xfrm>
          <a:prstGeom prst="wedgeRoundRectCallout">
            <a:avLst>
              <a:gd name="adj1" fmla="val -63690"/>
              <a:gd name="adj2" fmla="val 58436"/>
              <a:gd name="adj3" fmla="val 16667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OCID</a:t>
            </a:r>
          </a:p>
        </p:txBody>
      </p:sp>
      <p:sp>
        <p:nvSpPr>
          <p:cNvPr id="102" name="말풍선: 모서리가 둥근 사각형 101">
            <a:extLst>
              <a:ext uri="{FF2B5EF4-FFF2-40B4-BE49-F238E27FC236}">
                <a16:creationId xmlns:a16="http://schemas.microsoft.com/office/drawing/2014/main" id="{11847443-8FF7-426C-944E-10BB3723814C}"/>
              </a:ext>
            </a:extLst>
          </p:cNvPr>
          <p:cNvSpPr/>
          <p:nvPr/>
        </p:nvSpPr>
        <p:spPr>
          <a:xfrm>
            <a:off x="5927836" y="287802"/>
            <a:ext cx="1946774" cy="459171"/>
          </a:xfrm>
          <a:prstGeom prst="wedgeRoundRectCallout">
            <a:avLst>
              <a:gd name="adj1" fmla="val 94473"/>
              <a:gd name="adj2" fmla="val 17795"/>
              <a:gd name="adj3" fmla="val 16667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OBSERVABLE ID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E0EDCF28-8B9C-4D7C-973B-3250917B0773}"/>
              </a:ext>
            </a:extLst>
          </p:cNvPr>
          <p:cNvSpPr/>
          <p:nvPr/>
        </p:nvSpPr>
        <p:spPr>
          <a:xfrm>
            <a:off x="3838917" y="265601"/>
            <a:ext cx="914400" cy="4288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SID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4F54FD2-302B-497F-96A5-5825C078671F}"/>
              </a:ext>
            </a:extLst>
          </p:cNvPr>
          <p:cNvSpPr txBox="1"/>
          <p:nvPr/>
        </p:nvSpPr>
        <p:spPr>
          <a:xfrm>
            <a:off x="4060315" y="529668"/>
            <a:ext cx="471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+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28625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630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OBSERVING_REGISTER_REQUEST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447419" y="3474145"/>
            <a:ext cx="6844246" cy="269339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3731021" y="40234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5949164" y="3474145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0BD473C-7ADC-4880-BAE8-2F43EF8EC517}"/>
              </a:ext>
            </a:extLst>
          </p:cNvPr>
          <p:cNvCxnSpPr>
            <a:cxnSpLocks/>
          </p:cNvCxnSpPr>
          <p:nvPr/>
        </p:nvCxnSpPr>
        <p:spPr>
          <a:xfrm>
            <a:off x="1576873" y="4717144"/>
            <a:ext cx="2584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DAED003-90B0-4BA3-8A9E-E50306696E7F}"/>
              </a:ext>
            </a:extLst>
          </p:cNvPr>
          <p:cNvSpPr/>
          <p:nvPr/>
        </p:nvSpPr>
        <p:spPr>
          <a:xfrm>
            <a:off x="1560532" y="4519752"/>
            <a:ext cx="24828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OBSERVING_REGISTER_REQUEST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F858D6-72BF-4866-8983-55099268511D}"/>
              </a:ext>
            </a:extLst>
          </p:cNvPr>
          <p:cNvSpPr txBox="1"/>
          <p:nvPr/>
        </p:nvSpPr>
        <p:spPr>
          <a:xfrm>
            <a:off x="1265456" y="4519752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86" name="모서리가 둥근 직사각형 110">
            <a:extLst>
              <a:ext uri="{FF2B5EF4-FFF2-40B4-BE49-F238E27FC236}">
                <a16:creationId xmlns:a16="http://schemas.microsoft.com/office/drawing/2014/main" id="{F154EEEA-CFB9-4A0B-9146-A0F3CAC4A2FF}"/>
              </a:ext>
            </a:extLst>
          </p:cNvPr>
          <p:cNvSpPr/>
          <p:nvPr/>
        </p:nvSpPr>
        <p:spPr>
          <a:xfrm>
            <a:off x="6142211" y="401959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3ED92E55-5D9C-469D-ABCF-8B016BE99F91}"/>
              </a:ext>
            </a:extLst>
          </p:cNvPr>
          <p:cNvCxnSpPr>
            <a:cxnSpLocks/>
            <a:stCxn id="86" idx="2"/>
          </p:cNvCxnSpPr>
          <p:nvPr/>
        </p:nvCxnSpPr>
        <p:spPr>
          <a:xfrm>
            <a:off x="6544710" y="4352111"/>
            <a:ext cx="0" cy="109696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</p:cNvCxnSpPr>
          <p:nvPr/>
        </p:nvCxnSpPr>
        <p:spPr>
          <a:xfrm>
            <a:off x="4161514" y="4356000"/>
            <a:ext cx="0" cy="165291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9099621" y="40234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Iobservable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9502120" y="4356000"/>
            <a:ext cx="0" cy="16249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6466742" y="4705044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8445374" y="4891148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register_observer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31D227D-EDA2-4FDE-9FB5-0418FF3D8569}"/>
              </a:ext>
            </a:extLst>
          </p:cNvPr>
          <p:cNvCxnSpPr>
            <a:cxnSpLocks/>
          </p:cNvCxnSpPr>
          <p:nvPr/>
        </p:nvCxnSpPr>
        <p:spPr>
          <a:xfrm flipH="1">
            <a:off x="6622594" y="4879753"/>
            <a:ext cx="14857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9430120" y="5061159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1CBB984-03BC-4733-B114-D69E07064396}"/>
              </a:ext>
            </a:extLst>
          </p:cNvPr>
          <p:cNvCxnSpPr>
            <a:cxnSpLocks/>
          </p:cNvCxnSpPr>
          <p:nvPr/>
        </p:nvCxnSpPr>
        <p:spPr>
          <a:xfrm>
            <a:off x="4166650" y="4733310"/>
            <a:ext cx="2290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86DE28E-D66B-4002-AB12-0EB2E5172D28}"/>
              </a:ext>
            </a:extLst>
          </p:cNvPr>
          <p:cNvSpPr/>
          <p:nvPr/>
        </p:nvSpPr>
        <p:spPr>
          <a:xfrm>
            <a:off x="4198777" y="4517866"/>
            <a:ext cx="2327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_OBSERVING_REGISTER_REQUEST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5E8DE672-3EA1-4E24-B565-CC661D72C0A8}"/>
              </a:ext>
            </a:extLst>
          </p:cNvPr>
          <p:cNvCxnSpPr>
            <a:cxnSpLocks/>
          </p:cNvCxnSpPr>
          <p:nvPr/>
        </p:nvCxnSpPr>
        <p:spPr>
          <a:xfrm>
            <a:off x="6622593" y="4803574"/>
            <a:ext cx="14857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2D8DC6F5-C15B-47C0-A1C6-2F87AAF933FB}"/>
              </a:ext>
            </a:extLst>
          </p:cNvPr>
          <p:cNvCxnSpPr>
            <a:cxnSpLocks/>
          </p:cNvCxnSpPr>
          <p:nvPr/>
        </p:nvCxnSpPr>
        <p:spPr>
          <a:xfrm>
            <a:off x="6610742" y="5106592"/>
            <a:ext cx="28318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FB7E99A-A522-4B2D-98EB-5AE60EC967BC}"/>
              </a:ext>
            </a:extLst>
          </p:cNvPr>
          <p:cNvSpPr/>
          <p:nvPr/>
        </p:nvSpPr>
        <p:spPr>
          <a:xfrm>
            <a:off x="4336420" y="4803574"/>
            <a:ext cx="1097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unregister_observerregister_observer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6" name="모서리가 둥근 직사각형 110">
            <a:extLst>
              <a:ext uri="{FF2B5EF4-FFF2-40B4-BE49-F238E27FC236}">
                <a16:creationId xmlns:a16="http://schemas.microsoft.com/office/drawing/2014/main" id="{286562E7-14A3-4945-A2A4-45B9BEDC2A20}"/>
              </a:ext>
            </a:extLst>
          </p:cNvPr>
          <p:cNvSpPr/>
          <p:nvPr/>
        </p:nvSpPr>
        <p:spPr>
          <a:xfrm>
            <a:off x="7441530" y="4027410"/>
            <a:ext cx="130625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observable_manager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90F6C90-9C07-4BC0-8DDB-26715BF23245}"/>
              </a:ext>
            </a:extLst>
          </p:cNvPr>
          <p:cNvCxnSpPr>
            <a:cxnSpLocks/>
            <a:stCxn id="96" idx="2"/>
          </p:cNvCxnSpPr>
          <p:nvPr/>
        </p:nvCxnSpPr>
        <p:spPr>
          <a:xfrm>
            <a:off x="8094658" y="4359929"/>
            <a:ext cx="0" cy="6412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EBE9F8D-9732-4ACE-955C-BC3EE8D9A9F6}"/>
              </a:ext>
            </a:extLst>
          </p:cNvPr>
          <p:cNvSpPr/>
          <p:nvPr/>
        </p:nvSpPr>
        <p:spPr>
          <a:xfrm>
            <a:off x="7153201" y="4583340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find_observable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CBA6A76-4FCE-4E74-8FE6-9F45D81FEE6A}"/>
              </a:ext>
            </a:extLst>
          </p:cNvPr>
          <p:cNvCxnSpPr>
            <a:cxnSpLocks/>
          </p:cNvCxnSpPr>
          <p:nvPr/>
        </p:nvCxnSpPr>
        <p:spPr>
          <a:xfrm flipH="1">
            <a:off x="4152122" y="5507452"/>
            <a:ext cx="52780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518B0307-F9B0-4399-97C1-9441CC1E32A0}"/>
              </a:ext>
            </a:extLst>
          </p:cNvPr>
          <p:cNvCxnSpPr>
            <a:cxnSpLocks/>
          </p:cNvCxnSpPr>
          <p:nvPr/>
        </p:nvCxnSpPr>
        <p:spPr>
          <a:xfrm flipH="1">
            <a:off x="4161453" y="5748949"/>
            <a:ext cx="52686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B5F7D436-3604-48E6-810B-A7ED49BBF65C}"/>
              </a:ext>
            </a:extLst>
          </p:cNvPr>
          <p:cNvCxnSpPr>
            <a:cxnSpLocks/>
          </p:cNvCxnSpPr>
          <p:nvPr/>
        </p:nvCxnSpPr>
        <p:spPr>
          <a:xfrm flipH="1">
            <a:off x="1576874" y="5507452"/>
            <a:ext cx="259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E2A760DB-9941-463D-92B9-DDA5E1D1A687}"/>
              </a:ext>
            </a:extLst>
          </p:cNvPr>
          <p:cNvCxnSpPr>
            <a:cxnSpLocks/>
          </p:cNvCxnSpPr>
          <p:nvPr/>
        </p:nvCxnSpPr>
        <p:spPr>
          <a:xfrm flipH="1">
            <a:off x="1576873" y="5748949"/>
            <a:ext cx="25939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395B5AF-A41C-46F8-A3A5-6D6A7E432AA6}"/>
              </a:ext>
            </a:extLst>
          </p:cNvPr>
          <p:cNvSpPr txBox="1"/>
          <p:nvPr/>
        </p:nvSpPr>
        <p:spPr>
          <a:xfrm>
            <a:off x="1265456" y="554912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6BB5EFC-6BC6-49D7-8936-494EF904B03F}"/>
              </a:ext>
            </a:extLst>
          </p:cNvPr>
          <p:cNvSpPr txBox="1"/>
          <p:nvPr/>
        </p:nvSpPr>
        <p:spPr>
          <a:xfrm>
            <a:off x="1265456" y="528682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37698182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28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OBSERVING_UNREGISTER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DE33920-DE18-4ACE-BB94-166E1C172F59}"/>
              </a:ext>
            </a:extLst>
          </p:cNvPr>
          <p:cNvSpPr/>
          <p:nvPr/>
        </p:nvSpPr>
        <p:spPr>
          <a:xfrm>
            <a:off x="3427575" y="3669949"/>
            <a:ext cx="6238939" cy="238562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110">
            <a:extLst>
              <a:ext uri="{FF2B5EF4-FFF2-40B4-BE49-F238E27FC236}">
                <a16:creationId xmlns:a16="http://schemas.microsoft.com/office/drawing/2014/main" id="{4920E9A4-399F-4B20-8E39-89820165FD51}"/>
              </a:ext>
            </a:extLst>
          </p:cNvPr>
          <p:cNvSpPr/>
          <p:nvPr/>
        </p:nvSpPr>
        <p:spPr>
          <a:xfrm>
            <a:off x="3731021" y="420076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427F642-112C-499C-B9D5-40E70A45B83B}"/>
              </a:ext>
            </a:extLst>
          </p:cNvPr>
          <p:cNvSpPr/>
          <p:nvPr/>
        </p:nvSpPr>
        <p:spPr>
          <a:xfrm>
            <a:off x="5762551" y="365143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1B631C8-457B-4D62-A3B0-D57DA13AB179}"/>
              </a:ext>
            </a:extLst>
          </p:cNvPr>
          <p:cNvCxnSpPr>
            <a:cxnSpLocks/>
          </p:cNvCxnSpPr>
          <p:nvPr/>
        </p:nvCxnSpPr>
        <p:spPr>
          <a:xfrm>
            <a:off x="1576873" y="4894429"/>
            <a:ext cx="2584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7CD204-EDA8-4577-A14F-475EAC78EE20}"/>
              </a:ext>
            </a:extLst>
          </p:cNvPr>
          <p:cNvSpPr/>
          <p:nvPr/>
        </p:nvSpPr>
        <p:spPr>
          <a:xfrm>
            <a:off x="1560532" y="4697037"/>
            <a:ext cx="24828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OBSERVING_UNREGISTER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C94470-3477-4C2E-B11B-9A8EEECA9A13}"/>
              </a:ext>
            </a:extLst>
          </p:cNvPr>
          <p:cNvSpPr txBox="1"/>
          <p:nvPr/>
        </p:nvSpPr>
        <p:spPr>
          <a:xfrm>
            <a:off x="1275035" y="468770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40" name="모서리가 둥근 직사각형 110">
            <a:extLst>
              <a:ext uri="{FF2B5EF4-FFF2-40B4-BE49-F238E27FC236}">
                <a16:creationId xmlns:a16="http://schemas.microsoft.com/office/drawing/2014/main" id="{84631046-106E-4406-8F3A-3920938AA25E}"/>
              </a:ext>
            </a:extLst>
          </p:cNvPr>
          <p:cNvSpPr/>
          <p:nvPr/>
        </p:nvSpPr>
        <p:spPr>
          <a:xfrm>
            <a:off x="6142211" y="419687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9611CC-0275-41AE-BF51-DF5B68D70F11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6544710" y="4529396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FDB79AB-B2E8-4BD5-96E4-57BC2A5E80E3}"/>
              </a:ext>
            </a:extLst>
          </p:cNvPr>
          <p:cNvCxnSpPr>
            <a:cxnSpLocks/>
          </p:cNvCxnSpPr>
          <p:nvPr/>
        </p:nvCxnSpPr>
        <p:spPr>
          <a:xfrm>
            <a:off x="4161514" y="4533285"/>
            <a:ext cx="0" cy="127036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110">
            <a:extLst>
              <a:ext uri="{FF2B5EF4-FFF2-40B4-BE49-F238E27FC236}">
                <a16:creationId xmlns:a16="http://schemas.microsoft.com/office/drawing/2014/main" id="{E30C1E96-00BF-4CB0-97F5-58B4E7B01075}"/>
              </a:ext>
            </a:extLst>
          </p:cNvPr>
          <p:cNvSpPr/>
          <p:nvPr/>
        </p:nvSpPr>
        <p:spPr>
          <a:xfrm>
            <a:off x="8371831" y="420076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Iobservable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2D3C8CD-62CA-44F9-AEB2-D4F67270A5F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8774330" y="4533285"/>
            <a:ext cx="0" cy="12610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2FA9EEE-5D5E-44FF-9B9F-6EE4528FD19A}"/>
              </a:ext>
            </a:extLst>
          </p:cNvPr>
          <p:cNvSpPr/>
          <p:nvPr/>
        </p:nvSpPr>
        <p:spPr>
          <a:xfrm>
            <a:off x="6466742" y="488232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C0C586-03C6-4159-8A0B-9215AC5CC840}"/>
              </a:ext>
            </a:extLst>
          </p:cNvPr>
          <p:cNvSpPr/>
          <p:nvPr/>
        </p:nvSpPr>
        <p:spPr>
          <a:xfrm>
            <a:off x="4274508" y="4986234"/>
            <a:ext cx="13051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unregister_observable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CF03D2F-3105-47C1-8ED7-68436300D623}"/>
              </a:ext>
            </a:extLst>
          </p:cNvPr>
          <p:cNvCxnSpPr>
            <a:cxnSpLocks/>
          </p:cNvCxnSpPr>
          <p:nvPr/>
        </p:nvCxnSpPr>
        <p:spPr>
          <a:xfrm flipH="1">
            <a:off x="4233454" y="5483168"/>
            <a:ext cx="446267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36B773-9CDE-4EED-AF4A-895192A772DF}"/>
              </a:ext>
            </a:extLst>
          </p:cNvPr>
          <p:cNvSpPr/>
          <p:nvPr/>
        </p:nvSpPr>
        <p:spPr>
          <a:xfrm>
            <a:off x="8702330" y="5033168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7506C52-2C2A-49CC-978E-33C0074277DF}"/>
              </a:ext>
            </a:extLst>
          </p:cNvPr>
          <p:cNvCxnSpPr>
            <a:cxnSpLocks/>
          </p:cNvCxnSpPr>
          <p:nvPr/>
        </p:nvCxnSpPr>
        <p:spPr>
          <a:xfrm>
            <a:off x="4166650" y="4910595"/>
            <a:ext cx="2290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CC49612-3CA6-4ABB-808F-4236113BE627}"/>
              </a:ext>
            </a:extLst>
          </p:cNvPr>
          <p:cNvSpPr/>
          <p:nvPr/>
        </p:nvSpPr>
        <p:spPr>
          <a:xfrm>
            <a:off x="4198777" y="4695151"/>
            <a:ext cx="2327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_OBSERVING_UNREGISTER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9F29F0C-48F0-42B5-BA2C-15E50B252E39}"/>
              </a:ext>
            </a:extLst>
          </p:cNvPr>
          <p:cNvCxnSpPr>
            <a:cxnSpLocks/>
          </p:cNvCxnSpPr>
          <p:nvPr/>
        </p:nvCxnSpPr>
        <p:spPr>
          <a:xfrm flipH="1">
            <a:off x="4254759" y="5183159"/>
            <a:ext cx="22020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1BAA19B-1648-4B92-A309-4F4971EAE181}"/>
              </a:ext>
            </a:extLst>
          </p:cNvPr>
          <p:cNvSpPr/>
          <p:nvPr/>
        </p:nvSpPr>
        <p:spPr>
          <a:xfrm>
            <a:off x="4089453" y="5163574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5E8A9BB-374C-4A52-9BF5-FCC7CAA13653}"/>
              </a:ext>
            </a:extLst>
          </p:cNvPr>
          <p:cNvCxnSpPr>
            <a:cxnSpLocks/>
          </p:cNvCxnSpPr>
          <p:nvPr/>
        </p:nvCxnSpPr>
        <p:spPr>
          <a:xfrm>
            <a:off x="4254759" y="5385554"/>
            <a:ext cx="44413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12AD3E9-CAB0-4C21-B79D-243AA4EABC36}"/>
              </a:ext>
            </a:extLst>
          </p:cNvPr>
          <p:cNvSpPr/>
          <p:nvPr/>
        </p:nvSpPr>
        <p:spPr>
          <a:xfrm>
            <a:off x="7589278" y="518315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unregister_observer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93497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71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MARKET_QUOT_REGISTER_REQUEST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7167347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자신의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Contract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처리할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접속하고 인증을 요청하는 절차를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인증 요청을 받게 되면 처리할 수 있는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인가를 확인하고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정보를 처리할 준비를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재접속시 복구작업을 수행한다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AFD9A28-E579-4F54-8348-CFBE6266892A}"/>
              </a:ext>
            </a:extLst>
          </p:cNvPr>
          <p:cNvSpPr txBox="1"/>
          <p:nvPr/>
        </p:nvSpPr>
        <p:spPr>
          <a:xfrm>
            <a:off x="900000" y="3275111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364866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618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TRADE_MARKET_CONTRACT_LIST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4417802" y="1723146"/>
            <a:ext cx="4763513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4701404" y="227248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5103903" y="2605001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6918270" y="227248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7320769" y="2605001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92FB484-39F2-4074-AEBC-1A60A14ED81F}"/>
              </a:ext>
            </a:extLst>
          </p:cNvPr>
          <p:cNvCxnSpPr>
            <a:cxnSpLocks/>
          </p:cNvCxnSpPr>
          <p:nvPr/>
        </p:nvCxnSpPr>
        <p:spPr>
          <a:xfrm>
            <a:off x="5178489" y="3012234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5184058" y="3718287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8045258" y="227248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8447757" y="2605001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3F0B9E6-F0AF-4BC8-A340-DDB0E45A1E57}"/>
              </a:ext>
            </a:extLst>
          </p:cNvPr>
          <p:cNvSpPr/>
          <p:nvPr/>
        </p:nvSpPr>
        <p:spPr>
          <a:xfrm>
            <a:off x="5040628" y="2971269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DA969C1-E5B4-4369-BA5B-563932284BB7}"/>
              </a:ext>
            </a:extLst>
          </p:cNvPr>
          <p:cNvSpPr/>
          <p:nvPr/>
        </p:nvSpPr>
        <p:spPr>
          <a:xfrm>
            <a:off x="7262308" y="3012234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0CE3F4-F409-401E-A573-695DCDDA5338}"/>
              </a:ext>
            </a:extLst>
          </p:cNvPr>
          <p:cNvSpPr/>
          <p:nvPr/>
        </p:nvSpPr>
        <p:spPr>
          <a:xfrm>
            <a:off x="5563087" y="280567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 flipH="1">
            <a:off x="5185128" y="3786231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79791" y="1723146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528BB8F-E30F-4248-963B-AFBA4E24C450}"/>
              </a:ext>
            </a:extLst>
          </p:cNvPr>
          <p:cNvSpPr/>
          <p:nvPr/>
        </p:nvSpPr>
        <p:spPr>
          <a:xfrm>
            <a:off x="7350924" y="3086394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12BDB75-7700-4990-AEFB-693CB766B6F9}"/>
              </a:ext>
            </a:extLst>
          </p:cNvPr>
          <p:cNvSpPr/>
          <p:nvPr/>
        </p:nvSpPr>
        <p:spPr>
          <a:xfrm>
            <a:off x="7447000" y="2963317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latin typeface="+mn-ea"/>
              </a:rPr>
              <a:t>GetAid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5039156" y="3299281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5E82CBF5-E82A-4B97-9435-C8CEC877E6B3}"/>
              </a:ext>
            </a:extLst>
          </p:cNvPr>
          <p:cNvCxnSpPr>
            <a:cxnSpLocks/>
          </p:cNvCxnSpPr>
          <p:nvPr/>
        </p:nvCxnSpPr>
        <p:spPr>
          <a:xfrm flipH="1">
            <a:off x="5206482" y="3299281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DC8BB4D-DB6C-419D-B2CF-FF5F2CAD1D0E}"/>
              </a:ext>
            </a:extLst>
          </p:cNvPr>
          <p:cNvSpPr/>
          <p:nvPr/>
        </p:nvSpPr>
        <p:spPr>
          <a:xfrm>
            <a:off x="5249016" y="3100518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095B53-BF90-41A7-8C6C-5BA3DEC52DC6}"/>
              </a:ext>
            </a:extLst>
          </p:cNvPr>
          <p:cNvSpPr txBox="1"/>
          <p:nvPr/>
        </p:nvSpPr>
        <p:spPr>
          <a:xfrm>
            <a:off x="5445054" y="3377297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ABBD586-A327-4015-AE9A-2E318FAB2480}"/>
              </a:ext>
            </a:extLst>
          </p:cNvPr>
          <p:cNvCxnSpPr/>
          <p:nvPr/>
        </p:nvCxnSpPr>
        <p:spPr>
          <a:xfrm>
            <a:off x="5557638" y="336648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7445135" y="3485324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FindAccountServer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8374790" y="4725871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31D227D-EDA2-4FDE-9FB5-0418FF3D8569}"/>
              </a:ext>
            </a:extLst>
          </p:cNvPr>
          <p:cNvCxnSpPr>
            <a:cxnSpLocks/>
          </p:cNvCxnSpPr>
          <p:nvPr/>
        </p:nvCxnSpPr>
        <p:spPr>
          <a:xfrm flipH="1">
            <a:off x="5206481" y="5089876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5042143" y="5054048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07412" y="5329419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3DEEC37-3814-4607-A3E4-8078D18C24DE}"/>
              </a:ext>
            </a:extLst>
          </p:cNvPr>
          <p:cNvSpPr/>
          <p:nvPr/>
        </p:nvSpPr>
        <p:spPr>
          <a:xfrm>
            <a:off x="7259731" y="531172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D3B4CED-2053-40F1-B151-1851E640D960}"/>
              </a:ext>
            </a:extLst>
          </p:cNvPr>
          <p:cNvSpPr/>
          <p:nvPr/>
        </p:nvSpPr>
        <p:spPr>
          <a:xfrm>
            <a:off x="5517230" y="5125416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B6CC9CF-6726-415F-AD63-091119EB087B}"/>
              </a:ext>
            </a:extLst>
          </p:cNvPr>
          <p:cNvSpPr/>
          <p:nvPr/>
        </p:nvSpPr>
        <p:spPr>
          <a:xfrm>
            <a:off x="5239012" y="4857394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67F3404-C1AA-4938-A057-9A5A1873ED43}"/>
              </a:ext>
            </a:extLst>
          </p:cNvPr>
          <p:cNvSpPr/>
          <p:nvPr/>
        </p:nvSpPr>
        <p:spPr>
          <a:xfrm>
            <a:off x="5039156" y="5635243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8565E3DC-E63F-4662-B53B-9C6BCB683032}"/>
              </a:ext>
            </a:extLst>
          </p:cNvPr>
          <p:cNvCxnSpPr>
            <a:cxnSpLocks/>
          </p:cNvCxnSpPr>
          <p:nvPr/>
        </p:nvCxnSpPr>
        <p:spPr>
          <a:xfrm flipH="1">
            <a:off x="5197151" y="5650793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8757BAF-A077-4231-A5F5-3EA23D5C4800}"/>
              </a:ext>
            </a:extLst>
          </p:cNvPr>
          <p:cNvSpPr/>
          <p:nvPr/>
        </p:nvSpPr>
        <p:spPr>
          <a:xfrm>
            <a:off x="5526456" y="5468361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8251392" y="481827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A202EA71-59A9-4283-8FC0-C967564B6816}"/>
              </a:ext>
            </a:extLst>
          </p:cNvPr>
          <p:cNvSpPr/>
          <p:nvPr/>
        </p:nvSpPr>
        <p:spPr>
          <a:xfrm>
            <a:off x="6544700" y="32211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163CEA1F-FD7B-431C-B8BF-315FE30A7254}"/>
              </a:ext>
            </a:extLst>
          </p:cNvPr>
          <p:cNvSpPr/>
          <p:nvPr/>
        </p:nvSpPr>
        <p:spPr>
          <a:xfrm>
            <a:off x="5388997" y="292541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499261" y="1723146"/>
            <a:ext cx="3606988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1622871" y="1723146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D9006B29-DB48-465F-A0D7-FF94E7826A2C}"/>
              </a:ext>
            </a:extLst>
          </p:cNvPr>
          <p:cNvSpPr/>
          <p:nvPr/>
        </p:nvSpPr>
        <p:spPr>
          <a:xfrm>
            <a:off x="9450380" y="1765023"/>
            <a:ext cx="2597866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AA95BD6-DC39-453F-B091-84B7050C0E43}"/>
              </a:ext>
            </a:extLst>
          </p:cNvPr>
          <p:cNvSpPr/>
          <p:nvPr/>
        </p:nvSpPr>
        <p:spPr>
          <a:xfrm>
            <a:off x="9916413" y="1723146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7035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7167347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자신의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Contract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처리할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접속하고 인증을 요청하는 절차를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인증 요청을 받게 되면 처리할 수 있는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인가를 확인하고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정보를 처리할 준비를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재접속시 복구작업을 수행한다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5339765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1000274" y="1573855"/>
            <a:ext cx="7994430" cy="443642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4303985" y="157385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8015260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417759" y="2279258"/>
            <a:ext cx="0" cy="362702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4772082" y="269222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74581" y="3024743"/>
            <a:ext cx="0" cy="23217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297618" y="2510610"/>
            <a:ext cx="1936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5657059" y="2682890"/>
            <a:ext cx="12890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301569" y="3015409"/>
            <a:ext cx="0" cy="65152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8425000" y="384444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8353012" y="30388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226190" y="2296322"/>
            <a:ext cx="1816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SERVER_LIST_SEND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43809" y="4248065"/>
            <a:ext cx="3172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6218668" y="348387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모서리가 둥근 직사각형 110">
            <a:extLst>
              <a:ext uri="{FF2B5EF4-FFF2-40B4-BE49-F238E27FC236}">
                <a16:creationId xmlns:a16="http://schemas.microsoft.com/office/drawing/2014/main" id="{FB646725-2E43-4241-AD1A-D7A7DD6E6630}"/>
              </a:ext>
            </a:extLst>
          </p:cNvPr>
          <p:cNvSpPr/>
          <p:nvPr/>
        </p:nvSpPr>
        <p:spPr>
          <a:xfrm>
            <a:off x="1835724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CService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FFC65F-26EE-4E9D-A97D-E60AF59DD412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2238223" y="2279258"/>
            <a:ext cx="0" cy="3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B817633-F914-4588-B35B-1ADAEECFE287}"/>
              </a:ext>
            </a:extLst>
          </p:cNvPr>
          <p:cNvCxnSpPr>
            <a:cxnSpLocks/>
          </p:cNvCxnSpPr>
          <p:nvPr/>
        </p:nvCxnSpPr>
        <p:spPr>
          <a:xfrm>
            <a:off x="2248680" y="2520877"/>
            <a:ext cx="61597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7695AE-BC2A-4900-973E-D632EA90E01D}"/>
              </a:ext>
            </a:extLst>
          </p:cNvPr>
          <p:cNvSpPr/>
          <p:nvPr/>
        </p:nvSpPr>
        <p:spPr>
          <a:xfrm>
            <a:off x="7428174" y="2301745"/>
            <a:ext cx="10462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9850521" y="2843766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8500203" y="3051446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AE468FC-27CF-4607-8482-7F94D6D94AAC}"/>
              </a:ext>
            </a:extLst>
          </p:cNvPr>
          <p:cNvCxnSpPr>
            <a:cxnSpLocks/>
          </p:cNvCxnSpPr>
          <p:nvPr/>
        </p:nvCxnSpPr>
        <p:spPr>
          <a:xfrm flipH="1">
            <a:off x="6307500" y="3190953"/>
            <a:ext cx="20361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1133D06-55F4-4A72-A6BB-D2ED389808F9}"/>
              </a:ext>
            </a:extLst>
          </p:cNvPr>
          <p:cNvSpPr/>
          <p:nvPr/>
        </p:nvSpPr>
        <p:spPr>
          <a:xfrm>
            <a:off x="7573189" y="2998010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8425000" y="3469770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71FC008B-16EB-4DC6-A39E-C9BE7A05F742}"/>
              </a:ext>
            </a:extLst>
          </p:cNvPr>
          <p:cNvCxnSpPr>
            <a:cxnSpLocks/>
          </p:cNvCxnSpPr>
          <p:nvPr/>
        </p:nvCxnSpPr>
        <p:spPr>
          <a:xfrm flipH="1">
            <a:off x="6363484" y="3480990"/>
            <a:ext cx="2054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9557501" y="3269269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8A2ED98-B7B7-4DC5-8B6D-F0C5CD5DF40D}"/>
              </a:ext>
            </a:extLst>
          </p:cNvPr>
          <p:cNvSpPr/>
          <p:nvPr/>
        </p:nvSpPr>
        <p:spPr>
          <a:xfrm>
            <a:off x="6387045" y="3504926"/>
            <a:ext cx="207139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2F55DDD-6DE3-4B36-B228-BB068516563F}"/>
              </a:ext>
            </a:extLst>
          </p:cNvPr>
          <p:cNvCxnSpPr>
            <a:cxnSpLocks/>
          </p:cNvCxnSpPr>
          <p:nvPr/>
        </p:nvCxnSpPr>
        <p:spPr>
          <a:xfrm flipH="1">
            <a:off x="5262470" y="3555876"/>
            <a:ext cx="956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F81B6A-8157-4B28-B46F-1B892F3783C0}"/>
              </a:ext>
            </a:extLst>
          </p:cNvPr>
          <p:cNvSpPr/>
          <p:nvPr/>
        </p:nvSpPr>
        <p:spPr>
          <a:xfrm>
            <a:off x="5290400" y="3337195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9396631" y="3625139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88E7EF0-6223-46A1-A8E2-09A493DC178D}"/>
              </a:ext>
            </a:extLst>
          </p:cNvPr>
          <p:cNvCxnSpPr>
            <a:cxnSpLocks/>
          </p:cNvCxnSpPr>
          <p:nvPr/>
        </p:nvCxnSpPr>
        <p:spPr>
          <a:xfrm>
            <a:off x="5262471" y="3836912"/>
            <a:ext cx="3153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8425000" y="424806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5109847" y="3543192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8994703" y="4038796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8425000" y="4693783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5C7D394-C101-4F38-9F44-8FB51CDA57EF}"/>
              </a:ext>
            </a:extLst>
          </p:cNvPr>
          <p:cNvCxnSpPr>
            <a:cxnSpLocks/>
          </p:cNvCxnSpPr>
          <p:nvPr/>
        </p:nvCxnSpPr>
        <p:spPr>
          <a:xfrm flipH="1">
            <a:off x="5271796" y="4693783"/>
            <a:ext cx="31345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8994703" y="4480120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모서리가 둥근 직사각형 110">
            <a:extLst>
              <a:ext uri="{FF2B5EF4-FFF2-40B4-BE49-F238E27FC236}">
                <a16:creationId xmlns:a16="http://schemas.microsoft.com/office/drawing/2014/main" id="{B717E8A5-591E-44C0-AB36-A583606C87D9}"/>
              </a:ext>
            </a:extLst>
          </p:cNvPr>
          <p:cNvSpPr/>
          <p:nvPr/>
        </p:nvSpPr>
        <p:spPr>
          <a:xfrm>
            <a:off x="3099489" y="4016203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CTradeMarket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C93FB80-B9D3-45B5-B856-D607F31A168B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3602994" y="4348722"/>
            <a:ext cx="0" cy="134087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5536332-2017-48DF-8462-0E725A79258D}"/>
              </a:ext>
            </a:extLst>
          </p:cNvPr>
          <p:cNvSpPr/>
          <p:nvPr/>
        </p:nvSpPr>
        <p:spPr>
          <a:xfrm>
            <a:off x="5115681" y="4671354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5610915-BC48-4CD4-80D3-2AD8BCD6BA39}"/>
              </a:ext>
            </a:extLst>
          </p:cNvPr>
          <p:cNvSpPr/>
          <p:nvPr/>
        </p:nvSpPr>
        <p:spPr>
          <a:xfrm>
            <a:off x="5274834" y="4477445"/>
            <a:ext cx="26325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2C4295-2BE7-4506-A825-196B74931669}"/>
              </a:ext>
            </a:extLst>
          </p:cNvPr>
          <p:cNvSpPr/>
          <p:nvPr/>
        </p:nvSpPr>
        <p:spPr>
          <a:xfrm>
            <a:off x="5017780" y="471602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FB17373-AE4A-4EC1-AF55-B79C54958925}"/>
              </a:ext>
            </a:extLst>
          </p:cNvPr>
          <p:cNvSpPr/>
          <p:nvPr/>
        </p:nvSpPr>
        <p:spPr>
          <a:xfrm>
            <a:off x="4305442" y="4496325"/>
            <a:ext cx="855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A1C6D54-7724-4673-8BE6-125FCB11606F}"/>
              </a:ext>
            </a:extLst>
          </p:cNvPr>
          <p:cNvCxnSpPr>
            <a:cxnSpLocks/>
          </p:cNvCxnSpPr>
          <p:nvPr/>
        </p:nvCxnSpPr>
        <p:spPr>
          <a:xfrm flipH="1">
            <a:off x="3666939" y="4931077"/>
            <a:ext cx="14462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D9A6AB-BE06-4B52-86EA-DEF48C531982}"/>
              </a:ext>
            </a:extLst>
          </p:cNvPr>
          <p:cNvSpPr/>
          <p:nvPr/>
        </p:nvSpPr>
        <p:spPr>
          <a:xfrm>
            <a:off x="3676672" y="4721853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RequestTradeEventRecover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0E43A3B4-F24C-4A4D-95FE-398AD7E017CE}"/>
              </a:ext>
            </a:extLst>
          </p:cNvPr>
          <p:cNvCxnSpPr>
            <a:cxnSpLocks/>
          </p:cNvCxnSpPr>
          <p:nvPr/>
        </p:nvCxnSpPr>
        <p:spPr>
          <a:xfrm flipH="1">
            <a:off x="2765778" y="5068853"/>
            <a:ext cx="779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2A9C8A0B-82CA-476D-8B5E-197D184CFF24}"/>
              </a:ext>
            </a:extLst>
          </p:cNvPr>
          <p:cNvCxnSpPr>
            <a:cxnSpLocks/>
          </p:cNvCxnSpPr>
          <p:nvPr/>
        </p:nvCxnSpPr>
        <p:spPr>
          <a:xfrm>
            <a:off x="858419" y="5535888"/>
            <a:ext cx="11476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E5AA450-A16F-4E7C-9B9C-681EDCEE8385}"/>
              </a:ext>
            </a:extLst>
          </p:cNvPr>
          <p:cNvSpPr/>
          <p:nvPr/>
        </p:nvSpPr>
        <p:spPr>
          <a:xfrm>
            <a:off x="3522939" y="5498285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1FC2102-CD2F-4925-B4D7-74E16D4845D3}"/>
              </a:ext>
            </a:extLst>
          </p:cNvPr>
          <p:cNvSpPr/>
          <p:nvPr/>
        </p:nvSpPr>
        <p:spPr>
          <a:xfrm>
            <a:off x="3523836" y="4934772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C81927C-6FE8-4BF9-A591-5AF31CEC4CFA}"/>
              </a:ext>
            </a:extLst>
          </p:cNvPr>
          <p:cNvCxnSpPr>
            <a:cxnSpLocks/>
          </p:cNvCxnSpPr>
          <p:nvPr/>
        </p:nvCxnSpPr>
        <p:spPr>
          <a:xfrm>
            <a:off x="3666936" y="5625737"/>
            <a:ext cx="47399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8425000" y="5625737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8994703" y="5409225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899ECD9-D9D6-44AD-BC60-E9EA947FD28A}"/>
              </a:ext>
            </a:extLst>
          </p:cNvPr>
          <p:cNvSpPr/>
          <p:nvPr/>
        </p:nvSpPr>
        <p:spPr>
          <a:xfrm>
            <a:off x="2041458" y="5341961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ProcessTradeEventRecover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F7017FAC-C23F-4FEF-9055-B506602391F5}"/>
              </a:ext>
            </a:extLst>
          </p:cNvPr>
          <p:cNvSpPr/>
          <p:nvPr/>
        </p:nvSpPr>
        <p:spPr>
          <a:xfrm>
            <a:off x="11669823" y="33747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898DA94D-7E08-43CE-87CE-454512C86719}"/>
              </a:ext>
            </a:extLst>
          </p:cNvPr>
          <p:cNvSpPr/>
          <p:nvPr/>
        </p:nvSpPr>
        <p:spPr>
          <a:xfrm>
            <a:off x="11669823" y="3758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0192278A-3530-469E-BDD9-5B2CE1319D27}"/>
              </a:ext>
            </a:extLst>
          </p:cNvPr>
          <p:cNvSpPr/>
          <p:nvPr/>
        </p:nvSpPr>
        <p:spPr>
          <a:xfrm>
            <a:off x="11669823" y="416079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7B68B5B4-754E-4CAB-89E5-312F379D8BF4}"/>
              </a:ext>
            </a:extLst>
          </p:cNvPr>
          <p:cNvSpPr/>
          <p:nvPr/>
        </p:nvSpPr>
        <p:spPr>
          <a:xfrm>
            <a:off x="11669823" y="459896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B7149FBF-F819-47C7-8164-9F941DCCC114}"/>
              </a:ext>
            </a:extLst>
          </p:cNvPr>
          <p:cNvSpPr/>
          <p:nvPr/>
        </p:nvSpPr>
        <p:spPr>
          <a:xfrm>
            <a:off x="11669823" y="554483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204" name="모서리가 둥근 직사각형 63">
            <a:extLst>
              <a:ext uri="{FF2B5EF4-FFF2-40B4-BE49-F238E27FC236}">
                <a16:creationId xmlns:a16="http://schemas.microsoft.com/office/drawing/2014/main" id="{BB658AE4-74EB-4687-98F7-D0EFCA07FC33}"/>
              </a:ext>
            </a:extLst>
          </p:cNvPr>
          <p:cNvSpPr/>
          <p:nvPr/>
        </p:nvSpPr>
        <p:spPr>
          <a:xfrm>
            <a:off x="1212982" y="4883502"/>
            <a:ext cx="155185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CMarketTradeEventRecover</a:t>
            </a:r>
            <a:endParaRPr lang="ko-KR" altLang="en-US" sz="800" b="1" dirty="0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F384558-B698-4136-90F1-C130D24444D6}"/>
              </a:ext>
            </a:extLst>
          </p:cNvPr>
          <p:cNvCxnSpPr>
            <a:cxnSpLocks/>
          </p:cNvCxnSpPr>
          <p:nvPr/>
        </p:nvCxnSpPr>
        <p:spPr>
          <a:xfrm>
            <a:off x="1998651" y="5205851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9E9478C5-1B4E-497A-B098-575689AA4807}"/>
              </a:ext>
            </a:extLst>
          </p:cNvPr>
          <p:cNvSpPr/>
          <p:nvPr/>
        </p:nvSpPr>
        <p:spPr>
          <a:xfrm>
            <a:off x="1874970" y="551771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95506DC8-B849-4A17-AD37-F196CDA45AF1}"/>
              </a:ext>
            </a:extLst>
          </p:cNvPr>
          <p:cNvCxnSpPr>
            <a:cxnSpLocks/>
          </p:cNvCxnSpPr>
          <p:nvPr/>
        </p:nvCxnSpPr>
        <p:spPr>
          <a:xfrm>
            <a:off x="2006084" y="5535888"/>
            <a:ext cx="14928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66C2A80-92F6-4308-87B1-26B1E7ECC7FD}"/>
              </a:ext>
            </a:extLst>
          </p:cNvPr>
          <p:cNvCxnSpPr>
            <a:cxnSpLocks/>
          </p:cNvCxnSpPr>
          <p:nvPr/>
        </p:nvCxnSpPr>
        <p:spPr>
          <a:xfrm flipH="1">
            <a:off x="858419" y="5344855"/>
            <a:ext cx="1138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74B1291-CA3D-4F51-88D6-B7293CDB69CE}"/>
              </a:ext>
            </a:extLst>
          </p:cNvPr>
          <p:cNvSpPr txBox="1"/>
          <p:nvPr/>
        </p:nvSpPr>
        <p:spPr>
          <a:xfrm>
            <a:off x="9713697" y="4313317"/>
            <a:ext cx="9653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TRADE_MARKET_ID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1317BB0F-2C27-4A64-A13F-2AF254090DCB}"/>
              </a:ext>
            </a:extLst>
          </p:cNvPr>
          <p:cNvCxnSpPr/>
          <p:nvPr/>
        </p:nvCxnSpPr>
        <p:spPr>
          <a:xfrm>
            <a:off x="9947581" y="430250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2EBE6BB2-E14B-4713-BCA3-BEF34D6F06DE}"/>
              </a:ext>
            </a:extLst>
          </p:cNvPr>
          <p:cNvSpPr txBox="1"/>
          <p:nvPr/>
        </p:nvSpPr>
        <p:spPr>
          <a:xfrm>
            <a:off x="10286798" y="4764611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3E9190FA-2641-4706-A791-AC33AEA8E7B8}"/>
              </a:ext>
            </a:extLst>
          </p:cNvPr>
          <p:cNvCxnSpPr>
            <a:cxnSpLocks/>
          </p:cNvCxnSpPr>
          <p:nvPr/>
        </p:nvCxnSpPr>
        <p:spPr>
          <a:xfrm flipH="1">
            <a:off x="10301000" y="477245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5CA06FC-7265-419E-A609-9504E8475D63}"/>
              </a:ext>
            </a:extLst>
          </p:cNvPr>
          <p:cNvSpPr txBox="1"/>
          <p:nvPr/>
        </p:nvSpPr>
        <p:spPr>
          <a:xfrm>
            <a:off x="9792801" y="568673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44D16EF2-797D-4B99-B18D-7A918F8D153E}"/>
              </a:ext>
            </a:extLst>
          </p:cNvPr>
          <p:cNvCxnSpPr/>
          <p:nvPr/>
        </p:nvCxnSpPr>
        <p:spPr>
          <a:xfrm>
            <a:off x="10483883" y="567591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08F332C-77AD-4CCF-AEFF-A915BA1BFB83}"/>
              </a:ext>
            </a:extLst>
          </p:cNvPr>
          <p:cNvSpPr txBox="1"/>
          <p:nvPr/>
        </p:nvSpPr>
        <p:spPr>
          <a:xfrm>
            <a:off x="9421028" y="4776922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74D583A2-4D04-4EEB-BBF3-C4E1210C8DE8}"/>
              </a:ext>
            </a:extLst>
          </p:cNvPr>
          <p:cNvCxnSpPr>
            <a:cxnSpLocks/>
          </p:cNvCxnSpPr>
          <p:nvPr/>
        </p:nvCxnSpPr>
        <p:spPr>
          <a:xfrm flipH="1">
            <a:off x="9715146" y="477543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A9318875-21C4-4B10-8906-CE6C424C41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5953" y="4938294"/>
            <a:ext cx="692892" cy="979734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A7171BCF-B0EF-47CA-B994-C5990AFEC221}"/>
              </a:ext>
            </a:extLst>
          </p:cNvPr>
          <p:cNvSpPr txBox="1"/>
          <p:nvPr/>
        </p:nvSpPr>
        <p:spPr>
          <a:xfrm>
            <a:off x="9141380" y="5680235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7F8017A2-58F1-434F-82AC-06E1A471C33A}"/>
              </a:ext>
            </a:extLst>
          </p:cNvPr>
          <p:cNvCxnSpPr/>
          <p:nvPr/>
        </p:nvCxnSpPr>
        <p:spPr>
          <a:xfrm>
            <a:off x="9341135" y="567174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9225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294654" y="1838482"/>
            <a:ext cx="7370235" cy="463269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67411" y="1807121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sp>
        <p:nvSpPr>
          <p:cNvPr id="45" name="모서리가 둥근 직사각형 110">
            <a:extLst>
              <a:ext uri="{FF2B5EF4-FFF2-40B4-BE49-F238E27FC236}">
                <a16:creationId xmlns:a16="http://schemas.microsoft.com/office/drawing/2014/main" id="{A4980D79-6072-4088-9744-06DF3F048DB6}"/>
              </a:ext>
            </a:extLst>
          </p:cNvPr>
          <p:cNvSpPr/>
          <p:nvPr/>
        </p:nvSpPr>
        <p:spPr>
          <a:xfrm>
            <a:off x="3467282" y="23690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05E3F8-194B-45CD-A885-794F1B342D3B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3869781" y="2701535"/>
            <a:ext cx="0" cy="25504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110">
            <a:extLst>
              <a:ext uri="{FF2B5EF4-FFF2-40B4-BE49-F238E27FC236}">
                <a16:creationId xmlns:a16="http://schemas.microsoft.com/office/drawing/2014/main" id="{43938E0F-8FD6-4BEE-AD80-26460668DEDD}"/>
              </a:ext>
            </a:extLst>
          </p:cNvPr>
          <p:cNvSpPr/>
          <p:nvPr/>
        </p:nvSpPr>
        <p:spPr>
          <a:xfrm>
            <a:off x="5492994" y="2369016"/>
            <a:ext cx="12537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E6F804-9675-4B40-ADCD-262E00FE682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119853" y="2701535"/>
            <a:ext cx="0" cy="108669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10">
            <a:extLst>
              <a:ext uri="{FF2B5EF4-FFF2-40B4-BE49-F238E27FC236}">
                <a16:creationId xmlns:a16="http://schemas.microsoft.com/office/drawing/2014/main" id="{5C9C78CB-25FB-4754-A00B-09F8CD00CFC8}"/>
              </a:ext>
            </a:extLst>
          </p:cNvPr>
          <p:cNvSpPr/>
          <p:nvPr/>
        </p:nvSpPr>
        <p:spPr>
          <a:xfrm>
            <a:off x="7753109" y="2369016"/>
            <a:ext cx="78863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A485074-8F82-49D4-A6F3-5212D166223D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8147425" y="2701535"/>
            <a:ext cx="0" cy="33293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625149" y="364100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8075425" y="4038403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1788854" y="2685143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6708129-8C46-4761-BB8A-A23662CC52C0}"/>
              </a:ext>
            </a:extLst>
          </p:cNvPr>
          <p:cNvSpPr/>
          <p:nvPr/>
        </p:nvSpPr>
        <p:spPr>
          <a:xfrm>
            <a:off x="3812106" y="288333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1856795" y="2892823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981050D-0E4B-41FF-B0E8-03E6C1522B58}"/>
              </a:ext>
            </a:extLst>
          </p:cNvPr>
          <p:cNvCxnSpPr>
            <a:cxnSpLocks/>
          </p:cNvCxnSpPr>
          <p:nvPr/>
        </p:nvCxnSpPr>
        <p:spPr>
          <a:xfrm>
            <a:off x="3956106" y="3026431"/>
            <a:ext cx="2080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D852534-5021-4661-A5A4-F47DFECA3B7A}"/>
              </a:ext>
            </a:extLst>
          </p:cNvPr>
          <p:cNvSpPr/>
          <p:nvPr/>
        </p:nvSpPr>
        <p:spPr>
          <a:xfrm>
            <a:off x="5210824" y="2839387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52CFDB-9FD0-480C-9727-C4F7AA260DC2}"/>
              </a:ext>
            </a:extLst>
          </p:cNvPr>
          <p:cNvSpPr/>
          <p:nvPr/>
        </p:nvSpPr>
        <p:spPr>
          <a:xfrm>
            <a:off x="6055803" y="3019175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39C4E2C-29A4-48AD-88A8-8F6D658C3DEC}"/>
              </a:ext>
            </a:extLst>
          </p:cNvPr>
          <p:cNvCxnSpPr>
            <a:cxnSpLocks/>
          </p:cNvCxnSpPr>
          <p:nvPr/>
        </p:nvCxnSpPr>
        <p:spPr>
          <a:xfrm flipH="1">
            <a:off x="3881535" y="3192691"/>
            <a:ext cx="21740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625149" y="319917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641042" y="2998674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641042" y="3421702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826F0D4-09F3-41B3-8B5F-4F4FEE0BBBA7}"/>
              </a:ext>
            </a:extLst>
          </p:cNvPr>
          <p:cNvCxnSpPr>
            <a:cxnSpLocks/>
          </p:cNvCxnSpPr>
          <p:nvPr/>
        </p:nvCxnSpPr>
        <p:spPr>
          <a:xfrm>
            <a:off x="3882976" y="3644118"/>
            <a:ext cx="21725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08F011B-42A2-4149-B75B-688A66944530}"/>
              </a:ext>
            </a:extLst>
          </p:cNvPr>
          <p:cNvCxnSpPr>
            <a:cxnSpLocks/>
          </p:cNvCxnSpPr>
          <p:nvPr/>
        </p:nvCxnSpPr>
        <p:spPr>
          <a:xfrm>
            <a:off x="6199803" y="3708719"/>
            <a:ext cx="19458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2B258EC-5FEC-4F81-AAC5-ADB3E849DE37}"/>
              </a:ext>
            </a:extLst>
          </p:cNvPr>
          <p:cNvSpPr/>
          <p:nvPr/>
        </p:nvSpPr>
        <p:spPr>
          <a:xfrm>
            <a:off x="7282800" y="3498466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625149" y="404462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3801626-9826-4D6F-8CC5-4247A18B068F}"/>
              </a:ext>
            </a:extLst>
          </p:cNvPr>
          <p:cNvCxnSpPr>
            <a:cxnSpLocks/>
          </p:cNvCxnSpPr>
          <p:nvPr/>
        </p:nvCxnSpPr>
        <p:spPr>
          <a:xfrm>
            <a:off x="3862875" y="4038403"/>
            <a:ext cx="4208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1595722-C664-4F43-9DF4-C246994E5A5B}"/>
              </a:ext>
            </a:extLst>
          </p:cNvPr>
          <p:cNvSpPr/>
          <p:nvPr/>
        </p:nvSpPr>
        <p:spPr>
          <a:xfrm>
            <a:off x="6056712" y="3637620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641042" y="3835359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449D2D1-CA21-423B-A045-BA5C34019D54}"/>
              </a:ext>
            </a:extLst>
          </p:cNvPr>
          <p:cNvSpPr/>
          <p:nvPr/>
        </p:nvSpPr>
        <p:spPr>
          <a:xfrm>
            <a:off x="5577779" y="3852315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FCD064D-DDAE-4A87-896B-B2EE4E0A6DE9}"/>
              </a:ext>
            </a:extLst>
          </p:cNvPr>
          <p:cNvCxnSpPr>
            <a:cxnSpLocks/>
          </p:cNvCxnSpPr>
          <p:nvPr/>
        </p:nvCxnSpPr>
        <p:spPr>
          <a:xfrm>
            <a:off x="8220277" y="4149729"/>
            <a:ext cx="849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625149" y="46116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641042" y="4397983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625149" y="50678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641042" y="4851334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EA61465-9CE8-4B8B-8B6F-7F3C6A2D18FE}"/>
              </a:ext>
            </a:extLst>
          </p:cNvPr>
          <p:cNvCxnSpPr>
            <a:cxnSpLocks/>
          </p:cNvCxnSpPr>
          <p:nvPr/>
        </p:nvCxnSpPr>
        <p:spPr>
          <a:xfrm>
            <a:off x="3869781" y="5079506"/>
            <a:ext cx="419186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A6D4F46-8CFC-4F76-A51C-683E5C266216}"/>
              </a:ext>
            </a:extLst>
          </p:cNvPr>
          <p:cNvSpPr/>
          <p:nvPr/>
        </p:nvSpPr>
        <p:spPr>
          <a:xfrm>
            <a:off x="5628860" y="4862282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E61D4F6C-2C5B-4D04-B0A0-0F9EF827A651}"/>
              </a:ext>
            </a:extLst>
          </p:cNvPr>
          <p:cNvSpPr/>
          <p:nvPr/>
        </p:nvSpPr>
        <p:spPr>
          <a:xfrm>
            <a:off x="8082962" y="5067846"/>
            <a:ext cx="144000" cy="79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40BD868-0C94-40D2-AFBD-397AA4C355BF}"/>
              </a:ext>
            </a:extLst>
          </p:cNvPr>
          <p:cNvSpPr/>
          <p:nvPr/>
        </p:nvSpPr>
        <p:spPr>
          <a:xfrm>
            <a:off x="8172743" y="513182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77BB111-4F57-4C85-A937-7949062C0A0A}"/>
              </a:ext>
            </a:extLst>
          </p:cNvPr>
          <p:cNvSpPr/>
          <p:nvPr/>
        </p:nvSpPr>
        <p:spPr>
          <a:xfrm>
            <a:off x="8210478" y="4936783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79A635D0-71B7-4787-990F-2AF0B8BD3F4B}"/>
              </a:ext>
            </a:extLst>
          </p:cNvPr>
          <p:cNvCxnSpPr>
            <a:cxnSpLocks/>
          </p:cNvCxnSpPr>
          <p:nvPr/>
        </p:nvCxnSpPr>
        <p:spPr>
          <a:xfrm>
            <a:off x="8316722" y="5199298"/>
            <a:ext cx="8366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D3214E1-EC20-47CF-9154-89B9A6C2549E}"/>
              </a:ext>
            </a:extLst>
          </p:cNvPr>
          <p:cNvCxnSpPr>
            <a:cxnSpLocks/>
          </p:cNvCxnSpPr>
          <p:nvPr/>
        </p:nvCxnSpPr>
        <p:spPr>
          <a:xfrm flipH="1">
            <a:off x="9750490" y="5981120"/>
            <a:ext cx="699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B90E0C4-1275-4868-B023-6CB8A13C7768}"/>
              </a:ext>
            </a:extLst>
          </p:cNvPr>
          <p:cNvSpPr/>
          <p:nvPr/>
        </p:nvSpPr>
        <p:spPr>
          <a:xfrm>
            <a:off x="8670971" y="5874448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RestoreMakre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D96615D-F459-4EC1-965F-5CBC307455B5}"/>
              </a:ext>
            </a:extLst>
          </p:cNvPr>
          <p:cNvSpPr/>
          <p:nvPr/>
        </p:nvSpPr>
        <p:spPr>
          <a:xfrm>
            <a:off x="462333" y="3112881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ADA59C0-D49A-4E6C-91E5-C9F90725921D}"/>
              </a:ext>
            </a:extLst>
          </p:cNvPr>
          <p:cNvSpPr/>
          <p:nvPr/>
        </p:nvSpPr>
        <p:spPr>
          <a:xfrm>
            <a:off x="462333" y="354465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5963BE8-6D5D-4556-9FA5-021ED3801E4F}"/>
              </a:ext>
            </a:extLst>
          </p:cNvPr>
          <p:cNvSpPr/>
          <p:nvPr/>
        </p:nvSpPr>
        <p:spPr>
          <a:xfrm>
            <a:off x="462333" y="39473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9716440F-6547-4EA4-9896-D29F7F22E9FE}"/>
              </a:ext>
            </a:extLst>
          </p:cNvPr>
          <p:cNvSpPr/>
          <p:nvPr/>
        </p:nvSpPr>
        <p:spPr>
          <a:xfrm>
            <a:off x="462333" y="4516186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9DF65616-F6B9-4077-B94E-C4552832A229}"/>
              </a:ext>
            </a:extLst>
          </p:cNvPr>
          <p:cNvSpPr/>
          <p:nvPr/>
        </p:nvSpPr>
        <p:spPr>
          <a:xfrm>
            <a:off x="462333" y="49769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828F5D8-6FFD-4ACC-AAB2-968CF283554A}"/>
              </a:ext>
            </a:extLst>
          </p:cNvPr>
          <p:cNvCxnSpPr>
            <a:cxnSpLocks/>
          </p:cNvCxnSpPr>
          <p:nvPr/>
        </p:nvCxnSpPr>
        <p:spPr>
          <a:xfrm flipH="1">
            <a:off x="3869783" y="4602315"/>
            <a:ext cx="73456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4BF77C-7753-47C0-86C2-EB9418B1C5B7}"/>
              </a:ext>
            </a:extLst>
          </p:cNvPr>
          <p:cNvSpPr/>
          <p:nvPr/>
        </p:nvSpPr>
        <p:spPr>
          <a:xfrm>
            <a:off x="3982045" y="3436643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0" name="모서리가 둥근 직사각형 63">
            <a:extLst>
              <a:ext uri="{FF2B5EF4-FFF2-40B4-BE49-F238E27FC236}">
                <a16:creationId xmlns:a16="http://schemas.microsoft.com/office/drawing/2014/main" id="{5CD358B0-AF53-4C8C-83DD-3F81A635BF6E}"/>
              </a:ext>
            </a:extLst>
          </p:cNvPr>
          <p:cNvSpPr/>
          <p:nvPr/>
        </p:nvSpPr>
        <p:spPr>
          <a:xfrm>
            <a:off x="9081533" y="400581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CMarketInitialize</a:t>
            </a:r>
            <a:endParaRPr lang="ko-KR" altLang="en-US" sz="800" b="1" dirty="0"/>
          </a:p>
        </p:txBody>
      </p:sp>
      <p:sp>
        <p:nvSpPr>
          <p:cNvPr id="132" name="모서리가 둥근 직사각형 63">
            <a:extLst>
              <a:ext uri="{FF2B5EF4-FFF2-40B4-BE49-F238E27FC236}">
                <a16:creationId xmlns:a16="http://schemas.microsoft.com/office/drawing/2014/main" id="{728ECB04-6DDC-4F6B-AB9D-E7271ADB4507}"/>
              </a:ext>
            </a:extLst>
          </p:cNvPr>
          <p:cNvSpPr/>
          <p:nvPr/>
        </p:nvSpPr>
        <p:spPr>
          <a:xfrm>
            <a:off x="9849740" y="539088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CMarketRecover</a:t>
            </a:r>
            <a:endParaRPr lang="ko-KR" altLang="en-US" sz="800" b="1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7B133FA-5F4B-4AAF-A1DE-7F4AA655886C}"/>
              </a:ext>
            </a:extLst>
          </p:cNvPr>
          <p:cNvCxnSpPr>
            <a:cxnSpLocks/>
          </p:cNvCxnSpPr>
          <p:nvPr/>
        </p:nvCxnSpPr>
        <p:spPr>
          <a:xfrm>
            <a:off x="9668597" y="4328163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05093CB-2747-46C2-A90C-7F835A8B88A1}"/>
              </a:ext>
            </a:extLst>
          </p:cNvPr>
          <p:cNvCxnSpPr>
            <a:cxnSpLocks/>
          </p:cNvCxnSpPr>
          <p:nvPr/>
        </p:nvCxnSpPr>
        <p:spPr>
          <a:xfrm>
            <a:off x="10432255" y="5527686"/>
            <a:ext cx="0" cy="612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914667-FF41-429C-9793-002390BFB2C3}"/>
              </a:ext>
            </a:extLst>
          </p:cNvPr>
          <p:cNvSpPr/>
          <p:nvPr/>
        </p:nvSpPr>
        <p:spPr>
          <a:xfrm>
            <a:off x="9544916" y="466260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667D46C-32B5-44A4-A5FE-F39D531BE941}"/>
              </a:ext>
            </a:extLst>
          </p:cNvPr>
          <p:cNvSpPr/>
          <p:nvPr/>
        </p:nvSpPr>
        <p:spPr>
          <a:xfrm>
            <a:off x="10309053" y="6000689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1373057-8C51-49B9-96F7-0062E4154923}"/>
              </a:ext>
            </a:extLst>
          </p:cNvPr>
          <p:cNvCxnSpPr>
            <a:cxnSpLocks/>
          </p:cNvCxnSpPr>
          <p:nvPr/>
        </p:nvCxnSpPr>
        <p:spPr>
          <a:xfrm>
            <a:off x="9666037" y="4438978"/>
            <a:ext cx="1540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E2491054-B50D-4DDB-965E-B2409F9F5CC8}"/>
              </a:ext>
            </a:extLst>
          </p:cNvPr>
          <p:cNvCxnSpPr>
            <a:cxnSpLocks/>
          </p:cNvCxnSpPr>
          <p:nvPr/>
        </p:nvCxnSpPr>
        <p:spPr>
          <a:xfrm>
            <a:off x="10445818" y="5841035"/>
            <a:ext cx="760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3F767DD-54FF-44C9-B987-7CCB0F3F127D}"/>
              </a:ext>
            </a:extLst>
          </p:cNvPr>
          <p:cNvCxnSpPr>
            <a:cxnSpLocks/>
          </p:cNvCxnSpPr>
          <p:nvPr/>
        </p:nvCxnSpPr>
        <p:spPr>
          <a:xfrm flipH="1">
            <a:off x="10445818" y="5974240"/>
            <a:ext cx="769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110">
            <a:extLst>
              <a:ext uri="{FF2B5EF4-FFF2-40B4-BE49-F238E27FC236}">
                <a16:creationId xmlns:a16="http://schemas.microsoft.com/office/drawing/2014/main" id="{86FC2FBE-9AF8-4549-9EE9-DC94D3A9F1B7}"/>
              </a:ext>
            </a:extLst>
          </p:cNvPr>
          <p:cNvSpPr/>
          <p:nvPr/>
        </p:nvSpPr>
        <p:spPr>
          <a:xfrm>
            <a:off x="9163011" y="4975012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8DA65F6-DE0B-4C7C-9DE9-2F8C6F4049A7}"/>
              </a:ext>
            </a:extLst>
          </p:cNvPr>
          <p:cNvCxnSpPr>
            <a:cxnSpLocks/>
            <a:stCxn id="157" idx="2"/>
          </p:cNvCxnSpPr>
          <p:nvPr/>
        </p:nvCxnSpPr>
        <p:spPr>
          <a:xfrm>
            <a:off x="9666516" y="5307531"/>
            <a:ext cx="0" cy="10846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667DAF1-94AD-427D-B2DE-BC94E8DCDB5C}"/>
              </a:ext>
            </a:extLst>
          </p:cNvPr>
          <p:cNvSpPr/>
          <p:nvPr/>
        </p:nvSpPr>
        <p:spPr>
          <a:xfrm>
            <a:off x="9594516" y="5950782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B2FDEBFB-CFB6-46A3-B791-710EF596D709}"/>
              </a:ext>
            </a:extLst>
          </p:cNvPr>
          <p:cNvCxnSpPr>
            <a:cxnSpLocks/>
          </p:cNvCxnSpPr>
          <p:nvPr/>
        </p:nvCxnSpPr>
        <p:spPr>
          <a:xfrm>
            <a:off x="8238929" y="5389475"/>
            <a:ext cx="161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069943E0-5C17-40F9-9F6D-519EE533B577}"/>
              </a:ext>
            </a:extLst>
          </p:cNvPr>
          <p:cNvSpPr txBox="1"/>
          <p:nvPr/>
        </p:nvSpPr>
        <p:spPr>
          <a:xfrm>
            <a:off x="1407106" y="514038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14E668E9-33B2-449A-8184-6911D16CC8F6}"/>
              </a:ext>
            </a:extLst>
          </p:cNvPr>
          <p:cNvCxnSpPr/>
          <p:nvPr/>
        </p:nvCxnSpPr>
        <p:spPr>
          <a:xfrm>
            <a:off x="2162402" y="512956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C022CC85-1A7D-48E7-A56A-013B57D5714E}"/>
              </a:ext>
            </a:extLst>
          </p:cNvPr>
          <p:cNvSpPr txBox="1"/>
          <p:nvPr/>
        </p:nvSpPr>
        <p:spPr>
          <a:xfrm>
            <a:off x="1881853" y="4660204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0AC910C-5681-4A12-9423-A5A67849505C}"/>
              </a:ext>
            </a:extLst>
          </p:cNvPr>
          <p:cNvCxnSpPr>
            <a:cxnSpLocks/>
          </p:cNvCxnSpPr>
          <p:nvPr/>
        </p:nvCxnSpPr>
        <p:spPr>
          <a:xfrm flipH="1">
            <a:off x="1923695" y="4668050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B62CC58-B564-49C5-AE0E-5E6306EA2015}"/>
              </a:ext>
            </a:extLst>
          </p:cNvPr>
          <p:cNvSpPr txBox="1"/>
          <p:nvPr/>
        </p:nvSpPr>
        <p:spPr>
          <a:xfrm>
            <a:off x="1490344" y="4110813"/>
            <a:ext cx="8531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TRADE_MARKET_ID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1DF7528C-966E-4540-B766-5C28B684B98D}"/>
              </a:ext>
            </a:extLst>
          </p:cNvPr>
          <p:cNvCxnSpPr/>
          <p:nvPr/>
        </p:nvCxnSpPr>
        <p:spPr>
          <a:xfrm>
            <a:off x="1723863" y="409999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E8908CF-6AFF-4AC0-A3E3-A7699B0AF839}"/>
              </a:ext>
            </a:extLst>
          </p:cNvPr>
          <p:cNvSpPr txBox="1"/>
          <p:nvPr/>
        </p:nvSpPr>
        <p:spPr>
          <a:xfrm>
            <a:off x="1014796" y="4665598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76E8ED25-0B17-47BC-8465-4440BE7F958F}"/>
              </a:ext>
            </a:extLst>
          </p:cNvPr>
          <p:cNvCxnSpPr>
            <a:cxnSpLocks/>
          </p:cNvCxnSpPr>
          <p:nvPr/>
        </p:nvCxnSpPr>
        <p:spPr>
          <a:xfrm flipH="1">
            <a:off x="1355569" y="4664113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BBF1004-5FBA-4C9D-841B-4B30AB580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9262" y="4033448"/>
            <a:ext cx="692892" cy="979734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E6BB9832-4F62-4970-BF74-BA0A11571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3616" y="5416333"/>
            <a:ext cx="692892" cy="979734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6DB4D658-428A-4FF8-866A-E735A7C53B9E}"/>
              </a:ext>
            </a:extLst>
          </p:cNvPr>
          <p:cNvSpPr txBox="1"/>
          <p:nvPr/>
        </p:nvSpPr>
        <p:spPr>
          <a:xfrm>
            <a:off x="821271" y="5139174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AE741A3B-5351-45D0-A582-649605795F74}"/>
              </a:ext>
            </a:extLst>
          </p:cNvPr>
          <p:cNvCxnSpPr/>
          <p:nvPr/>
        </p:nvCxnSpPr>
        <p:spPr>
          <a:xfrm>
            <a:off x="1021026" y="513068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6B6A40C-911F-4131-BBB9-A0D973DC9294}"/>
              </a:ext>
            </a:extLst>
          </p:cNvPr>
          <p:cNvSpPr/>
          <p:nvPr/>
        </p:nvSpPr>
        <p:spPr>
          <a:xfrm>
            <a:off x="8985278" y="6207335"/>
            <a:ext cx="7289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Re-Order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DCFF547D-E933-4E4E-BB62-8E5D3B9D9DDC}"/>
              </a:ext>
            </a:extLst>
          </p:cNvPr>
          <p:cNvCxnSpPr>
            <a:cxnSpLocks/>
          </p:cNvCxnSpPr>
          <p:nvPr/>
        </p:nvCxnSpPr>
        <p:spPr>
          <a:xfrm flipH="1">
            <a:off x="8541741" y="6198481"/>
            <a:ext cx="10527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8896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1783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QUOT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5069016" cy="2526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접속한 후 차트 정보를 복원하는 처리를 말한다</a:t>
            </a:r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539608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1000274" y="1573855"/>
            <a:ext cx="7994430" cy="443642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4303985" y="157385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7943831" y="1946739"/>
            <a:ext cx="94785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417759" y="2279258"/>
            <a:ext cx="0" cy="362702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4754881" y="2692224"/>
            <a:ext cx="83940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74581" y="3024743"/>
            <a:ext cx="0" cy="23217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297618" y="2510610"/>
            <a:ext cx="1936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5657059" y="2682890"/>
            <a:ext cx="12890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group_immigration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301569" y="3015409"/>
            <a:ext cx="0" cy="65152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8425000" y="384444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8353012" y="30388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226190" y="2296322"/>
            <a:ext cx="1816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SERVER_LIST_SEND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43809" y="4248065"/>
            <a:ext cx="3172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6218668" y="348387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모서리가 둥근 직사각형 110">
            <a:extLst>
              <a:ext uri="{FF2B5EF4-FFF2-40B4-BE49-F238E27FC236}">
                <a16:creationId xmlns:a16="http://schemas.microsoft.com/office/drawing/2014/main" id="{FB646725-2E43-4241-AD1A-D7A7DD6E6630}"/>
              </a:ext>
            </a:extLst>
          </p:cNvPr>
          <p:cNvSpPr/>
          <p:nvPr/>
        </p:nvSpPr>
        <p:spPr>
          <a:xfrm>
            <a:off x="1835724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FFC65F-26EE-4E9D-A97D-E60AF59DD412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2238223" y="2279258"/>
            <a:ext cx="0" cy="3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B817633-F914-4588-B35B-1ADAEECFE287}"/>
              </a:ext>
            </a:extLst>
          </p:cNvPr>
          <p:cNvCxnSpPr>
            <a:cxnSpLocks/>
          </p:cNvCxnSpPr>
          <p:nvPr/>
        </p:nvCxnSpPr>
        <p:spPr>
          <a:xfrm>
            <a:off x="2248680" y="2520877"/>
            <a:ext cx="61597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7695AE-BC2A-4900-973E-D632EA90E01D}"/>
              </a:ext>
            </a:extLst>
          </p:cNvPr>
          <p:cNvSpPr/>
          <p:nvPr/>
        </p:nvSpPr>
        <p:spPr>
          <a:xfrm>
            <a:off x="7428174" y="2301745"/>
            <a:ext cx="10462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9850521" y="2843766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on_connect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8500203" y="3051446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AE468FC-27CF-4607-8482-7F94D6D94AAC}"/>
              </a:ext>
            </a:extLst>
          </p:cNvPr>
          <p:cNvCxnSpPr>
            <a:cxnSpLocks/>
          </p:cNvCxnSpPr>
          <p:nvPr/>
        </p:nvCxnSpPr>
        <p:spPr>
          <a:xfrm flipH="1">
            <a:off x="6307500" y="3190953"/>
            <a:ext cx="20361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1133D06-55F4-4A72-A6BB-D2ED389808F9}"/>
              </a:ext>
            </a:extLst>
          </p:cNvPr>
          <p:cNvSpPr/>
          <p:nvPr/>
        </p:nvSpPr>
        <p:spPr>
          <a:xfrm>
            <a:off x="7508877" y="2998010"/>
            <a:ext cx="9150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enter_,member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8425000" y="3469770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71FC008B-16EB-4DC6-A39E-C9BE7A05F742}"/>
              </a:ext>
            </a:extLst>
          </p:cNvPr>
          <p:cNvCxnSpPr>
            <a:cxnSpLocks/>
          </p:cNvCxnSpPr>
          <p:nvPr/>
        </p:nvCxnSpPr>
        <p:spPr>
          <a:xfrm flipH="1">
            <a:off x="6363484" y="3480990"/>
            <a:ext cx="2054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9557501" y="3269269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8A2ED98-B7B7-4DC5-8B6D-F0C5CD5DF40D}"/>
              </a:ext>
            </a:extLst>
          </p:cNvPr>
          <p:cNvSpPr/>
          <p:nvPr/>
        </p:nvSpPr>
        <p:spPr>
          <a:xfrm>
            <a:off x="6387045" y="3504926"/>
            <a:ext cx="2071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_CERTIFY_SERVER_REQUEST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2F55DDD-6DE3-4B36-B228-BB068516563F}"/>
              </a:ext>
            </a:extLst>
          </p:cNvPr>
          <p:cNvCxnSpPr>
            <a:cxnSpLocks/>
          </p:cNvCxnSpPr>
          <p:nvPr/>
        </p:nvCxnSpPr>
        <p:spPr>
          <a:xfrm flipH="1">
            <a:off x="5262470" y="3555876"/>
            <a:ext cx="956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F81B6A-8157-4B28-B46F-1B892F3783C0}"/>
              </a:ext>
            </a:extLst>
          </p:cNvPr>
          <p:cNvSpPr/>
          <p:nvPr/>
        </p:nvSpPr>
        <p:spPr>
          <a:xfrm>
            <a:off x="5290400" y="3337195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9396631" y="3625139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88E7EF0-6223-46A1-A8E2-09A493DC178D}"/>
              </a:ext>
            </a:extLst>
          </p:cNvPr>
          <p:cNvCxnSpPr>
            <a:cxnSpLocks/>
          </p:cNvCxnSpPr>
          <p:nvPr/>
        </p:nvCxnSpPr>
        <p:spPr>
          <a:xfrm>
            <a:off x="5262471" y="3836912"/>
            <a:ext cx="3153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8425000" y="424806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5109847" y="3543192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8994703" y="4038796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8425000" y="4693783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5C7D394-C101-4F38-9F44-8FB51CDA57EF}"/>
              </a:ext>
            </a:extLst>
          </p:cNvPr>
          <p:cNvCxnSpPr>
            <a:cxnSpLocks/>
          </p:cNvCxnSpPr>
          <p:nvPr/>
        </p:nvCxnSpPr>
        <p:spPr>
          <a:xfrm flipH="1">
            <a:off x="5271796" y="4693783"/>
            <a:ext cx="31345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8994703" y="4480120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모서리가 둥근 직사각형 110">
            <a:extLst>
              <a:ext uri="{FF2B5EF4-FFF2-40B4-BE49-F238E27FC236}">
                <a16:creationId xmlns:a16="http://schemas.microsoft.com/office/drawing/2014/main" id="{B717E8A5-591E-44C0-AB36-A583606C87D9}"/>
              </a:ext>
            </a:extLst>
          </p:cNvPr>
          <p:cNvSpPr/>
          <p:nvPr/>
        </p:nvSpPr>
        <p:spPr>
          <a:xfrm>
            <a:off x="3099489" y="4016203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trade_market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C93FB80-B9D3-45B5-B856-D607F31A168B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3602994" y="4348722"/>
            <a:ext cx="0" cy="134087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5536332-2017-48DF-8462-0E725A79258D}"/>
              </a:ext>
            </a:extLst>
          </p:cNvPr>
          <p:cNvSpPr/>
          <p:nvPr/>
        </p:nvSpPr>
        <p:spPr>
          <a:xfrm>
            <a:off x="5115681" y="4671354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5610915-BC48-4CD4-80D3-2AD8BCD6BA39}"/>
              </a:ext>
            </a:extLst>
          </p:cNvPr>
          <p:cNvSpPr/>
          <p:nvPr/>
        </p:nvSpPr>
        <p:spPr>
          <a:xfrm>
            <a:off x="5274834" y="4477445"/>
            <a:ext cx="26325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2C4295-2BE7-4506-A825-196B74931669}"/>
              </a:ext>
            </a:extLst>
          </p:cNvPr>
          <p:cNvSpPr/>
          <p:nvPr/>
        </p:nvSpPr>
        <p:spPr>
          <a:xfrm>
            <a:off x="5017780" y="471602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FB17373-AE4A-4EC1-AF55-B79C54958925}"/>
              </a:ext>
            </a:extLst>
          </p:cNvPr>
          <p:cNvSpPr/>
          <p:nvPr/>
        </p:nvSpPr>
        <p:spPr>
          <a:xfrm>
            <a:off x="4305442" y="4496325"/>
            <a:ext cx="855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>
                <a:latin typeface="+mn-ea"/>
              </a:rPr>
              <a:t>find_market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A1C6D54-7724-4673-8BE6-125FCB11606F}"/>
              </a:ext>
            </a:extLst>
          </p:cNvPr>
          <p:cNvCxnSpPr>
            <a:cxnSpLocks/>
          </p:cNvCxnSpPr>
          <p:nvPr/>
        </p:nvCxnSpPr>
        <p:spPr>
          <a:xfrm flipH="1">
            <a:off x="3666939" y="4931077"/>
            <a:ext cx="14462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D9A6AB-BE06-4B52-86EA-DEF48C531982}"/>
              </a:ext>
            </a:extLst>
          </p:cNvPr>
          <p:cNvSpPr/>
          <p:nvPr/>
        </p:nvSpPr>
        <p:spPr>
          <a:xfrm>
            <a:off x="3676672" y="4721853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request_trade_event_recover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0E43A3B4-F24C-4A4D-95FE-398AD7E017CE}"/>
              </a:ext>
            </a:extLst>
          </p:cNvPr>
          <p:cNvCxnSpPr>
            <a:cxnSpLocks/>
          </p:cNvCxnSpPr>
          <p:nvPr/>
        </p:nvCxnSpPr>
        <p:spPr>
          <a:xfrm flipH="1">
            <a:off x="2765778" y="5068853"/>
            <a:ext cx="779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2A9C8A0B-82CA-476D-8B5E-197D184CFF24}"/>
              </a:ext>
            </a:extLst>
          </p:cNvPr>
          <p:cNvCxnSpPr>
            <a:cxnSpLocks/>
          </p:cNvCxnSpPr>
          <p:nvPr/>
        </p:nvCxnSpPr>
        <p:spPr>
          <a:xfrm>
            <a:off x="858419" y="5535888"/>
            <a:ext cx="11476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E5AA450-A16F-4E7C-9B9C-681EDCEE8385}"/>
              </a:ext>
            </a:extLst>
          </p:cNvPr>
          <p:cNvSpPr/>
          <p:nvPr/>
        </p:nvSpPr>
        <p:spPr>
          <a:xfrm>
            <a:off x="3522939" y="5498285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1FC2102-CD2F-4925-B4D7-74E16D4845D3}"/>
              </a:ext>
            </a:extLst>
          </p:cNvPr>
          <p:cNvSpPr/>
          <p:nvPr/>
        </p:nvSpPr>
        <p:spPr>
          <a:xfrm>
            <a:off x="3523836" y="4934772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C81927C-6FE8-4BF9-A591-5AF31CEC4CFA}"/>
              </a:ext>
            </a:extLst>
          </p:cNvPr>
          <p:cNvCxnSpPr>
            <a:cxnSpLocks/>
          </p:cNvCxnSpPr>
          <p:nvPr/>
        </p:nvCxnSpPr>
        <p:spPr>
          <a:xfrm>
            <a:off x="3666936" y="5625737"/>
            <a:ext cx="47399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8425000" y="5625737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8994703" y="5409225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899ECD9-D9D6-44AD-BC60-E9EA947FD28A}"/>
              </a:ext>
            </a:extLst>
          </p:cNvPr>
          <p:cNvSpPr/>
          <p:nvPr/>
        </p:nvSpPr>
        <p:spPr>
          <a:xfrm>
            <a:off x="2041458" y="5341961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_process_trade_event_recover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F7017FAC-C23F-4FEF-9055-B506602391F5}"/>
              </a:ext>
            </a:extLst>
          </p:cNvPr>
          <p:cNvSpPr/>
          <p:nvPr/>
        </p:nvSpPr>
        <p:spPr>
          <a:xfrm>
            <a:off x="11669823" y="33747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898DA94D-7E08-43CE-87CE-454512C86719}"/>
              </a:ext>
            </a:extLst>
          </p:cNvPr>
          <p:cNvSpPr/>
          <p:nvPr/>
        </p:nvSpPr>
        <p:spPr>
          <a:xfrm>
            <a:off x="11669823" y="3758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0192278A-3530-469E-BDD9-5B2CE1319D27}"/>
              </a:ext>
            </a:extLst>
          </p:cNvPr>
          <p:cNvSpPr/>
          <p:nvPr/>
        </p:nvSpPr>
        <p:spPr>
          <a:xfrm>
            <a:off x="11669823" y="416079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7B68B5B4-754E-4CAB-89E5-312F379D8BF4}"/>
              </a:ext>
            </a:extLst>
          </p:cNvPr>
          <p:cNvSpPr/>
          <p:nvPr/>
        </p:nvSpPr>
        <p:spPr>
          <a:xfrm>
            <a:off x="11669823" y="459896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B7149FBF-F819-47C7-8164-9F941DCCC114}"/>
              </a:ext>
            </a:extLst>
          </p:cNvPr>
          <p:cNvSpPr/>
          <p:nvPr/>
        </p:nvSpPr>
        <p:spPr>
          <a:xfrm>
            <a:off x="11669823" y="554483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204" name="모서리가 둥근 직사각형 63">
            <a:extLst>
              <a:ext uri="{FF2B5EF4-FFF2-40B4-BE49-F238E27FC236}">
                <a16:creationId xmlns:a16="http://schemas.microsoft.com/office/drawing/2014/main" id="{BB658AE4-74EB-4687-98F7-D0EFCA07FC33}"/>
              </a:ext>
            </a:extLst>
          </p:cNvPr>
          <p:cNvSpPr/>
          <p:nvPr/>
        </p:nvSpPr>
        <p:spPr>
          <a:xfrm>
            <a:off x="1194192" y="4883502"/>
            <a:ext cx="158943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/>
              <a:t>query</a:t>
            </a:r>
            <a:r>
              <a:rPr lang="en-US" altLang="ko-KR" sz="700" dirty="0"/>
              <a:t>::</a:t>
            </a:r>
          </a:p>
          <a:p>
            <a:pPr algn="ctr"/>
            <a:r>
              <a:rPr lang="en-US" altLang="ko-KR" sz="800" b="1"/>
              <a:t>market_trade_event_recover</a:t>
            </a:r>
            <a:endParaRPr lang="ko-KR" altLang="en-US" sz="800" b="1" dirty="0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F384558-B698-4136-90F1-C130D24444D6}"/>
              </a:ext>
            </a:extLst>
          </p:cNvPr>
          <p:cNvCxnSpPr>
            <a:cxnSpLocks/>
          </p:cNvCxnSpPr>
          <p:nvPr/>
        </p:nvCxnSpPr>
        <p:spPr>
          <a:xfrm>
            <a:off x="1998651" y="5205851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9E9478C5-1B4E-497A-B098-575689AA4807}"/>
              </a:ext>
            </a:extLst>
          </p:cNvPr>
          <p:cNvSpPr/>
          <p:nvPr/>
        </p:nvSpPr>
        <p:spPr>
          <a:xfrm>
            <a:off x="1874970" y="551771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95506DC8-B849-4A17-AD37-F196CDA45AF1}"/>
              </a:ext>
            </a:extLst>
          </p:cNvPr>
          <p:cNvCxnSpPr>
            <a:cxnSpLocks/>
          </p:cNvCxnSpPr>
          <p:nvPr/>
        </p:nvCxnSpPr>
        <p:spPr>
          <a:xfrm>
            <a:off x="2006084" y="5535888"/>
            <a:ext cx="14928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66C2A80-92F6-4308-87B1-26B1E7ECC7FD}"/>
              </a:ext>
            </a:extLst>
          </p:cNvPr>
          <p:cNvCxnSpPr>
            <a:cxnSpLocks/>
          </p:cNvCxnSpPr>
          <p:nvPr/>
        </p:nvCxnSpPr>
        <p:spPr>
          <a:xfrm flipH="1">
            <a:off x="858419" y="5344855"/>
            <a:ext cx="1138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74B1291-CA3D-4F51-88D6-B7293CDB69CE}"/>
              </a:ext>
            </a:extLst>
          </p:cNvPr>
          <p:cNvSpPr txBox="1"/>
          <p:nvPr/>
        </p:nvSpPr>
        <p:spPr>
          <a:xfrm>
            <a:off x="9713697" y="4313317"/>
            <a:ext cx="9653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TRADE_MARKET_ID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1317BB0F-2C27-4A64-A13F-2AF254090DCB}"/>
              </a:ext>
            </a:extLst>
          </p:cNvPr>
          <p:cNvCxnSpPr/>
          <p:nvPr/>
        </p:nvCxnSpPr>
        <p:spPr>
          <a:xfrm>
            <a:off x="9947581" y="430250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2EBE6BB2-E14B-4713-BCA3-BEF34D6F06DE}"/>
              </a:ext>
            </a:extLst>
          </p:cNvPr>
          <p:cNvSpPr txBox="1"/>
          <p:nvPr/>
        </p:nvSpPr>
        <p:spPr>
          <a:xfrm>
            <a:off x="10286798" y="4764611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3E9190FA-2641-4706-A791-AC33AEA8E7B8}"/>
              </a:ext>
            </a:extLst>
          </p:cNvPr>
          <p:cNvCxnSpPr>
            <a:cxnSpLocks/>
          </p:cNvCxnSpPr>
          <p:nvPr/>
        </p:nvCxnSpPr>
        <p:spPr>
          <a:xfrm flipH="1">
            <a:off x="10301000" y="477245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5CA06FC-7265-419E-A609-9504E8475D63}"/>
              </a:ext>
            </a:extLst>
          </p:cNvPr>
          <p:cNvSpPr txBox="1"/>
          <p:nvPr/>
        </p:nvSpPr>
        <p:spPr>
          <a:xfrm>
            <a:off x="9792801" y="568673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44D16EF2-797D-4B99-B18D-7A918F8D153E}"/>
              </a:ext>
            </a:extLst>
          </p:cNvPr>
          <p:cNvCxnSpPr/>
          <p:nvPr/>
        </p:nvCxnSpPr>
        <p:spPr>
          <a:xfrm>
            <a:off x="10483883" y="567591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08F332C-77AD-4CCF-AEFF-A915BA1BFB83}"/>
              </a:ext>
            </a:extLst>
          </p:cNvPr>
          <p:cNvSpPr txBox="1"/>
          <p:nvPr/>
        </p:nvSpPr>
        <p:spPr>
          <a:xfrm>
            <a:off x="9421028" y="4776922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74D583A2-4D04-4EEB-BBF3-C4E1210C8DE8}"/>
              </a:ext>
            </a:extLst>
          </p:cNvPr>
          <p:cNvCxnSpPr>
            <a:cxnSpLocks/>
          </p:cNvCxnSpPr>
          <p:nvPr/>
        </p:nvCxnSpPr>
        <p:spPr>
          <a:xfrm flipH="1">
            <a:off x="9715146" y="477543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A9318875-21C4-4B10-8906-CE6C424C41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5953" y="4938294"/>
            <a:ext cx="692892" cy="979734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A7171BCF-B0EF-47CA-B994-C5990AFEC221}"/>
              </a:ext>
            </a:extLst>
          </p:cNvPr>
          <p:cNvSpPr txBox="1"/>
          <p:nvPr/>
        </p:nvSpPr>
        <p:spPr>
          <a:xfrm>
            <a:off x="9141380" y="5680235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7F8017A2-58F1-434F-82AC-06E1A471C33A}"/>
              </a:ext>
            </a:extLst>
          </p:cNvPr>
          <p:cNvCxnSpPr/>
          <p:nvPr/>
        </p:nvCxnSpPr>
        <p:spPr>
          <a:xfrm>
            <a:off x="9341135" y="567174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2707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294654" y="1838482"/>
            <a:ext cx="7370235" cy="463269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67411" y="1807121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45" name="모서리가 둥근 직사각형 110">
            <a:extLst>
              <a:ext uri="{FF2B5EF4-FFF2-40B4-BE49-F238E27FC236}">
                <a16:creationId xmlns:a16="http://schemas.microsoft.com/office/drawing/2014/main" id="{A4980D79-6072-4088-9744-06DF3F048DB6}"/>
              </a:ext>
            </a:extLst>
          </p:cNvPr>
          <p:cNvSpPr/>
          <p:nvPr/>
        </p:nvSpPr>
        <p:spPr>
          <a:xfrm>
            <a:off x="3467282" y="23690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05E3F8-194B-45CD-A885-794F1B342D3B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3869781" y="2701535"/>
            <a:ext cx="0" cy="25504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110">
            <a:extLst>
              <a:ext uri="{FF2B5EF4-FFF2-40B4-BE49-F238E27FC236}">
                <a16:creationId xmlns:a16="http://schemas.microsoft.com/office/drawing/2014/main" id="{43938E0F-8FD6-4BEE-AD80-26460668DEDD}"/>
              </a:ext>
            </a:extLst>
          </p:cNvPr>
          <p:cNvSpPr/>
          <p:nvPr/>
        </p:nvSpPr>
        <p:spPr>
          <a:xfrm>
            <a:off x="5492994" y="2369016"/>
            <a:ext cx="12537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group_immigration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E6F804-9675-4B40-ADCD-262E00FE682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119853" y="2701535"/>
            <a:ext cx="0" cy="108669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10">
            <a:extLst>
              <a:ext uri="{FF2B5EF4-FFF2-40B4-BE49-F238E27FC236}">
                <a16:creationId xmlns:a16="http://schemas.microsoft.com/office/drawing/2014/main" id="{5C9C78CB-25FB-4754-A00B-09F8CD00CFC8}"/>
              </a:ext>
            </a:extLst>
          </p:cNvPr>
          <p:cNvSpPr/>
          <p:nvPr/>
        </p:nvSpPr>
        <p:spPr>
          <a:xfrm>
            <a:off x="7753109" y="2369016"/>
            <a:ext cx="78863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A485074-8F82-49D4-A6F3-5212D166223D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8147425" y="2701535"/>
            <a:ext cx="0" cy="33293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625149" y="364100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8075425" y="4038403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1788854" y="2685143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6708129-8C46-4761-BB8A-A23662CC52C0}"/>
              </a:ext>
            </a:extLst>
          </p:cNvPr>
          <p:cNvSpPr/>
          <p:nvPr/>
        </p:nvSpPr>
        <p:spPr>
          <a:xfrm>
            <a:off x="3812106" y="288333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1856795" y="2892823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981050D-0E4B-41FF-B0E8-03E6C1522B58}"/>
              </a:ext>
            </a:extLst>
          </p:cNvPr>
          <p:cNvCxnSpPr>
            <a:cxnSpLocks/>
          </p:cNvCxnSpPr>
          <p:nvPr/>
        </p:nvCxnSpPr>
        <p:spPr>
          <a:xfrm>
            <a:off x="3956106" y="3026431"/>
            <a:ext cx="2080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D852534-5021-4661-A5A4-F47DFECA3B7A}"/>
              </a:ext>
            </a:extLst>
          </p:cNvPr>
          <p:cNvSpPr/>
          <p:nvPr/>
        </p:nvSpPr>
        <p:spPr>
          <a:xfrm>
            <a:off x="5210824" y="2839387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enter_member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52CFDB-9FD0-480C-9727-C4F7AA260DC2}"/>
              </a:ext>
            </a:extLst>
          </p:cNvPr>
          <p:cNvSpPr/>
          <p:nvPr/>
        </p:nvSpPr>
        <p:spPr>
          <a:xfrm>
            <a:off x="6055803" y="3019175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39C4E2C-29A4-48AD-88A8-8F6D658C3DEC}"/>
              </a:ext>
            </a:extLst>
          </p:cNvPr>
          <p:cNvCxnSpPr>
            <a:cxnSpLocks/>
          </p:cNvCxnSpPr>
          <p:nvPr/>
        </p:nvCxnSpPr>
        <p:spPr>
          <a:xfrm flipH="1">
            <a:off x="3881535" y="3192691"/>
            <a:ext cx="21740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625149" y="319917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641042" y="2998674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641042" y="3421702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826F0D4-09F3-41B3-8B5F-4F4FEE0BBBA7}"/>
              </a:ext>
            </a:extLst>
          </p:cNvPr>
          <p:cNvCxnSpPr>
            <a:cxnSpLocks/>
          </p:cNvCxnSpPr>
          <p:nvPr/>
        </p:nvCxnSpPr>
        <p:spPr>
          <a:xfrm>
            <a:off x="3882976" y="3644118"/>
            <a:ext cx="21725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08F011B-42A2-4149-B75B-688A66944530}"/>
              </a:ext>
            </a:extLst>
          </p:cNvPr>
          <p:cNvCxnSpPr>
            <a:cxnSpLocks/>
          </p:cNvCxnSpPr>
          <p:nvPr/>
        </p:nvCxnSpPr>
        <p:spPr>
          <a:xfrm>
            <a:off x="6199803" y="3708719"/>
            <a:ext cx="19458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2B258EC-5FEC-4F81-AAC5-ADB3E849DE37}"/>
              </a:ext>
            </a:extLst>
          </p:cNvPr>
          <p:cNvSpPr/>
          <p:nvPr/>
        </p:nvSpPr>
        <p:spPr>
          <a:xfrm>
            <a:off x="7282800" y="3498466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enter_member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625149" y="404462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3801626-9826-4D6F-8CC5-4247A18B068F}"/>
              </a:ext>
            </a:extLst>
          </p:cNvPr>
          <p:cNvCxnSpPr>
            <a:cxnSpLocks/>
          </p:cNvCxnSpPr>
          <p:nvPr/>
        </p:nvCxnSpPr>
        <p:spPr>
          <a:xfrm>
            <a:off x="3862875" y="4038403"/>
            <a:ext cx="4208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1595722-C664-4F43-9DF4-C246994E5A5B}"/>
              </a:ext>
            </a:extLst>
          </p:cNvPr>
          <p:cNvSpPr/>
          <p:nvPr/>
        </p:nvSpPr>
        <p:spPr>
          <a:xfrm>
            <a:off x="6056712" y="3637620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641042" y="3835359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449D2D1-CA21-423B-A045-BA5C34019D54}"/>
              </a:ext>
            </a:extLst>
          </p:cNvPr>
          <p:cNvSpPr/>
          <p:nvPr/>
        </p:nvSpPr>
        <p:spPr>
          <a:xfrm>
            <a:off x="5577779" y="3852315"/>
            <a:ext cx="2518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on_mMessage</a:t>
            </a:r>
            <a:r>
              <a:rPr lang="en-US" altLang="ko-KR" sz="800" dirty="0" err="1">
                <a:latin typeface="+mn-ea"/>
              </a:rPr>
              <a:t>_MARKET_TRADE_REGISTER_REQUEST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FCD064D-DDAE-4A87-896B-B2EE4E0A6DE9}"/>
              </a:ext>
            </a:extLst>
          </p:cNvPr>
          <p:cNvCxnSpPr>
            <a:cxnSpLocks/>
          </p:cNvCxnSpPr>
          <p:nvPr/>
        </p:nvCxnSpPr>
        <p:spPr>
          <a:xfrm>
            <a:off x="8220277" y="4149729"/>
            <a:ext cx="849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625149" y="46116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641042" y="4397983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625149" y="50678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641042" y="4851334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EA61465-9CE8-4B8B-8B6F-7F3C6A2D18FE}"/>
              </a:ext>
            </a:extLst>
          </p:cNvPr>
          <p:cNvCxnSpPr>
            <a:cxnSpLocks/>
          </p:cNvCxnSpPr>
          <p:nvPr/>
        </p:nvCxnSpPr>
        <p:spPr>
          <a:xfrm>
            <a:off x="3869781" y="5079506"/>
            <a:ext cx="419186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A6D4F46-8CFC-4F76-A51C-683E5C266216}"/>
              </a:ext>
            </a:extLst>
          </p:cNvPr>
          <p:cNvSpPr/>
          <p:nvPr/>
        </p:nvSpPr>
        <p:spPr>
          <a:xfrm>
            <a:off x="5628860" y="4862282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E61D4F6C-2C5B-4D04-B0A0-0F9EF827A651}"/>
              </a:ext>
            </a:extLst>
          </p:cNvPr>
          <p:cNvSpPr/>
          <p:nvPr/>
        </p:nvSpPr>
        <p:spPr>
          <a:xfrm>
            <a:off x="8082962" y="5067846"/>
            <a:ext cx="144000" cy="79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40BD868-0C94-40D2-AFBD-397AA4C355BF}"/>
              </a:ext>
            </a:extLst>
          </p:cNvPr>
          <p:cNvSpPr/>
          <p:nvPr/>
        </p:nvSpPr>
        <p:spPr>
          <a:xfrm>
            <a:off x="8172743" y="513182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77BB111-4F57-4C85-A937-7949062C0A0A}"/>
              </a:ext>
            </a:extLst>
          </p:cNvPr>
          <p:cNvSpPr/>
          <p:nvPr/>
        </p:nvSpPr>
        <p:spPr>
          <a:xfrm>
            <a:off x="8210478" y="4936783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79A635D0-71B7-4787-990F-2AF0B8BD3F4B}"/>
              </a:ext>
            </a:extLst>
          </p:cNvPr>
          <p:cNvCxnSpPr>
            <a:cxnSpLocks/>
          </p:cNvCxnSpPr>
          <p:nvPr/>
        </p:nvCxnSpPr>
        <p:spPr>
          <a:xfrm>
            <a:off x="8316722" y="5199298"/>
            <a:ext cx="8366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D3214E1-EC20-47CF-9154-89B9A6C2549E}"/>
              </a:ext>
            </a:extLst>
          </p:cNvPr>
          <p:cNvCxnSpPr>
            <a:cxnSpLocks/>
          </p:cNvCxnSpPr>
          <p:nvPr/>
        </p:nvCxnSpPr>
        <p:spPr>
          <a:xfrm flipH="1">
            <a:off x="9750490" y="5981120"/>
            <a:ext cx="699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B90E0C4-1275-4868-B023-6CB8A13C7768}"/>
              </a:ext>
            </a:extLst>
          </p:cNvPr>
          <p:cNvSpPr/>
          <p:nvPr/>
        </p:nvSpPr>
        <p:spPr>
          <a:xfrm>
            <a:off x="8670971" y="5874448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>
                <a:latin typeface="+mn-ea"/>
              </a:rPr>
              <a:t>_restore_maket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D96615D-F459-4EC1-965F-5CBC307455B5}"/>
              </a:ext>
            </a:extLst>
          </p:cNvPr>
          <p:cNvSpPr/>
          <p:nvPr/>
        </p:nvSpPr>
        <p:spPr>
          <a:xfrm>
            <a:off x="462333" y="3112881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ADA59C0-D49A-4E6C-91E5-C9F90725921D}"/>
              </a:ext>
            </a:extLst>
          </p:cNvPr>
          <p:cNvSpPr/>
          <p:nvPr/>
        </p:nvSpPr>
        <p:spPr>
          <a:xfrm>
            <a:off x="462333" y="354465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5963BE8-6D5D-4556-9FA5-021ED3801E4F}"/>
              </a:ext>
            </a:extLst>
          </p:cNvPr>
          <p:cNvSpPr/>
          <p:nvPr/>
        </p:nvSpPr>
        <p:spPr>
          <a:xfrm>
            <a:off x="462333" y="39473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9716440F-6547-4EA4-9896-D29F7F22E9FE}"/>
              </a:ext>
            </a:extLst>
          </p:cNvPr>
          <p:cNvSpPr/>
          <p:nvPr/>
        </p:nvSpPr>
        <p:spPr>
          <a:xfrm>
            <a:off x="462333" y="4516186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9DF65616-F6B9-4077-B94E-C4552832A229}"/>
              </a:ext>
            </a:extLst>
          </p:cNvPr>
          <p:cNvSpPr/>
          <p:nvPr/>
        </p:nvSpPr>
        <p:spPr>
          <a:xfrm>
            <a:off x="462333" y="49769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828F5D8-6FFD-4ACC-AAB2-968CF283554A}"/>
              </a:ext>
            </a:extLst>
          </p:cNvPr>
          <p:cNvCxnSpPr>
            <a:cxnSpLocks/>
          </p:cNvCxnSpPr>
          <p:nvPr/>
        </p:nvCxnSpPr>
        <p:spPr>
          <a:xfrm flipH="1">
            <a:off x="3869783" y="4602315"/>
            <a:ext cx="73456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4BF77C-7753-47C0-86C2-EB9418B1C5B7}"/>
              </a:ext>
            </a:extLst>
          </p:cNvPr>
          <p:cNvSpPr/>
          <p:nvPr/>
        </p:nvSpPr>
        <p:spPr>
          <a:xfrm>
            <a:off x="3982045" y="3436643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_CERTIFY_SERVER_RESPONSE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0" name="모서리가 둥근 직사각형 63">
            <a:extLst>
              <a:ext uri="{FF2B5EF4-FFF2-40B4-BE49-F238E27FC236}">
                <a16:creationId xmlns:a16="http://schemas.microsoft.com/office/drawing/2014/main" id="{5CD358B0-AF53-4C8C-83DD-3F81A635BF6E}"/>
              </a:ext>
            </a:extLst>
          </p:cNvPr>
          <p:cNvSpPr/>
          <p:nvPr/>
        </p:nvSpPr>
        <p:spPr>
          <a:xfrm>
            <a:off x="9081533" y="400581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/>
              <a:t>query</a:t>
            </a:r>
            <a:r>
              <a:rPr lang="en-US" altLang="ko-KR" sz="700" dirty="0"/>
              <a:t>::</a:t>
            </a:r>
          </a:p>
          <a:p>
            <a:pPr algn="ctr"/>
            <a:r>
              <a:rPr lang="en-US" altLang="ko-KR" sz="800" b="1"/>
              <a:t>market_initialize</a:t>
            </a:r>
            <a:endParaRPr lang="ko-KR" altLang="en-US" sz="800" b="1" dirty="0"/>
          </a:p>
        </p:txBody>
      </p:sp>
      <p:sp>
        <p:nvSpPr>
          <p:cNvPr id="132" name="모서리가 둥근 직사각형 63">
            <a:extLst>
              <a:ext uri="{FF2B5EF4-FFF2-40B4-BE49-F238E27FC236}">
                <a16:creationId xmlns:a16="http://schemas.microsoft.com/office/drawing/2014/main" id="{728ECB04-6DDC-4F6B-AB9D-E7271ADB4507}"/>
              </a:ext>
            </a:extLst>
          </p:cNvPr>
          <p:cNvSpPr/>
          <p:nvPr/>
        </p:nvSpPr>
        <p:spPr>
          <a:xfrm>
            <a:off x="9849740" y="539088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/>
              <a:t>query</a:t>
            </a:r>
            <a:r>
              <a:rPr lang="en-US" altLang="ko-KR" sz="700" dirty="0"/>
              <a:t>::</a:t>
            </a:r>
          </a:p>
          <a:p>
            <a:pPr algn="ctr"/>
            <a:r>
              <a:rPr lang="en-US" altLang="ko-KR" sz="800" b="1"/>
              <a:t>market_recover</a:t>
            </a:r>
            <a:endParaRPr lang="ko-KR" altLang="en-US" sz="800" b="1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7B133FA-5F4B-4AAF-A1DE-7F4AA655886C}"/>
              </a:ext>
            </a:extLst>
          </p:cNvPr>
          <p:cNvCxnSpPr>
            <a:cxnSpLocks/>
          </p:cNvCxnSpPr>
          <p:nvPr/>
        </p:nvCxnSpPr>
        <p:spPr>
          <a:xfrm>
            <a:off x="9668597" y="4328163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05093CB-2747-46C2-A90C-7F835A8B88A1}"/>
              </a:ext>
            </a:extLst>
          </p:cNvPr>
          <p:cNvCxnSpPr>
            <a:cxnSpLocks/>
          </p:cNvCxnSpPr>
          <p:nvPr/>
        </p:nvCxnSpPr>
        <p:spPr>
          <a:xfrm>
            <a:off x="10432255" y="5527686"/>
            <a:ext cx="0" cy="612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914667-FF41-429C-9793-002390BFB2C3}"/>
              </a:ext>
            </a:extLst>
          </p:cNvPr>
          <p:cNvSpPr/>
          <p:nvPr/>
        </p:nvSpPr>
        <p:spPr>
          <a:xfrm>
            <a:off x="9544916" y="466260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667D46C-32B5-44A4-A5FE-F39D531BE941}"/>
              </a:ext>
            </a:extLst>
          </p:cNvPr>
          <p:cNvSpPr/>
          <p:nvPr/>
        </p:nvSpPr>
        <p:spPr>
          <a:xfrm>
            <a:off x="10309053" y="6000689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1373057-8C51-49B9-96F7-0062E4154923}"/>
              </a:ext>
            </a:extLst>
          </p:cNvPr>
          <p:cNvCxnSpPr>
            <a:cxnSpLocks/>
          </p:cNvCxnSpPr>
          <p:nvPr/>
        </p:nvCxnSpPr>
        <p:spPr>
          <a:xfrm>
            <a:off x="9666037" y="4438978"/>
            <a:ext cx="1540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E2491054-B50D-4DDB-965E-B2409F9F5CC8}"/>
              </a:ext>
            </a:extLst>
          </p:cNvPr>
          <p:cNvCxnSpPr>
            <a:cxnSpLocks/>
          </p:cNvCxnSpPr>
          <p:nvPr/>
        </p:nvCxnSpPr>
        <p:spPr>
          <a:xfrm>
            <a:off x="10445818" y="5841035"/>
            <a:ext cx="760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3F767DD-54FF-44C9-B987-7CCB0F3F127D}"/>
              </a:ext>
            </a:extLst>
          </p:cNvPr>
          <p:cNvCxnSpPr>
            <a:cxnSpLocks/>
          </p:cNvCxnSpPr>
          <p:nvPr/>
        </p:nvCxnSpPr>
        <p:spPr>
          <a:xfrm flipH="1">
            <a:off x="10445818" y="5974240"/>
            <a:ext cx="769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110">
            <a:extLst>
              <a:ext uri="{FF2B5EF4-FFF2-40B4-BE49-F238E27FC236}">
                <a16:creationId xmlns:a16="http://schemas.microsoft.com/office/drawing/2014/main" id="{86FC2FBE-9AF8-4549-9EE9-DC94D3A9F1B7}"/>
              </a:ext>
            </a:extLst>
          </p:cNvPr>
          <p:cNvSpPr/>
          <p:nvPr/>
        </p:nvSpPr>
        <p:spPr>
          <a:xfrm>
            <a:off x="9163011" y="4975012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8DA65F6-DE0B-4C7C-9DE9-2F8C6F4049A7}"/>
              </a:ext>
            </a:extLst>
          </p:cNvPr>
          <p:cNvCxnSpPr>
            <a:cxnSpLocks/>
            <a:stCxn id="157" idx="2"/>
          </p:cNvCxnSpPr>
          <p:nvPr/>
        </p:nvCxnSpPr>
        <p:spPr>
          <a:xfrm>
            <a:off x="9666516" y="5307531"/>
            <a:ext cx="0" cy="10846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667DAF1-94AD-427D-B2DE-BC94E8DCDB5C}"/>
              </a:ext>
            </a:extLst>
          </p:cNvPr>
          <p:cNvSpPr/>
          <p:nvPr/>
        </p:nvSpPr>
        <p:spPr>
          <a:xfrm>
            <a:off x="9594516" y="5950782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B2FDEBFB-CFB6-46A3-B791-710EF596D709}"/>
              </a:ext>
            </a:extLst>
          </p:cNvPr>
          <p:cNvCxnSpPr>
            <a:cxnSpLocks/>
          </p:cNvCxnSpPr>
          <p:nvPr/>
        </p:nvCxnSpPr>
        <p:spPr>
          <a:xfrm>
            <a:off x="8238929" y="5389475"/>
            <a:ext cx="161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069943E0-5C17-40F9-9F6D-519EE533B577}"/>
              </a:ext>
            </a:extLst>
          </p:cNvPr>
          <p:cNvSpPr txBox="1"/>
          <p:nvPr/>
        </p:nvSpPr>
        <p:spPr>
          <a:xfrm>
            <a:off x="1407106" y="514038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14E668E9-33B2-449A-8184-6911D16CC8F6}"/>
              </a:ext>
            </a:extLst>
          </p:cNvPr>
          <p:cNvCxnSpPr/>
          <p:nvPr/>
        </p:nvCxnSpPr>
        <p:spPr>
          <a:xfrm>
            <a:off x="2162402" y="512956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C022CC85-1A7D-48E7-A56A-013B57D5714E}"/>
              </a:ext>
            </a:extLst>
          </p:cNvPr>
          <p:cNvSpPr txBox="1"/>
          <p:nvPr/>
        </p:nvSpPr>
        <p:spPr>
          <a:xfrm>
            <a:off x="1881853" y="4660204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0AC910C-5681-4A12-9423-A5A67849505C}"/>
              </a:ext>
            </a:extLst>
          </p:cNvPr>
          <p:cNvCxnSpPr>
            <a:cxnSpLocks/>
          </p:cNvCxnSpPr>
          <p:nvPr/>
        </p:nvCxnSpPr>
        <p:spPr>
          <a:xfrm flipH="1">
            <a:off x="1923695" y="4668050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B62CC58-B564-49C5-AE0E-5E6306EA2015}"/>
              </a:ext>
            </a:extLst>
          </p:cNvPr>
          <p:cNvSpPr txBox="1"/>
          <p:nvPr/>
        </p:nvSpPr>
        <p:spPr>
          <a:xfrm>
            <a:off x="1490344" y="4110813"/>
            <a:ext cx="8531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TRADE_MARKET_ID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1DF7528C-966E-4540-B766-5C28B684B98D}"/>
              </a:ext>
            </a:extLst>
          </p:cNvPr>
          <p:cNvCxnSpPr/>
          <p:nvPr/>
        </p:nvCxnSpPr>
        <p:spPr>
          <a:xfrm>
            <a:off x="1723863" y="409999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E8908CF-6AFF-4AC0-A3E3-A7699B0AF839}"/>
              </a:ext>
            </a:extLst>
          </p:cNvPr>
          <p:cNvSpPr txBox="1"/>
          <p:nvPr/>
        </p:nvSpPr>
        <p:spPr>
          <a:xfrm>
            <a:off x="1014796" y="4665598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76E8ED25-0B17-47BC-8465-4440BE7F958F}"/>
              </a:ext>
            </a:extLst>
          </p:cNvPr>
          <p:cNvCxnSpPr>
            <a:cxnSpLocks/>
          </p:cNvCxnSpPr>
          <p:nvPr/>
        </p:nvCxnSpPr>
        <p:spPr>
          <a:xfrm flipH="1">
            <a:off x="1355569" y="4664113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BBF1004-5FBA-4C9D-841B-4B30AB580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9262" y="4033448"/>
            <a:ext cx="692892" cy="979734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E6BB9832-4F62-4970-BF74-BA0A11571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3616" y="5416333"/>
            <a:ext cx="692892" cy="979734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6DB4D658-428A-4FF8-866A-E735A7C53B9E}"/>
              </a:ext>
            </a:extLst>
          </p:cNvPr>
          <p:cNvSpPr txBox="1"/>
          <p:nvPr/>
        </p:nvSpPr>
        <p:spPr>
          <a:xfrm>
            <a:off x="821271" y="5139174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AE741A3B-5351-45D0-A582-649605795F74}"/>
              </a:ext>
            </a:extLst>
          </p:cNvPr>
          <p:cNvCxnSpPr/>
          <p:nvPr/>
        </p:nvCxnSpPr>
        <p:spPr>
          <a:xfrm>
            <a:off x="1021026" y="513068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6B6A40C-911F-4131-BBB9-A0D973DC9294}"/>
              </a:ext>
            </a:extLst>
          </p:cNvPr>
          <p:cNvSpPr/>
          <p:nvPr/>
        </p:nvSpPr>
        <p:spPr>
          <a:xfrm>
            <a:off x="8985278" y="6207335"/>
            <a:ext cx="7289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Re-Order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DCFF547D-E933-4E4E-BB62-8E5D3B9D9DDC}"/>
              </a:ext>
            </a:extLst>
          </p:cNvPr>
          <p:cNvCxnSpPr>
            <a:cxnSpLocks/>
          </p:cNvCxnSpPr>
          <p:nvPr/>
        </p:nvCxnSpPr>
        <p:spPr>
          <a:xfrm flipH="1">
            <a:off x="8541741" y="6198481"/>
            <a:ext cx="10527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601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57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Transaction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8371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9191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저장 타이밍 상의 오류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(I)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D91E3A-FD18-4EB6-8EA3-43C471B779A0}"/>
              </a:ext>
            </a:extLst>
          </p:cNvPr>
          <p:cNvSpPr txBox="1"/>
          <p:nvPr/>
        </p:nvSpPr>
        <p:spPr>
          <a:xfrm>
            <a:off x="1574180" y="1877301"/>
            <a:ext cx="1356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Restful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처리의 문제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9D27A-8D42-4DAE-9AEC-A1BC90BB16B2}"/>
              </a:ext>
            </a:extLst>
          </p:cNvPr>
          <p:cNvSpPr txBox="1"/>
          <p:nvPr/>
        </p:nvSpPr>
        <p:spPr>
          <a:xfrm>
            <a:off x="1574180" y="2454118"/>
            <a:ext cx="81916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기본적으로 타이밍 문제에 대한 처리를 모두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의존하여야 하며 트랜잭션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(Transaction)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처리가 많아지므로 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성능이 극도로 떨어짐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특히 상호작용이 있는 게임의 경우 상황은 더 큰 문제임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35665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484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시스템이란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2873997"/>
            <a:ext cx="7061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이런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역시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과정에서 다양한 타이밍 오류 문제를 안고 있어 이에 대한 처리를 해줘야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40ED2-71D4-4811-B2EB-7443BC642E28}"/>
              </a:ext>
            </a:extLst>
          </p:cNvPr>
          <p:cNvSpPr txBox="1"/>
          <p:nvPr/>
        </p:nvSpPr>
        <p:spPr>
          <a:xfrm>
            <a:off x="1574180" y="1877301"/>
            <a:ext cx="6846746" cy="437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데이터 처리를 최소화하기 위해서 사용자 정보를 게임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읽어 놓은 후 게임 서버 내에서 처리를 하는 것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접근 만을 추구한다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53270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340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처리 큐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2873997"/>
            <a:ext cx="7061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이런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역시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과정에서 다양한 타이밍 오류 문제를 안고 있어 이에 대한 처리를 해줘야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40ED2-71D4-4811-B2EB-7443BC642E28}"/>
              </a:ext>
            </a:extLst>
          </p:cNvPr>
          <p:cNvSpPr txBox="1"/>
          <p:nvPr/>
        </p:nvSpPr>
        <p:spPr>
          <a:xfrm>
            <a:off x="1574180" y="1877301"/>
            <a:ext cx="6846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데이터 처리를 최소화하기 위해서 사용자 정보를 게임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읽어 놓은 후 게임 서버 내에서 처리를 하는 것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접근 만을 추구한다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4864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저장 타이밍 상의 오류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(II)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1877301"/>
            <a:ext cx="1527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시스템의 문제</a:t>
            </a:r>
          </a:p>
        </p:txBody>
      </p:sp>
    </p:spTree>
    <p:extLst>
      <p:ext uri="{BB962C8B-B14F-4D97-AF65-F5344CB8AC3E}">
        <p14:creationId xmlns:p14="http://schemas.microsoft.com/office/powerpoint/2010/main" val="3213202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10957251" y="2966970"/>
            <a:ext cx="118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System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BC9AA-CA0A-4CB4-B1C6-C0F56E3F8F7D}"/>
              </a:ext>
            </a:extLst>
          </p:cNvPr>
          <p:cNvSpPr txBox="1"/>
          <p:nvPr/>
        </p:nvSpPr>
        <p:spPr>
          <a:xfrm>
            <a:off x="10674745" y="3486759"/>
            <a:ext cx="1458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1200" dirty="0"/>
              <a:t>Request</a:t>
            </a:r>
            <a:r>
              <a:rPr lang="ko-KR" altLang="en-US" sz="1200" dirty="0"/>
              <a:t> </a:t>
            </a:r>
            <a:r>
              <a:rPr lang="en-US" altLang="ko-KR" sz="1200" dirty="0"/>
              <a:t>System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063B7-E92E-4316-AD52-B5F92A449448}"/>
              </a:ext>
            </a:extLst>
          </p:cNvPr>
          <p:cNvSpPr txBox="1"/>
          <p:nvPr/>
        </p:nvSpPr>
        <p:spPr>
          <a:xfrm>
            <a:off x="10445643" y="3785463"/>
            <a:ext cx="1687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1200" dirty="0"/>
              <a:t>Transaction</a:t>
            </a:r>
            <a:r>
              <a:rPr lang="ko-KR" altLang="en-US" sz="1200" dirty="0"/>
              <a:t> </a:t>
            </a:r>
            <a:r>
              <a:rPr lang="en-US" altLang="ko-KR" sz="1200" dirty="0"/>
              <a:t>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0090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37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Request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B33FD1F-2F1C-4AD4-A00C-7DD128D3DDFB}"/>
              </a:ext>
            </a:extLst>
          </p:cNvPr>
          <p:cNvSpPr txBox="1"/>
          <p:nvPr/>
        </p:nvSpPr>
        <p:spPr>
          <a:xfrm>
            <a:off x="804309" y="1511040"/>
            <a:ext cx="3145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서버간 비동기 처리를 위한 시스템으로 주로 서버간 통신에서 주로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06C598-89E1-4816-BB16-FC5C809D07C2}"/>
              </a:ext>
            </a:extLst>
          </p:cNvPr>
          <p:cNvSpPr txBox="1"/>
          <p:nvPr/>
        </p:nvSpPr>
        <p:spPr>
          <a:xfrm>
            <a:off x="804308" y="3757416"/>
            <a:ext cx="31458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단일 연결 상황에서는 비동기적으로 처리된 응답을 수신했을 때 어떤 처리에 대한 응답인지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알수가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없고 또 그 응답에 대해 어떤 처리를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해야하는지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매칭해줄수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이를 위한 것이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시스템이다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D9FE21-A339-4E24-ADFF-11E519470E4D}"/>
              </a:ext>
            </a:extLst>
          </p:cNvPr>
          <p:cNvSpPr txBox="1"/>
          <p:nvPr/>
        </p:nvSpPr>
        <p:spPr>
          <a:xfrm>
            <a:off x="6597859" y="1203263"/>
            <a:ext cx="45212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먼저 비동기 처리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요청시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비동기 처리 완료 시점에 처리해야할 내용을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Manager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등록시키고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발급받는다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비동기 처리를 요청할 때 발급받은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같이 전달해 주어 비동기 처리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완료시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발급한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함께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돌려주도록한다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함께 비동기 처리 완료 정보를 받으면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Manager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이용해 요청 시 등록해 놓았던 처리 내용을 얻어낸다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얻은 처리 내용을 동작 시킨다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73002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1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Transaction 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620A374-BAAE-4E26-B095-5C3917CE65E5}"/>
              </a:ext>
            </a:extLst>
          </p:cNvPr>
          <p:cNvSpPr txBox="1"/>
          <p:nvPr/>
        </p:nvSpPr>
        <p:spPr>
          <a:xfrm>
            <a:off x="804309" y="1511040"/>
            <a:ext cx="4901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시스템은 하나의 계정을 통해 순차적 처리를 하도록 도와준다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33291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1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Transaction 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모서리가 둥근 직사각형 61"/>
          <p:cNvSpPr/>
          <p:nvPr/>
        </p:nvSpPr>
        <p:spPr>
          <a:xfrm>
            <a:off x="6600366" y="4392154"/>
            <a:ext cx="1265894" cy="332519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61"/>
          <p:cNvSpPr/>
          <p:nvPr/>
        </p:nvSpPr>
        <p:spPr>
          <a:xfrm>
            <a:off x="6600366" y="2341232"/>
            <a:ext cx="1265894" cy="332519"/>
          </a:xfrm>
          <a:prstGeom prst="roundRect">
            <a:avLst/>
          </a:prstGeom>
          <a:noFill/>
          <a:ln w="19050"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ICGTransactor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6600366" y="3198482"/>
            <a:ext cx="126589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61"/>
          <p:cNvSpPr/>
          <p:nvPr/>
        </p:nvSpPr>
        <p:spPr>
          <a:xfrm>
            <a:off x="3492379" y="4351938"/>
            <a:ext cx="2153109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CTransactorConcurrent</a:t>
            </a:r>
            <a:r>
              <a:rPr lang="en-US" altLang="ko-KR" sz="1000" b="1" dirty="0">
                <a:solidFill>
                  <a:schemeClr val="bg1"/>
                </a:solidFill>
              </a:rPr>
              <a:t>&lt;TKEY&gt;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" name="직선 화살표 연결선 5"/>
          <p:cNvCxnSpPr>
            <a:cxnSpLocks/>
            <a:stCxn id="41" idx="0"/>
            <a:endCxn id="39" idx="2"/>
          </p:cNvCxnSpPr>
          <p:nvPr/>
        </p:nvCxnSpPr>
        <p:spPr>
          <a:xfrm flipV="1">
            <a:off x="7233313" y="2673751"/>
            <a:ext cx="0" cy="524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61"/>
          <p:cNvSpPr/>
          <p:nvPr/>
        </p:nvSpPr>
        <p:spPr>
          <a:xfrm>
            <a:off x="6600366" y="14707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ICGReferenceable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직선 화살표 연결선 47"/>
          <p:cNvCxnSpPr>
            <a:cxnSpLocks/>
            <a:stCxn id="39" idx="0"/>
            <a:endCxn id="47" idx="2"/>
          </p:cNvCxnSpPr>
          <p:nvPr/>
        </p:nvCxnSpPr>
        <p:spPr>
          <a:xfrm flipV="1">
            <a:off x="7233313" y="1722738"/>
            <a:ext cx="0" cy="6184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377462" y="1982286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67" name="TextBox 66"/>
          <p:cNvSpPr txBox="1"/>
          <p:nvPr/>
        </p:nvSpPr>
        <p:spPr>
          <a:xfrm>
            <a:off x="9377462" y="2334711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CompleteTransaction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75" name="TextBox 74"/>
          <p:cNvSpPr txBox="1"/>
          <p:nvPr/>
        </p:nvSpPr>
        <p:spPr>
          <a:xfrm>
            <a:off x="9377462" y="2687136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CancelTransaction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9" name="왼쪽 중괄호 8"/>
          <p:cNvSpPr/>
          <p:nvPr/>
        </p:nvSpPr>
        <p:spPr>
          <a:xfrm>
            <a:off x="9258300" y="1982286"/>
            <a:ext cx="119162" cy="10434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>
            <a:cxnSpLocks/>
            <a:stCxn id="9" idx="1"/>
            <a:endCxn id="39" idx="3"/>
          </p:cNvCxnSpPr>
          <p:nvPr/>
        </p:nvCxnSpPr>
        <p:spPr>
          <a:xfrm flipH="1">
            <a:off x="7866260" y="2503988"/>
            <a:ext cx="1392040" cy="35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61"/>
          <p:cNvSpPr/>
          <p:nvPr/>
        </p:nvSpPr>
        <p:spPr>
          <a:xfrm>
            <a:off x="3606909" y="2546219"/>
            <a:ext cx="1265894" cy="252000"/>
          </a:xfrm>
          <a:prstGeom prst="roundRect">
            <a:avLst/>
          </a:prstGeom>
          <a:noFill/>
          <a:ln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NTransactableAccess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모서리가 둥근 직사각형 61"/>
          <p:cNvSpPr/>
          <p:nvPr/>
        </p:nvSpPr>
        <p:spPr>
          <a:xfrm>
            <a:off x="4945401" y="2546219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ICGDestroyable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연결선: 꺾임 17"/>
          <p:cNvCxnSpPr>
            <a:cxnSpLocks/>
            <a:stCxn id="41" idx="0"/>
            <a:endCxn id="78" idx="2"/>
          </p:cNvCxnSpPr>
          <p:nvPr/>
        </p:nvCxnSpPr>
        <p:spPr>
          <a:xfrm rot="16200000" flipV="1">
            <a:off x="6205700" y="2170868"/>
            <a:ext cx="400263" cy="165496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/>
          <p:cNvCxnSpPr>
            <a:cxnSpLocks/>
            <a:stCxn id="41" idx="0"/>
            <a:endCxn id="76" idx="2"/>
          </p:cNvCxnSpPr>
          <p:nvPr/>
        </p:nvCxnSpPr>
        <p:spPr>
          <a:xfrm rot="16200000" flipV="1">
            <a:off x="5536454" y="1501622"/>
            <a:ext cx="400263" cy="2993457"/>
          </a:xfrm>
          <a:prstGeom prst="bentConnector3">
            <a:avLst>
              <a:gd name="adj1" fmla="val 285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377462" y="4095420"/>
            <a:ext cx="16802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ProcessTransactionRequest</a:t>
            </a:r>
            <a:endParaRPr lang="en-US" altLang="ko-KR" sz="800" b="1" dirty="0"/>
          </a:p>
        </p:txBody>
      </p:sp>
      <p:sp>
        <p:nvSpPr>
          <p:cNvPr id="82" name="TextBox 81"/>
          <p:cNvSpPr txBox="1"/>
          <p:nvPr/>
        </p:nvSpPr>
        <p:spPr>
          <a:xfrm>
            <a:off x="9377462" y="4311320"/>
            <a:ext cx="17972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ProcessTransactionUnregister</a:t>
            </a:r>
            <a:endParaRPr lang="en-US" altLang="ko-KR" sz="800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9377462" y="4527220"/>
            <a:ext cx="1624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ProcessTransactionRquest</a:t>
            </a:r>
            <a:endParaRPr lang="ko-KR" altLang="en-US" sz="800" b="1" dirty="0"/>
          </a:p>
        </p:txBody>
      </p:sp>
      <p:sp>
        <p:nvSpPr>
          <p:cNvPr id="84" name="왼쪽 중괄호 83"/>
          <p:cNvSpPr/>
          <p:nvPr/>
        </p:nvSpPr>
        <p:spPr>
          <a:xfrm>
            <a:off x="9258300" y="4114470"/>
            <a:ext cx="119162" cy="8620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5" name="직선 연결선 84"/>
          <p:cNvCxnSpPr>
            <a:cxnSpLocks/>
            <a:stCxn id="84" idx="1"/>
            <a:endCxn id="38" idx="3"/>
          </p:cNvCxnSpPr>
          <p:nvPr/>
        </p:nvCxnSpPr>
        <p:spPr>
          <a:xfrm flipH="1">
            <a:off x="7866260" y="4545512"/>
            <a:ext cx="1392040" cy="1290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377462" y="4743120"/>
            <a:ext cx="17556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ProcessTransactionComplete</a:t>
            </a:r>
            <a:endParaRPr lang="ko-KR" altLang="en-US" sz="800" b="1" dirty="0"/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6850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>
            <a:cxnSpLocks/>
            <a:stCxn id="56" idx="2"/>
          </p:cNvCxnSpPr>
          <p:nvPr/>
        </p:nvCxnSpPr>
        <p:spPr>
          <a:xfrm>
            <a:off x="9847924" y="2455779"/>
            <a:ext cx="0" cy="3299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>
            <a:cxnSpLocks/>
            <a:stCxn id="49" idx="2"/>
          </p:cNvCxnSpPr>
          <p:nvPr/>
        </p:nvCxnSpPr>
        <p:spPr>
          <a:xfrm flipH="1">
            <a:off x="7661206" y="1962223"/>
            <a:ext cx="17534" cy="3921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cxnSpLocks/>
          </p:cNvCxnSpPr>
          <p:nvPr/>
        </p:nvCxnSpPr>
        <p:spPr>
          <a:xfrm flipH="1" flipV="1">
            <a:off x="7735855" y="3877614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86453" y="2470838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9" name="모서리가 둥근 직사각형 61"/>
          <p:cNvSpPr/>
          <p:nvPr/>
        </p:nvSpPr>
        <p:spPr>
          <a:xfrm>
            <a:off x="6946208" y="1602223"/>
            <a:ext cx="1465063" cy="360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ICGTransactor</a:t>
            </a:r>
            <a:endParaRPr lang="ko-KR" altLang="en-US" sz="1000" b="1" dirty="0"/>
          </a:p>
        </p:txBody>
      </p:sp>
      <p:sp>
        <p:nvSpPr>
          <p:cNvPr id="56" name="모서리가 둥근 직사각형 61"/>
          <p:cNvSpPr/>
          <p:nvPr/>
        </p:nvSpPr>
        <p:spPr>
          <a:xfrm>
            <a:off x="9214977" y="2123260"/>
            <a:ext cx="126589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/>
          <p:cNvCxnSpPr>
            <a:cxnSpLocks/>
          </p:cNvCxnSpPr>
          <p:nvPr/>
        </p:nvCxnSpPr>
        <p:spPr>
          <a:xfrm>
            <a:off x="7096563" y="2468646"/>
            <a:ext cx="4899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83169" y="233717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RequestTransaction</a:t>
            </a:r>
            <a:endParaRPr lang="ko-KR" altLang="en-US" sz="800" dirty="0"/>
          </a:p>
        </p:txBody>
      </p:sp>
      <p:cxnSp>
        <p:nvCxnSpPr>
          <p:cNvPr id="60" name="직선 화살표 연결선 59"/>
          <p:cNvCxnSpPr>
            <a:cxnSpLocks/>
          </p:cNvCxnSpPr>
          <p:nvPr/>
        </p:nvCxnSpPr>
        <p:spPr>
          <a:xfrm>
            <a:off x="7755532" y="283083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9767355" y="282787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8266265" y="2609740"/>
            <a:ext cx="1441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ProcessTransactionRegister</a:t>
            </a:r>
            <a:endParaRPr lang="ko-KR" altLang="en-US" sz="800" dirty="0"/>
          </a:p>
        </p:txBody>
      </p:sp>
      <p:sp>
        <p:nvSpPr>
          <p:cNvPr id="65" name="직사각형 64"/>
          <p:cNvSpPr/>
          <p:nvPr/>
        </p:nvSpPr>
        <p:spPr>
          <a:xfrm>
            <a:off x="7586453" y="3474851"/>
            <a:ext cx="154291" cy="21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>
            <a:cxnSpLocks/>
          </p:cNvCxnSpPr>
          <p:nvPr/>
        </p:nvCxnSpPr>
        <p:spPr>
          <a:xfrm>
            <a:off x="7749309" y="3533745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266265" y="3312647"/>
            <a:ext cx="1438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ProcessTransactionRequest</a:t>
            </a:r>
            <a:endParaRPr lang="ko-KR" altLang="en-US" sz="800" dirty="0"/>
          </a:p>
        </p:txBody>
      </p:sp>
      <p:cxnSp>
        <p:nvCxnSpPr>
          <p:cNvPr id="71" name="직선 화살표 연결선 70"/>
          <p:cNvCxnSpPr>
            <a:cxnSpLocks/>
          </p:cNvCxnSpPr>
          <p:nvPr/>
        </p:nvCxnSpPr>
        <p:spPr>
          <a:xfrm flipH="1" flipV="1">
            <a:off x="7748294" y="4944413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cxnSpLocks/>
          </p:cNvCxnSpPr>
          <p:nvPr/>
        </p:nvCxnSpPr>
        <p:spPr>
          <a:xfrm>
            <a:off x="7752417" y="4591213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9782902" y="4588252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8266265" y="4360784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ProcessTransactionComplete</a:t>
            </a:r>
            <a:endParaRPr lang="ko-KR" altLang="en-US" sz="800" dirty="0"/>
          </a:p>
        </p:txBody>
      </p:sp>
      <p:cxnSp>
        <p:nvCxnSpPr>
          <p:cNvPr id="3" name="연결선: 꺾임 2"/>
          <p:cNvCxnSpPr>
            <a:stCxn id="69" idx="0"/>
            <a:endCxn id="37" idx="3"/>
          </p:cNvCxnSpPr>
          <p:nvPr/>
        </p:nvCxnSpPr>
        <p:spPr>
          <a:xfrm rot="16200000" flipH="1">
            <a:off x="9828768" y="3558956"/>
            <a:ext cx="215042" cy="177361"/>
          </a:xfrm>
          <a:prstGeom prst="bentConnector4">
            <a:avLst>
              <a:gd name="adj1" fmla="val 36882"/>
              <a:gd name="adj2" fmla="val 2288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9770463" y="3540115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9870679" y="3701157"/>
            <a:ext cx="154291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10206139" y="3607848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SetResult</a:t>
            </a:r>
            <a:endParaRPr lang="ko-KR" altLang="en-US" sz="800" dirty="0"/>
          </a:p>
        </p:txBody>
      </p:sp>
      <p:cxnSp>
        <p:nvCxnSpPr>
          <p:cNvPr id="45" name="직선 화살표 연결선 44"/>
          <p:cNvCxnSpPr>
            <a:cxnSpLocks/>
          </p:cNvCxnSpPr>
          <p:nvPr/>
        </p:nvCxnSpPr>
        <p:spPr>
          <a:xfrm flipH="1">
            <a:off x="8672988" y="3934134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7757110" y="529003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9768933" y="528707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8266265" y="5068940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ProcessTransactionUnegister</a:t>
            </a:r>
            <a:endParaRPr lang="ko-KR" altLang="en-US" sz="800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 flipV="1">
            <a:off x="7748294" y="300787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cxnSpLocks/>
          </p:cNvCxnSpPr>
          <p:nvPr/>
        </p:nvCxnSpPr>
        <p:spPr>
          <a:xfrm flipH="1" flipV="1">
            <a:off x="7748294" y="546707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78400" y="556974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8495549" y="3950726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8749560" y="4646372"/>
            <a:ext cx="425547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564754" y="4662965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3224" y="794463"/>
            <a:ext cx="276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Synchronous Transaction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3224" y="632538"/>
            <a:ext cx="9108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  <a:endParaRPr lang="ko-KR" altLang="en-US" dirty="0"/>
          </a:p>
        </p:txBody>
      </p:sp>
      <p:cxnSp>
        <p:nvCxnSpPr>
          <p:cNvPr id="39" name="직선 연결선 38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4F6E50-5FC0-4B34-9A09-E037087E29C1}"/>
              </a:ext>
            </a:extLst>
          </p:cNvPr>
          <p:cNvSpPr txBox="1"/>
          <p:nvPr/>
        </p:nvSpPr>
        <p:spPr>
          <a:xfrm>
            <a:off x="718187" y="1313951"/>
            <a:ext cx="4644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동기식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RequestTransaction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후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즉시 완료하는 경우를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이럴 경우 일반적으로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ProcessTransactionRequest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리턴값을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eOBJECT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::PENDING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제외한 다른 값을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리턴해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주면 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이럴 경우 즉시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ProcessTransactionComplete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호출되며 그 이후 다음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이행한다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51655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직선 연결선 45"/>
          <p:cNvCxnSpPr>
            <a:cxnSpLocks/>
          </p:cNvCxnSpPr>
          <p:nvPr/>
        </p:nvCxnSpPr>
        <p:spPr>
          <a:xfrm>
            <a:off x="11138660" y="3160817"/>
            <a:ext cx="0" cy="144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>
            <a:cxnSpLocks/>
            <a:stCxn id="56" idx="2"/>
          </p:cNvCxnSpPr>
          <p:nvPr/>
        </p:nvCxnSpPr>
        <p:spPr>
          <a:xfrm>
            <a:off x="9558678" y="2090869"/>
            <a:ext cx="0" cy="36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>
            <a:cxnSpLocks/>
            <a:stCxn id="49" idx="2"/>
          </p:cNvCxnSpPr>
          <p:nvPr/>
        </p:nvCxnSpPr>
        <p:spPr>
          <a:xfrm flipH="1">
            <a:off x="7371960" y="1447788"/>
            <a:ext cx="17534" cy="4430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297207" y="2105928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>
            <a:cxnSpLocks/>
          </p:cNvCxnSpPr>
          <p:nvPr/>
        </p:nvCxnSpPr>
        <p:spPr>
          <a:xfrm flipH="1">
            <a:off x="7466286" y="3515902"/>
            <a:ext cx="20191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9" name="모서리가 둥근 직사각형 61"/>
          <p:cNvSpPr/>
          <p:nvPr/>
        </p:nvSpPr>
        <p:spPr>
          <a:xfrm>
            <a:off x="6656962" y="1087788"/>
            <a:ext cx="1465063" cy="360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ICGTransactor</a:t>
            </a:r>
            <a:endParaRPr lang="ko-KR" altLang="en-US" sz="1000" b="1" dirty="0"/>
          </a:p>
        </p:txBody>
      </p:sp>
      <p:sp>
        <p:nvSpPr>
          <p:cNvPr id="56" name="모서리가 둥근 직사각형 61"/>
          <p:cNvSpPr/>
          <p:nvPr/>
        </p:nvSpPr>
        <p:spPr>
          <a:xfrm>
            <a:off x="8925731" y="1758350"/>
            <a:ext cx="126589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/>
          <p:cNvCxnSpPr>
            <a:cxnSpLocks/>
          </p:cNvCxnSpPr>
          <p:nvPr/>
        </p:nvCxnSpPr>
        <p:spPr>
          <a:xfrm>
            <a:off x="6807317" y="2103736"/>
            <a:ext cx="4899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793923" y="197226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RequestTransaction</a:t>
            </a:r>
            <a:endParaRPr lang="ko-KR" altLang="en-US" sz="800" dirty="0"/>
          </a:p>
        </p:txBody>
      </p:sp>
      <p:cxnSp>
        <p:nvCxnSpPr>
          <p:cNvPr id="60" name="직선 화살표 연결선 59"/>
          <p:cNvCxnSpPr>
            <a:cxnSpLocks/>
          </p:cNvCxnSpPr>
          <p:nvPr/>
        </p:nvCxnSpPr>
        <p:spPr>
          <a:xfrm>
            <a:off x="7466286" y="246592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9478109" y="246296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7977019" y="2244830"/>
            <a:ext cx="1441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ProcessTransactionRegister</a:t>
            </a:r>
            <a:endParaRPr lang="ko-KR" altLang="en-US" sz="800" dirty="0"/>
          </a:p>
        </p:txBody>
      </p:sp>
      <p:sp>
        <p:nvSpPr>
          <p:cNvPr id="65" name="직사각형 64"/>
          <p:cNvSpPr/>
          <p:nvPr/>
        </p:nvSpPr>
        <p:spPr>
          <a:xfrm>
            <a:off x="7297207" y="3109941"/>
            <a:ext cx="154291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>
            <a:cxnSpLocks/>
          </p:cNvCxnSpPr>
          <p:nvPr/>
        </p:nvCxnSpPr>
        <p:spPr>
          <a:xfrm>
            <a:off x="7460063" y="3168835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977019" y="2947737"/>
            <a:ext cx="1438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ProcessTransactionRequest</a:t>
            </a:r>
            <a:endParaRPr lang="ko-KR" altLang="en-US" sz="800" dirty="0"/>
          </a:p>
        </p:txBody>
      </p:sp>
      <p:cxnSp>
        <p:nvCxnSpPr>
          <p:cNvPr id="71" name="직선 화살표 연결선 70"/>
          <p:cNvCxnSpPr>
            <a:cxnSpLocks/>
          </p:cNvCxnSpPr>
          <p:nvPr/>
        </p:nvCxnSpPr>
        <p:spPr>
          <a:xfrm flipH="1" flipV="1">
            <a:off x="7459048" y="5120689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cxnSpLocks/>
          </p:cNvCxnSpPr>
          <p:nvPr/>
        </p:nvCxnSpPr>
        <p:spPr>
          <a:xfrm>
            <a:off x="7463171" y="4767489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9493656" y="4764528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7977019" y="4537060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ProcessTransactionComplete</a:t>
            </a:r>
            <a:endParaRPr lang="ko-KR" altLang="en-US" sz="800" dirty="0"/>
          </a:p>
        </p:txBody>
      </p:sp>
      <p:sp>
        <p:nvSpPr>
          <p:cNvPr id="69" name="직사각형 68"/>
          <p:cNvSpPr/>
          <p:nvPr/>
        </p:nvSpPr>
        <p:spPr>
          <a:xfrm>
            <a:off x="9481217" y="3175205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/>
          <p:cNvCxnSpPr>
            <a:cxnSpLocks/>
          </p:cNvCxnSpPr>
          <p:nvPr/>
        </p:nvCxnSpPr>
        <p:spPr>
          <a:xfrm flipH="1">
            <a:off x="8383742" y="3569224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7467864" y="5466314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9479687" y="5463353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7977019" y="5245216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ProcessTransactionUnegister</a:t>
            </a:r>
            <a:endParaRPr lang="ko-KR" altLang="en-US" sz="800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 flipV="1">
            <a:off x="7459048" y="264296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cxnSpLocks/>
          </p:cNvCxnSpPr>
          <p:nvPr/>
        </p:nvCxnSpPr>
        <p:spPr>
          <a:xfrm flipH="1" flipV="1">
            <a:off x="7459048" y="5643353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89154" y="555007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808798" y="3588932"/>
            <a:ext cx="1572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>
                <a:solidFill>
                  <a:srgbClr val="0000FF"/>
                </a:solidFill>
              </a:rPr>
              <a:t>eOBJECT_RESULT</a:t>
            </a:r>
            <a:r>
              <a:rPr lang="en-US" altLang="ko-KR" sz="800" b="1" dirty="0">
                <a:solidFill>
                  <a:srgbClr val="0000FF"/>
                </a:solidFill>
              </a:rPr>
              <a:t>::PENDING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8460314" y="4822648"/>
            <a:ext cx="425547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157143" y="4823307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1060770" y="3474055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/>
          <p:cNvCxnSpPr>
            <a:cxnSpLocks/>
          </p:cNvCxnSpPr>
          <p:nvPr/>
        </p:nvCxnSpPr>
        <p:spPr>
          <a:xfrm>
            <a:off x="9647947" y="3474055"/>
            <a:ext cx="14102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cxnSpLocks/>
          </p:cNvCxnSpPr>
          <p:nvPr/>
        </p:nvCxnSpPr>
        <p:spPr>
          <a:xfrm flipH="1">
            <a:off x="9647948" y="4194055"/>
            <a:ext cx="14102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7297745" y="4154164"/>
            <a:ext cx="154291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9481170" y="412713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/>
          <p:cNvCxnSpPr>
            <a:cxnSpLocks/>
          </p:cNvCxnSpPr>
          <p:nvPr/>
        </p:nvCxnSpPr>
        <p:spPr>
          <a:xfrm flipH="1">
            <a:off x="7466286" y="4217137"/>
            <a:ext cx="20081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961008" y="3974537"/>
            <a:ext cx="1162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dirty="0"/>
          </a:p>
        </p:txBody>
      </p:sp>
      <p:cxnSp>
        <p:nvCxnSpPr>
          <p:cNvPr id="77" name="직선 화살표 연결선 76"/>
          <p:cNvCxnSpPr>
            <a:cxnSpLocks/>
          </p:cNvCxnSpPr>
          <p:nvPr/>
        </p:nvCxnSpPr>
        <p:spPr>
          <a:xfrm flipH="1">
            <a:off x="10088521" y="4248645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830818" y="4265575"/>
            <a:ext cx="8086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10132" y="3986865"/>
            <a:ext cx="1162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dirty="0"/>
          </a:p>
        </p:txBody>
      </p:sp>
      <p:cxnSp>
        <p:nvCxnSpPr>
          <p:cNvPr id="80" name="직선 화살표 연결선 79"/>
          <p:cNvCxnSpPr>
            <a:cxnSpLocks/>
          </p:cNvCxnSpPr>
          <p:nvPr/>
        </p:nvCxnSpPr>
        <p:spPr>
          <a:xfrm flipH="1">
            <a:off x="8185245" y="4260973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927541" y="4261631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94060" y="804181"/>
            <a:ext cx="289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Asynchronous Transaction</a:t>
            </a:r>
            <a:endParaRPr lang="ko-KR" altLang="en-US" dirty="0"/>
          </a:p>
        </p:txBody>
      </p:sp>
      <p:sp>
        <p:nvSpPr>
          <p:cNvPr id="16" name="왼쪽 중괄호 15"/>
          <p:cNvSpPr/>
          <p:nvPr/>
        </p:nvSpPr>
        <p:spPr>
          <a:xfrm>
            <a:off x="6935123" y="3541231"/>
            <a:ext cx="176574" cy="62075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829303" y="3717002"/>
            <a:ext cx="11776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rgbClr val="FF0000"/>
                </a:solidFill>
              </a:rPr>
              <a:t>Asynchronous</a:t>
            </a:r>
            <a:endParaRPr lang="ko-KR" altLang="en-US" sz="1050" b="1" dirty="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73224" y="632538"/>
            <a:ext cx="9108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  <a:endParaRPr lang="ko-KR" altLang="en-US" dirty="0"/>
          </a:p>
        </p:txBody>
      </p:sp>
      <p:cxnSp>
        <p:nvCxnSpPr>
          <p:cNvPr id="85" name="직선 연결선 84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61">
            <a:extLst>
              <a:ext uri="{FF2B5EF4-FFF2-40B4-BE49-F238E27FC236}">
                <a16:creationId xmlns:a16="http://schemas.microsoft.com/office/drawing/2014/main" id="{8AF6ED6E-116C-4B06-9683-C96CF20178CA}"/>
              </a:ext>
            </a:extLst>
          </p:cNvPr>
          <p:cNvSpPr/>
          <p:nvPr/>
        </p:nvSpPr>
        <p:spPr>
          <a:xfrm>
            <a:off x="10498292" y="2825795"/>
            <a:ext cx="1265894" cy="332519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User Defined Process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B86688-77FE-4A11-AE92-7644EB27154D}"/>
              </a:ext>
            </a:extLst>
          </p:cNvPr>
          <p:cNvSpPr txBox="1"/>
          <p:nvPr/>
        </p:nvSpPr>
        <p:spPr>
          <a:xfrm>
            <a:off x="10622949" y="4265575"/>
            <a:ext cx="3898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49B38A6-5F90-465F-A55B-A655A03918F6}"/>
              </a:ext>
            </a:extLst>
          </p:cNvPr>
          <p:cNvCxnSpPr>
            <a:cxnSpLocks/>
          </p:cNvCxnSpPr>
          <p:nvPr/>
        </p:nvCxnSpPr>
        <p:spPr>
          <a:xfrm flipH="1">
            <a:off x="10624386" y="4248645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05D0A8D-A69A-4ADB-8A42-5C17B1E110A1}"/>
              </a:ext>
            </a:extLst>
          </p:cNvPr>
          <p:cNvSpPr txBox="1"/>
          <p:nvPr/>
        </p:nvSpPr>
        <p:spPr>
          <a:xfrm>
            <a:off x="841249" y="1294711"/>
            <a:ext cx="46444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비동기식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RequestTransaction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 즉시 완료하지 않고 일단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eOBJECT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::PENDING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후 비동기 적으로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COmpleteTransaction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호출하게 되면 진행을 계속하는 구조를 의미한다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ProcessTransactionRequest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 처리해야하는 내용에 많은 지연시간이 필요할 경우나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여러 쓰레드에서 시행되는 작업들이 모두 완료되는 시점에서 이어서 처리하는 용도에 유용하다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22016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7960686" y="2986020"/>
            <a:ext cx="418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en-US" altLang="ko-KR" dirty="0"/>
              <a:t> Account &amp; Repository &amp; </a:t>
            </a:r>
            <a:r>
              <a:rPr lang="en-US" altLang="ko-KR" dirty="0" err="1"/>
              <a:t>Accessable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01605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039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8034157" y="2807514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CGServerAccount</a:t>
            </a:r>
            <a:r>
              <a:rPr lang="en-US" altLang="ko-KR" sz="800" dirty="0">
                <a:solidFill>
                  <a:schemeClr val="tx1"/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22" name="연결선: 꺾임 21"/>
          <p:cNvCxnSpPr>
            <a:cxnSpLocks/>
            <a:stCxn id="9" idx="0"/>
            <a:endCxn id="25" idx="2"/>
          </p:cNvCxnSpPr>
          <p:nvPr/>
        </p:nvCxnSpPr>
        <p:spPr>
          <a:xfrm rot="5400000" flipH="1" flipV="1">
            <a:off x="8418416" y="2561773"/>
            <a:ext cx="491482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61"/>
          <p:cNvSpPr/>
          <p:nvPr/>
        </p:nvSpPr>
        <p:spPr>
          <a:xfrm>
            <a:off x="8031210" y="1884032"/>
            <a:ext cx="126589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61"/>
          <p:cNvSpPr/>
          <p:nvPr/>
        </p:nvSpPr>
        <p:spPr>
          <a:xfrm>
            <a:off x="6311772" y="21565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ICGObjectState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연결선: 꺾임 28"/>
          <p:cNvCxnSpPr>
            <a:cxnSpLocks/>
            <a:stCxn id="9" idx="0"/>
            <a:endCxn id="28" idx="2"/>
          </p:cNvCxnSpPr>
          <p:nvPr/>
        </p:nvCxnSpPr>
        <p:spPr>
          <a:xfrm rot="16200000" flipV="1">
            <a:off x="7604950" y="1748307"/>
            <a:ext cx="398976" cy="171943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61"/>
          <p:cNvSpPr/>
          <p:nvPr/>
        </p:nvSpPr>
        <p:spPr>
          <a:xfrm>
            <a:off x="4940172" y="21565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ICGNameable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연결선: 꺾임 30"/>
          <p:cNvCxnSpPr>
            <a:cxnSpLocks/>
            <a:stCxn id="9" idx="0"/>
            <a:endCxn id="30" idx="2"/>
          </p:cNvCxnSpPr>
          <p:nvPr/>
        </p:nvCxnSpPr>
        <p:spPr>
          <a:xfrm rot="16200000" flipV="1">
            <a:off x="6919150" y="1062507"/>
            <a:ext cx="398976" cy="309103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61"/>
          <p:cNvSpPr/>
          <p:nvPr/>
        </p:nvSpPr>
        <p:spPr>
          <a:xfrm>
            <a:off x="8040735" y="4192974"/>
            <a:ext cx="1253422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CGServerAccount</a:t>
            </a:r>
            <a:r>
              <a:rPr lang="en-US" altLang="ko-KR" sz="800" dirty="0">
                <a:solidFill>
                  <a:schemeClr val="bg1"/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CAccount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37" idx="0"/>
            <a:endCxn id="9" idx="2"/>
          </p:cNvCxnSpPr>
          <p:nvPr/>
        </p:nvCxnSpPr>
        <p:spPr>
          <a:xfrm rot="16200000" flipV="1">
            <a:off x="8189072" y="3714599"/>
            <a:ext cx="953460" cy="3289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61"/>
          <p:cNvSpPr/>
          <p:nvPr/>
        </p:nvSpPr>
        <p:spPr>
          <a:xfrm>
            <a:off x="6304051" y="3463136"/>
            <a:ext cx="1265894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CGNameable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NString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4" name="연결선: 꺾임 43"/>
          <p:cNvCxnSpPr>
            <a:cxnSpLocks/>
            <a:stCxn id="37" idx="0"/>
            <a:endCxn id="43" idx="2"/>
          </p:cNvCxnSpPr>
          <p:nvPr/>
        </p:nvCxnSpPr>
        <p:spPr>
          <a:xfrm rot="16200000" flipV="1">
            <a:off x="7653303" y="3178831"/>
            <a:ext cx="297838" cy="1730448"/>
          </a:xfrm>
          <a:prstGeom prst="bentConnector3">
            <a:avLst>
              <a:gd name="adj1" fmla="val 50000"/>
            </a:avLst>
          </a:prstGeom>
          <a:ln cmpd="sng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6534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2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/>
              <a:t>Repository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6303896" y="2359839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IRepository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8" name="모서리가 둥근 직사각형 61"/>
          <p:cNvSpPr/>
          <p:nvPr/>
        </p:nvSpPr>
        <p:spPr>
          <a:xfrm>
            <a:off x="5443699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ICGObjectState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연결선: 꺾임 28"/>
          <p:cNvCxnSpPr>
            <a:cxnSpLocks/>
            <a:stCxn id="9" idx="0"/>
            <a:endCxn id="28" idx="2"/>
          </p:cNvCxnSpPr>
          <p:nvPr/>
        </p:nvCxnSpPr>
        <p:spPr>
          <a:xfrm rot="16200000" flipV="1">
            <a:off x="6214337" y="1640280"/>
            <a:ext cx="581869" cy="85725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61"/>
          <p:cNvSpPr/>
          <p:nvPr/>
        </p:nvSpPr>
        <p:spPr>
          <a:xfrm>
            <a:off x="4097349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ICGNameable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연결선: 꺾임 30"/>
          <p:cNvCxnSpPr>
            <a:cxnSpLocks/>
            <a:stCxn id="9" idx="0"/>
            <a:endCxn id="30" idx="2"/>
          </p:cNvCxnSpPr>
          <p:nvPr/>
        </p:nvCxnSpPr>
        <p:spPr>
          <a:xfrm rot="16200000" flipV="1">
            <a:off x="5541162" y="967105"/>
            <a:ext cx="581869" cy="22036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61"/>
          <p:cNvSpPr/>
          <p:nvPr/>
        </p:nvSpPr>
        <p:spPr>
          <a:xfrm>
            <a:off x="5752493" y="3973899"/>
            <a:ext cx="2381856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tx1"/>
                </a:solidFill>
              </a:rPr>
              <a:t>NBase</a:t>
            </a:r>
            <a:r>
              <a:rPr lang="en-US" altLang="ko-KR" sz="1000" b="1" dirty="0">
                <a:solidFill>
                  <a:schemeClr val="tx1"/>
                </a:solidFill>
              </a:rPr>
              <a:t>&lt;TACOUNT&gt;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72" idx="0"/>
            <a:endCxn id="9" idx="2"/>
          </p:cNvCxnSpPr>
          <p:nvPr/>
        </p:nvCxnSpPr>
        <p:spPr>
          <a:xfrm rot="5400000" flipH="1" flipV="1">
            <a:off x="6728523" y="2997213"/>
            <a:ext cx="4107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61"/>
          <p:cNvSpPr/>
          <p:nvPr/>
        </p:nvSpPr>
        <p:spPr>
          <a:xfrm>
            <a:off x="2754650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ICGObjectIdentifiable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0" idx="2"/>
          </p:cNvCxnSpPr>
          <p:nvPr/>
        </p:nvCxnSpPr>
        <p:spPr>
          <a:xfrm rot="16200000" flipV="1">
            <a:off x="4869813" y="295755"/>
            <a:ext cx="581869" cy="354629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61"/>
          <p:cNvSpPr/>
          <p:nvPr/>
        </p:nvSpPr>
        <p:spPr>
          <a:xfrm>
            <a:off x="6782747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ICGStartable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연결선: 꺾임 26"/>
          <p:cNvCxnSpPr>
            <a:cxnSpLocks/>
            <a:stCxn id="9" idx="0"/>
            <a:endCxn id="26" idx="2"/>
          </p:cNvCxnSpPr>
          <p:nvPr/>
        </p:nvCxnSpPr>
        <p:spPr>
          <a:xfrm rot="5400000" flipH="1" flipV="1">
            <a:off x="6883861" y="1828006"/>
            <a:ext cx="581869" cy="4817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/>
          <p:cNvSpPr/>
          <p:nvPr/>
        </p:nvSpPr>
        <p:spPr>
          <a:xfrm>
            <a:off x="8125447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ICGInitializable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3" name="연결선: 꺾임 32"/>
          <p:cNvCxnSpPr>
            <a:cxnSpLocks/>
            <a:stCxn id="9" idx="0"/>
            <a:endCxn id="32" idx="2"/>
          </p:cNvCxnSpPr>
          <p:nvPr/>
        </p:nvCxnSpPr>
        <p:spPr>
          <a:xfrm rot="5400000" flipH="1" flipV="1">
            <a:off x="7555211" y="1156656"/>
            <a:ext cx="581869" cy="18244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69112" y="1006925"/>
            <a:ext cx="2076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RequestAccountCheckin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왼쪽 중괄호 46"/>
          <p:cNvSpPr/>
          <p:nvPr/>
        </p:nvSpPr>
        <p:spPr>
          <a:xfrm>
            <a:off x="9778525" y="1025974"/>
            <a:ext cx="109637" cy="3056073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>
            <a:cxnSpLocks/>
            <a:stCxn id="47" idx="1"/>
            <a:endCxn id="9" idx="3"/>
          </p:cNvCxnSpPr>
          <p:nvPr/>
        </p:nvCxnSpPr>
        <p:spPr>
          <a:xfrm flipH="1">
            <a:off x="7563896" y="2554011"/>
            <a:ext cx="2214629" cy="218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모서리가 둥근 직사각형 61"/>
          <p:cNvSpPr/>
          <p:nvPr/>
        </p:nvSpPr>
        <p:spPr>
          <a:xfrm>
            <a:off x="3685076" y="320204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NHub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1" name="연결선: 꺾임 50"/>
          <p:cNvCxnSpPr>
            <a:cxnSpLocks/>
            <a:stCxn id="50" idx="0"/>
            <a:endCxn id="9" idx="2"/>
          </p:cNvCxnSpPr>
          <p:nvPr/>
        </p:nvCxnSpPr>
        <p:spPr>
          <a:xfrm rot="5400000" flipH="1" flipV="1">
            <a:off x="5699848" y="1967996"/>
            <a:ext cx="410204" cy="205789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1"/>
          <p:cNvSpPr/>
          <p:nvPr/>
        </p:nvSpPr>
        <p:spPr>
          <a:xfrm>
            <a:off x="7034390" y="516419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CRemote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6" name="연결선: 꺾임 65"/>
          <p:cNvCxnSpPr>
            <a:cxnSpLocks/>
            <a:stCxn id="65" idx="0"/>
            <a:endCxn id="37" idx="2"/>
          </p:cNvCxnSpPr>
          <p:nvPr/>
        </p:nvCxnSpPr>
        <p:spPr>
          <a:xfrm rot="16200000" flipV="1">
            <a:off x="7205223" y="4144097"/>
            <a:ext cx="758294" cy="12818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1"/>
          <p:cNvSpPr/>
          <p:nvPr/>
        </p:nvSpPr>
        <p:spPr>
          <a:xfrm>
            <a:off x="4367532" y="516419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CQuerier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9" name="연결선: 꺾임 68"/>
          <p:cNvCxnSpPr>
            <a:cxnSpLocks/>
            <a:stCxn id="68" idx="0"/>
            <a:endCxn id="37" idx="2"/>
          </p:cNvCxnSpPr>
          <p:nvPr/>
        </p:nvCxnSpPr>
        <p:spPr>
          <a:xfrm rot="5400000" flipH="1" flipV="1">
            <a:off x="5871794" y="4092566"/>
            <a:ext cx="758294" cy="138496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/>
          <p:cNvSpPr/>
          <p:nvPr/>
        </p:nvSpPr>
        <p:spPr>
          <a:xfrm>
            <a:off x="6303896" y="3202586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NRepository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2"/>
          <p:cNvCxnSpPr>
            <a:cxnSpLocks/>
            <a:stCxn id="37" idx="0"/>
            <a:endCxn id="72" idx="2"/>
          </p:cNvCxnSpPr>
          <p:nvPr/>
        </p:nvCxnSpPr>
        <p:spPr>
          <a:xfrm rot="16200000" flipV="1">
            <a:off x="6769003" y="3799480"/>
            <a:ext cx="339313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869112" y="1673675"/>
            <a:ext cx="2002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RequestAccountCheckout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IAccount</a:t>
            </a:r>
            <a:r>
              <a:rPr lang="en-US" altLang="ko-KR" sz="800" dirty="0"/>
              <a:t>*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pAccount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69112" y="2349950"/>
            <a:ext cx="20024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9112" y="3273875"/>
            <a:ext cx="2002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ACCOUNT_ID&amp;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869112" y="4297934"/>
            <a:ext cx="1665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ACCOUNT_ID&amp;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_aid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69112" y="4688459"/>
            <a:ext cx="1654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CHECKIN_ID&amp;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cid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869112" y="5117084"/>
            <a:ext cx="16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function(…)&amp;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Pred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왼쪽 중괄호 87"/>
          <p:cNvSpPr/>
          <p:nvPr/>
        </p:nvSpPr>
        <p:spPr>
          <a:xfrm>
            <a:off x="9778525" y="4364548"/>
            <a:ext cx="105800" cy="1044000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/>
          <p:cNvCxnSpPr>
            <a:cxnSpLocks/>
            <a:stCxn id="88" idx="1"/>
            <a:endCxn id="72" idx="3"/>
          </p:cNvCxnSpPr>
          <p:nvPr/>
        </p:nvCxnSpPr>
        <p:spPr>
          <a:xfrm flipH="1" flipV="1">
            <a:off x="7563896" y="3418586"/>
            <a:ext cx="2214629" cy="14679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61"/>
          <p:cNvSpPr/>
          <p:nvPr/>
        </p:nvSpPr>
        <p:spPr>
          <a:xfrm>
            <a:off x="2501941" y="2366189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ManagerRepository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607064" y="4029967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FindSuitableRepository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4" name="왼쪽 중괄호 103"/>
          <p:cNvSpPr/>
          <p:nvPr/>
        </p:nvSpPr>
        <p:spPr>
          <a:xfrm rot="10800000">
            <a:off x="4240376" y="4029967"/>
            <a:ext cx="129998" cy="377699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/>
          <p:cNvCxnSpPr>
            <a:cxnSpLocks/>
            <a:stCxn id="50" idx="2"/>
            <a:endCxn id="104" idx="1"/>
          </p:cNvCxnSpPr>
          <p:nvPr/>
        </p:nvCxnSpPr>
        <p:spPr>
          <a:xfrm flipH="1">
            <a:off x="4370374" y="3634043"/>
            <a:ext cx="505631" cy="5847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4697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314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 err="1"/>
              <a:t>Accessable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7296574" y="2026119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72" idx="0"/>
            <a:endCxn id="9" idx="2"/>
          </p:cNvCxnSpPr>
          <p:nvPr/>
        </p:nvCxnSpPr>
        <p:spPr>
          <a:xfrm rot="5400000" flipH="1" flipV="1">
            <a:off x="7721201" y="2663493"/>
            <a:ext cx="4107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61"/>
          <p:cNvSpPr/>
          <p:nvPr/>
        </p:nvSpPr>
        <p:spPr>
          <a:xfrm>
            <a:off x="7290628" y="119225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ICGReferenceable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0" idx="2"/>
          </p:cNvCxnSpPr>
          <p:nvPr/>
        </p:nvCxnSpPr>
        <p:spPr>
          <a:xfrm rot="16200000" flipV="1">
            <a:off x="7634141" y="1733685"/>
            <a:ext cx="581869" cy="299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69459" y="1014026"/>
            <a:ext cx="2026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Checkin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Irepository</a:t>
            </a:r>
            <a:r>
              <a:rPr lang="en-US" altLang="ko-KR" sz="800" dirty="0"/>
              <a:t>*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pRepository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왼쪽 중괄호 46"/>
          <p:cNvSpPr/>
          <p:nvPr/>
        </p:nvSpPr>
        <p:spPr>
          <a:xfrm>
            <a:off x="9778872" y="1166079"/>
            <a:ext cx="109637" cy="2160000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>
            <a:cxnSpLocks/>
            <a:stCxn id="47" idx="1"/>
            <a:endCxn id="9" idx="3"/>
          </p:cNvCxnSpPr>
          <p:nvPr/>
        </p:nvCxnSpPr>
        <p:spPr>
          <a:xfrm flipH="1" flipV="1">
            <a:off x="8556574" y="2242119"/>
            <a:ext cx="1222298" cy="39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1"/>
          <p:cNvSpPr/>
          <p:nvPr/>
        </p:nvSpPr>
        <p:spPr>
          <a:xfrm>
            <a:off x="5247187" y="4477293"/>
            <a:ext cx="1260000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CDepotRemote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9" name="연결선: 꺾임 68"/>
          <p:cNvCxnSpPr>
            <a:cxnSpLocks/>
            <a:stCxn id="68" idx="0"/>
            <a:endCxn id="44" idx="2"/>
          </p:cNvCxnSpPr>
          <p:nvPr/>
        </p:nvCxnSpPr>
        <p:spPr>
          <a:xfrm rot="16200000" flipV="1">
            <a:off x="5645543" y="4245648"/>
            <a:ext cx="453764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/>
          <p:cNvSpPr/>
          <p:nvPr/>
        </p:nvSpPr>
        <p:spPr>
          <a:xfrm>
            <a:off x="7296574" y="2868866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869459" y="1680776"/>
            <a:ext cx="2061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/>
              <a:t>Checkout</a:t>
            </a:r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IAccount</a:t>
            </a:r>
            <a:r>
              <a:rPr lang="en-US" altLang="ko-KR" sz="800" dirty="0"/>
              <a:t>*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pAccount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69459" y="2357051"/>
            <a:ext cx="2002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9459" y="2923528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244716" y="2915589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GetRepository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왼쪽 중괄호 87"/>
          <p:cNvSpPr/>
          <p:nvPr/>
        </p:nvSpPr>
        <p:spPr>
          <a:xfrm rot="10800000">
            <a:off x="4910557" y="2862714"/>
            <a:ext cx="70596" cy="396568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/>
          <p:cNvCxnSpPr>
            <a:cxnSpLocks/>
            <a:stCxn id="88" idx="1"/>
            <a:endCxn id="40" idx="1"/>
          </p:cNvCxnSpPr>
          <p:nvPr/>
        </p:nvCxnSpPr>
        <p:spPr>
          <a:xfrm>
            <a:off x="4981153" y="3060998"/>
            <a:ext cx="246984" cy="238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/>
          <p:cNvCxnSpPr>
            <a:cxnSpLocks/>
            <a:stCxn id="40" idx="0"/>
            <a:endCxn id="9" idx="2"/>
          </p:cNvCxnSpPr>
          <p:nvPr/>
        </p:nvCxnSpPr>
        <p:spPr>
          <a:xfrm rot="5400000" flipH="1" flipV="1">
            <a:off x="6686982" y="1629275"/>
            <a:ext cx="410747" cy="206843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61"/>
          <p:cNvSpPr/>
          <p:nvPr/>
        </p:nvSpPr>
        <p:spPr>
          <a:xfrm>
            <a:off x="5228137" y="2868866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NDepot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3" name="연결선: 꺾임 42"/>
          <p:cNvCxnSpPr>
            <a:cxnSpLocks/>
            <a:stCxn id="44" idx="0"/>
            <a:endCxn id="40" idx="2"/>
          </p:cNvCxnSpPr>
          <p:nvPr/>
        </p:nvCxnSpPr>
        <p:spPr>
          <a:xfrm rot="16200000" flipV="1">
            <a:off x="5717569" y="3441435"/>
            <a:ext cx="290663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모서리가 둥근 직사각형 61"/>
          <p:cNvSpPr/>
          <p:nvPr/>
        </p:nvSpPr>
        <p:spPr>
          <a:xfrm>
            <a:off x="5237662" y="3591529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NDepotRemote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762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467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 err="1"/>
              <a:t>Transactable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3781394" y="1267708"/>
            <a:ext cx="2251972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&lt;TACCOUNT&gt;::</a:t>
            </a:r>
            <a:r>
              <a:rPr lang="en-US" altLang="ko-KR" sz="1000" b="1" dirty="0" err="1">
                <a:solidFill>
                  <a:schemeClr val="tx1"/>
                </a:solidFill>
              </a:rPr>
              <a:t>IAccessable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6" idx="2"/>
          </p:cNvCxnSpPr>
          <p:nvPr/>
        </p:nvCxnSpPr>
        <p:spPr>
          <a:xfrm rot="16200000" flipV="1">
            <a:off x="4688162" y="1048490"/>
            <a:ext cx="435654" cy="278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61"/>
          <p:cNvSpPr/>
          <p:nvPr/>
        </p:nvSpPr>
        <p:spPr>
          <a:xfrm>
            <a:off x="4271651" y="499535"/>
            <a:ext cx="1265894" cy="332519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/>
          <p:cNvSpPr/>
          <p:nvPr/>
        </p:nvSpPr>
        <p:spPr>
          <a:xfrm>
            <a:off x="6402594" y="2061557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CTransactableAccountCheckin_ACCOUNT_ID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32" name="연결선: 꺾임 31"/>
          <p:cNvCxnSpPr>
            <a:cxnSpLocks/>
            <a:stCxn id="31" idx="1"/>
            <a:endCxn id="9" idx="2"/>
          </p:cNvCxnSpPr>
          <p:nvPr/>
        </p:nvCxnSpPr>
        <p:spPr>
          <a:xfrm rot="10800000">
            <a:off x="4907380" y="1699708"/>
            <a:ext cx="1495214" cy="652632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/>
          <p:cNvCxnSpPr>
            <a:cxnSpLocks/>
            <a:stCxn id="56" idx="1"/>
            <a:endCxn id="9" idx="2"/>
          </p:cNvCxnSpPr>
          <p:nvPr/>
        </p:nvCxnSpPr>
        <p:spPr>
          <a:xfrm rot="10800000">
            <a:off x="4907380" y="1699709"/>
            <a:ext cx="1495214" cy="130415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/>
          <p:cNvCxnSpPr>
            <a:cxnSpLocks/>
            <a:stCxn id="57" idx="1"/>
            <a:endCxn id="9" idx="2"/>
          </p:cNvCxnSpPr>
          <p:nvPr/>
        </p:nvCxnSpPr>
        <p:spPr>
          <a:xfrm rot="10800000">
            <a:off x="4907380" y="1699708"/>
            <a:ext cx="1489672" cy="195567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/>
          <p:cNvCxnSpPr>
            <a:cxnSpLocks/>
            <a:stCxn id="58" idx="1"/>
            <a:endCxn id="9" idx="2"/>
          </p:cNvCxnSpPr>
          <p:nvPr/>
        </p:nvCxnSpPr>
        <p:spPr>
          <a:xfrm rot="10800000">
            <a:off x="4907380" y="1699709"/>
            <a:ext cx="1489672" cy="260718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/>
          <p:cNvCxnSpPr>
            <a:cxnSpLocks/>
            <a:stCxn id="59" idx="1"/>
            <a:endCxn id="9" idx="2"/>
          </p:cNvCxnSpPr>
          <p:nvPr/>
        </p:nvCxnSpPr>
        <p:spPr>
          <a:xfrm rot="10800000">
            <a:off x="4907381" y="1699708"/>
            <a:ext cx="1489671" cy="325870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모서리가 둥근 직사각형 61"/>
          <p:cNvSpPr/>
          <p:nvPr/>
        </p:nvSpPr>
        <p:spPr>
          <a:xfrm>
            <a:off x="6402594" y="2713076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CTransactableAccountCheckin_CHECKIN_ID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61"/>
          <p:cNvSpPr/>
          <p:nvPr/>
        </p:nvSpPr>
        <p:spPr>
          <a:xfrm>
            <a:off x="6397052" y="3364595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CTransactableAccountCheckin_QueryAID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61"/>
          <p:cNvSpPr/>
          <p:nvPr/>
        </p:nvSpPr>
        <p:spPr>
          <a:xfrm>
            <a:off x="6397052" y="4016114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CTransactableAccountCheckin_ProcessLogin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9" name="모서리가 둥근 직사각형 61"/>
          <p:cNvSpPr/>
          <p:nvPr/>
        </p:nvSpPr>
        <p:spPr>
          <a:xfrm>
            <a:off x="6397051" y="4667633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CTransactableAccountTransaction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61"/>
          <p:cNvSpPr/>
          <p:nvPr/>
        </p:nvSpPr>
        <p:spPr>
          <a:xfrm>
            <a:off x="6408134" y="5319153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CTransactableAccountUpdate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1" name="연결선: 꺾임 60"/>
          <p:cNvCxnSpPr>
            <a:cxnSpLocks/>
            <a:stCxn id="60" idx="1"/>
            <a:endCxn id="9" idx="2"/>
          </p:cNvCxnSpPr>
          <p:nvPr/>
        </p:nvCxnSpPr>
        <p:spPr>
          <a:xfrm rot="10800000">
            <a:off x="4907380" y="1699708"/>
            <a:ext cx="1500754" cy="391022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1"/>
          <p:cNvSpPr/>
          <p:nvPr/>
        </p:nvSpPr>
        <p:spPr>
          <a:xfrm>
            <a:off x="6397051" y="5971785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CTransactableAllCheckout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70" name="연결선: 꺾임 69"/>
          <p:cNvCxnSpPr>
            <a:cxnSpLocks/>
            <a:stCxn id="67" idx="1"/>
            <a:endCxn id="9" idx="2"/>
          </p:cNvCxnSpPr>
          <p:nvPr/>
        </p:nvCxnSpPr>
        <p:spPr>
          <a:xfrm rot="10800000">
            <a:off x="4907381" y="1699708"/>
            <a:ext cx="1489671" cy="456286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0854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8451932" y="2973320"/>
            <a:ext cx="367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en-US" altLang="ko-KR" dirty="0"/>
              <a:t> Login Process / Logout Process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4C54E-AA75-4A2E-B993-6072C90594FC}"/>
              </a:ext>
            </a:extLst>
          </p:cNvPr>
          <p:cNvSpPr txBox="1"/>
          <p:nvPr/>
        </p:nvSpPr>
        <p:spPr>
          <a:xfrm>
            <a:off x="8649505" y="5014845"/>
            <a:ext cx="350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en-US" altLang="ko-KR" dirty="0"/>
              <a:t> Transaction &amp; </a:t>
            </a:r>
            <a:r>
              <a:rPr lang="en-US" altLang="ko-KR" dirty="0" err="1"/>
              <a:t>UpdateProcess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75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30B58-A985-4477-9773-0A05B8792C48}"/>
              </a:ext>
            </a:extLst>
          </p:cNvPr>
          <p:cNvSpPr txBox="1"/>
          <p:nvPr/>
        </p:nvSpPr>
        <p:spPr>
          <a:xfrm>
            <a:off x="373224" y="632538"/>
            <a:ext cx="668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Concept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8BE9C8E-6176-4545-9AE5-C13A11D9FA22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1421E2-5CD9-4197-AC13-5B1E4F0185F9}"/>
              </a:ext>
            </a:extLst>
          </p:cNvPr>
          <p:cNvSpPr txBox="1"/>
          <p:nvPr/>
        </p:nvSpPr>
        <p:spPr>
          <a:xfrm>
            <a:off x="394060" y="80418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64FF0-1EF3-4B8B-91C4-CBA4C71554A3}"/>
              </a:ext>
            </a:extLst>
          </p:cNvPr>
          <p:cNvSpPr txBox="1"/>
          <p:nvPr/>
        </p:nvSpPr>
        <p:spPr>
          <a:xfrm>
            <a:off x="1355478" y="2753864"/>
            <a:ext cx="1115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ACCOUNT_ID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97B7F-C62C-4919-A77F-348D5919AFFA}"/>
              </a:ext>
            </a:extLst>
          </p:cNvPr>
          <p:cNvSpPr txBox="1"/>
          <p:nvPr/>
        </p:nvSpPr>
        <p:spPr>
          <a:xfrm>
            <a:off x="1348174" y="2092448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REQUEST_ID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DA0E8-B61F-41E8-B584-AB606F12CF08}"/>
              </a:ext>
            </a:extLst>
          </p:cNvPr>
          <p:cNvSpPr txBox="1"/>
          <p:nvPr/>
        </p:nvSpPr>
        <p:spPr>
          <a:xfrm>
            <a:off x="1392764" y="3415280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CHECKIN_ID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9429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020001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7315692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62590" y="1491433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Checkin</a:t>
            </a:r>
            <a:endParaRPr lang="ko-KR" altLang="en-US" sz="800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9699157" y="3994376"/>
            <a:ext cx="11469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47608" y="1717762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7249669" y="2323303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4011517" y="2323304"/>
            <a:ext cx="3219811" cy="8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  <a:endCxn id="59" idx="1"/>
          </p:cNvCxnSpPr>
          <p:nvPr/>
        </p:nvCxnSpPr>
        <p:spPr>
          <a:xfrm>
            <a:off x="7291647" y="3053454"/>
            <a:ext cx="127056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7410772" y="4021690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3507499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6694778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/>
          <p:nvPr/>
        </p:nvCxnSpPr>
        <p:spPr>
          <a:xfrm flipV="1">
            <a:off x="3107922" y="1706877"/>
            <a:ext cx="823116" cy="10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3881251" y="2255598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3889272" y="1849731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2620115" y="1957489"/>
            <a:ext cx="1350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REQUEST_TID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569544" y="2299595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745154" y="2114910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RequestAccountCheckin</a:t>
            </a:r>
            <a:endParaRPr lang="ko-KR" altLang="en-US" sz="8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5555537" y="2567960"/>
            <a:ext cx="16866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ProcessRequestCheckin_Login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9615587" y="3156342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8562209" y="2887194"/>
            <a:ext cx="211757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249670" y="4011530"/>
            <a:ext cx="133004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415312" y="3818424"/>
            <a:ext cx="219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Transactable_RequestCheckin_QueryAID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7400799" y="4440435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82799" y="4237169"/>
            <a:ext cx="211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Transactable_CompleteCheckin_QueryAID</a:t>
            </a:r>
            <a:endParaRPr lang="ko-KR" altLang="en-US" sz="8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5710597" y="4918554"/>
            <a:ext cx="1444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ProcessAllocAccountObject</a:t>
            </a:r>
            <a:endParaRPr lang="ko-KR" altLang="en-US" sz="800" b="1" dirty="0"/>
          </a:p>
        </p:txBody>
      </p:sp>
      <p:sp>
        <p:nvSpPr>
          <p:cNvPr id="16" name="직사각형 15"/>
          <p:cNvSpPr/>
          <p:nvPr/>
        </p:nvSpPr>
        <p:spPr>
          <a:xfrm>
            <a:off x="7907499" y="2847832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 </a:t>
            </a:r>
            <a:r>
              <a:rPr lang="en-US" altLang="ko-KR" sz="1000" dirty="0">
                <a:solidFill>
                  <a:srgbClr val="0000FF"/>
                </a:solidFill>
              </a:rPr>
              <a:t>[A]</a:t>
            </a:r>
            <a:endParaRPr lang="ko-KR" altLang="en-US" sz="1000" dirty="0">
              <a:solidFill>
                <a:srgbClr val="0000FF"/>
              </a:solidFill>
            </a:endParaRPr>
          </a:p>
          <a:p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0846105" y="48478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0361677" y="4790331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11248604" y="5197541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7291234" y="3556753"/>
            <a:ext cx="3554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9565543" y="3359833"/>
            <a:ext cx="11464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9548660" y="3981180"/>
            <a:ext cx="145260" cy="460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9449408" y="447775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7242868" y="4438722"/>
            <a:ext cx="146317" cy="16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106344" y="5606963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sp>
        <p:nvSpPr>
          <p:cNvPr id="93" name="직사각형 92"/>
          <p:cNvSpPr/>
          <p:nvPr/>
        </p:nvSpPr>
        <p:spPr>
          <a:xfrm>
            <a:off x="11117756" y="5421096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10207958" y="5209051"/>
            <a:ext cx="8931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ProcessAddCID</a:t>
            </a:r>
            <a:endParaRPr lang="ko-KR" altLang="en-US" sz="80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6126955" y="5191445"/>
            <a:ext cx="10454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GenerateNew</a:t>
            </a:r>
            <a:r>
              <a:rPr lang="en-US" altLang="ko-KR" sz="800" b="1" dirty="0" err="1">
                <a:solidFill>
                  <a:srgbClr val="0000FF"/>
                </a:solidFill>
              </a:rPr>
              <a:t>’CID</a:t>
            </a:r>
            <a:r>
              <a:rPr lang="en-US" altLang="ko-KR" sz="800" b="1" dirty="0">
                <a:solidFill>
                  <a:srgbClr val="0000FF"/>
                </a:solidFill>
              </a:rPr>
              <a:t>’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106344" y="5388907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sp>
        <p:nvSpPr>
          <p:cNvPr id="54" name="직사각형 53"/>
          <p:cNvSpPr/>
          <p:nvPr/>
        </p:nvSpPr>
        <p:spPr>
          <a:xfrm>
            <a:off x="7185205" y="2485328"/>
            <a:ext cx="136509" cy="1122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4114959" y="2393582"/>
            <a:ext cx="6623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REQUREST_ID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4254735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678331" y="2393582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4890805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916204" y="1789713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3144862" y="1781193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7107698" y="2789885"/>
            <a:ext cx="139592" cy="218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920796" y="2777500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ProcessGetCached_AID</a:t>
            </a:r>
            <a:endParaRPr lang="ko-KR" altLang="en-US" sz="8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5310976" y="4507815"/>
            <a:ext cx="19223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ProcessRequestCheckin_LoginProcess</a:t>
            </a:r>
            <a:endParaRPr lang="ko-KR" altLang="en-US" sz="800" b="1" dirty="0"/>
          </a:p>
        </p:txBody>
      </p:sp>
      <p:sp>
        <p:nvSpPr>
          <p:cNvPr id="80" name="직사각형 79"/>
          <p:cNvSpPr/>
          <p:nvPr/>
        </p:nvSpPr>
        <p:spPr>
          <a:xfrm>
            <a:off x="7187196" y="4561445"/>
            <a:ext cx="139592" cy="12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/>
          <p:cNvCxnSpPr/>
          <p:nvPr/>
        </p:nvCxnSpPr>
        <p:spPr>
          <a:xfrm flipH="1">
            <a:off x="4060642" y="5817081"/>
            <a:ext cx="316036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>
            <a:off x="7315692" y="5421417"/>
            <a:ext cx="37957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103600" y="5211051"/>
            <a:ext cx="148716" cy="5049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화살표 연결선 98"/>
          <p:cNvCxnSpPr/>
          <p:nvPr/>
        </p:nvCxnSpPr>
        <p:spPr>
          <a:xfrm flipH="1" flipV="1">
            <a:off x="4060644" y="5601688"/>
            <a:ext cx="703551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7107103" y="4919639"/>
            <a:ext cx="139592" cy="218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/>
          <p:cNvCxnSpPr>
            <a:stCxn id="65" idx="3"/>
          </p:cNvCxnSpPr>
          <p:nvPr/>
        </p:nvCxnSpPr>
        <p:spPr>
          <a:xfrm>
            <a:off x="7246695" y="5028708"/>
            <a:ext cx="3536035" cy="25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388555" y="2393582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5422074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801137" y="2393582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967138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BA0DE781-7C58-4328-A4ED-E288A5C61E05}"/>
              </a:ext>
            </a:extLst>
          </p:cNvPr>
          <p:cNvSpPr txBox="1"/>
          <p:nvPr/>
        </p:nvSpPr>
        <p:spPr>
          <a:xfrm>
            <a:off x="10005003" y="3613039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[A]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2D87CC3-0F15-46D9-86C3-7F8A6D015CC1}"/>
              </a:ext>
            </a:extLst>
          </p:cNvPr>
          <p:cNvCxnSpPr/>
          <p:nvPr/>
        </p:nvCxnSpPr>
        <p:spPr>
          <a:xfrm>
            <a:off x="10000422" y="361353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98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직선 화살표 연결선 87"/>
          <p:cNvCxnSpPr>
            <a:cxnSpLocks/>
            <a:stCxn id="76" idx="3"/>
          </p:cNvCxnSpPr>
          <p:nvPr/>
        </p:nvCxnSpPr>
        <p:spPr>
          <a:xfrm>
            <a:off x="7073642" y="3006801"/>
            <a:ext cx="97803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cxnSpLocks/>
          </p:cNvCxnSpPr>
          <p:nvPr/>
        </p:nvCxnSpPr>
        <p:spPr>
          <a:xfrm>
            <a:off x="8224168" y="4482668"/>
            <a:ext cx="35486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8144960" y="4306054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TRANSACTION_COMMAND_REQUEST_CHECKIN)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391671" y="4164290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OnMessage_ACCOUNT_TRANSACTION_COMMAND_REQUEST_CHECKIN</a:t>
            </a:r>
            <a:endParaRPr lang="ko-KR" altLang="en-US" sz="800" dirty="0"/>
          </a:p>
        </p:txBody>
      </p:sp>
      <p:cxnSp>
        <p:nvCxnSpPr>
          <p:cNvPr id="108" name="직선 화살표 연결선 107"/>
          <p:cNvCxnSpPr>
            <a:cxnSpLocks/>
          </p:cNvCxnSpPr>
          <p:nvPr/>
        </p:nvCxnSpPr>
        <p:spPr>
          <a:xfrm flipH="1">
            <a:off x="8224688" y="4953997"/>
            <a:ext cx="35291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8594673" y="4775312"/>
            <a:ext cx="32485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/>
              <a:t>(CGMESSAGE::SERVER::ACCOUNT::</a:t>
            </a:r>
            <a:r>
              <a:rPr lang="en-US" altLang="ko-KR" sz="800" dirty="0"/>
              <a:t>TRANSACTION_COMMAND_RESPONSE)</a:t>
            </a:r>
            <a:endParaRPr lang="ko-KR" altLang="en-US" sz="800" dirty="0"/>
          </a:p>
        </p:txBody>
      </p:sp>
      <p:cxnSp>
        <p:nvCxnSpPr>
          <p:cNvPr id="140" name="직선 연결선 139"/>
          <p:cNvCxnSpPr>
            <a:stCxn id="141" idx="2"/>
          </p:cNvCxnSpPr>
          <p:nvPr/>
        </p:nvCxnSpPr>
        <p:spPr>
          <a:xfrm>
            <a:off x="8167858" y="1858599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모서리가 둥근 직사각형 140"/>
          <p:cNvSpPr/>
          <p:nvPr/>
        </p:nvSpPr>
        <p:spPr>
          <a:xfrm>
            <a:off x="7467601" y="1526080"/>
            <a:ext cx="140051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RepositoryRemote</a:t>
            </a:r>
            <a:endParaRPr lang="ko-KR" altLang="en-US" sz="9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5343360" y="1912031"/>
            <a:ext cx="9621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RequestCheckin</a:t>
            </a:r>
            <a:endParaRPr lang="ko-KR" altLang="en-US" sz="8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161293" y="2180188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5284443" y="218046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91855" y="2183541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2" name="직선 화살표 연결선 71"/>
          <p:cNvCxnSpPr/>
          <p:nvPr/>
        </p:nvCxnSpPr>
        <p:spPr>
          <a:xfrm>
            <a:off x="5920513" y="2175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8107821" y="2111127"/>
            <a:ext cx="108000" cy="19853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5138806" y="2840541"/>
            <a:ext cx="193483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77" name="직선 연결선 76"/>
          <p:cNvCxnSpPr>
            <a:stCxn id="76" idx="2"/>
          </p:cNvCxnSpPr>
          <p:nvPr/>
        </p:nvCxnSpPr>
        <p:spPr>
          <a:xfrm>
            <a:off x="6106224" y="3173060"/>
            <a:ext cx="0" cy="2846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/>
          <p:cNvSpPr/>
          <p:nvPr/>
        </p:nvSpPr>
        <p:spPr>
          <a:xfrm>
            <a:off x="4081351" y="3262575"/>
            <a:ext cx="162485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m_queueRemoteTransactable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/>
          <p:cNvCxnSpPr>
            <a:cxnSpLocks/>
            <a:stCxn id="79" idx="2"/>
          </p:cNvCxnSpPr>
          <p:nvPr/>
        </p:nvCxnSpPr>
        <p:spPr>
          <a:xfrm>
            <a:off x="4893780" y="3595094"/>
            <a:ext cx="0" cy="2843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7302398" y="2837995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r>
              <a:rPr lang="en-US" altLang="ko-KR" sz="800" b="1" dirty="0">
                <a:solidFill>
                  <a:srgbClr val="0000FF"/>
                </a:solidFill>
              </a:rPr>
              <a:t> [B]</a:t>
            </a:r>
            <a:endParaRPr lang="ko-KR" altLang="en-US" sz="800" dirty="0"/>
          </a:p>
        </p:txBody>
      </p:sp>
      <p:cxnSp>
        <p:nvCxnSpPr>
          <p:cNvPr id="90" name="직선 화살표 연결선 89"/>
          <p:cNvCxnSpPr>
            <a:cxnSpLocks/>
          </p:cNvCxnSpPr>
          <p:nvPr/>
        </p:nvCxnSpPr>
        <p:spPr>
          <a:xfrm flipH="1">
            <a:off x="4912830" y="3842956"/>
            <a:ext cx="313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867859" y="3626834"/>
            <a:ext cx="1146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cxnSp>
        <p:nvCxnSpPr>
          <p:cNvPr id="93" name="직선 화살표 연결선 92"/>
          <p:cNvCxnSpPr>
            <a:cxnSpLocks/>
          </p:cNvCxnSpPr>
          <p:nvPr/>
        </p:nvCxnSpPr>
        <p:spPr>
          <a:xfrm>
            <a:off x="4893780" y="3929308"/>
            <a:ext cx="31654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011524" y="3984118"/>
            <a:ext cx="6238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134674" y="399318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 flipH="1">
            <a:off x="6340083" y="3795934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130207" y="3621505"/>
            <a:ext cx="9541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REMOTE_SOURCE_TID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557169" y="2324569"/>
            <a:ext cx="1572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ProcessRequestCheckin_Login</a:t>
            </a:r>
            <a:endParaRPr lang="ko-KR" altLang="en-US" sz="800" b="1" dirty="0"/>
          </a:p>
        </p:txBody>
      </p:sp>
      <p:sp>
        <p:nvSpPr>
          <p:cNvPr id="102" name="직사각형 101"/>
          <p:cNvSpPr/>
          <p:nvPr/>
        </p:nvSpPr>
        <p:spPr>
          <a:xfrm>
            <a:off x="8045299" y="2475813"/>
            <a:ext cx="108000" cy="1511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6647407" y="2499084"/>
            <a:ext cx="1444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ProcessAllocAccountObject</a:t>
            </a:r>
            <a:endParaRPr lang="ko-KR" altLang="en-US" sz="800" b="1" dirty="0"/>
          </a:p>
        </p:txBody>
      </p:sp>
      <p:sp>
        <p:nvSpPr>
          <p:cNvPr id="109" name="직사각형 108"/>
          <p:cNvSpPr/>
          <p:nvPr/>
        </p:nvSpPr>
        <p:spPr>
          <a:xfrm>
            <a:off x="8006470" y="2588824"/>
            <a:ext cx="111826" cy="2181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3563817" y="255478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-728772" y="2021985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118" name="직선 연결선 117"/>
          <p:cNvCxnSpPr>
            <a:stCxn id="111" idx="2"/>
          </p:cNvCxnSpPr>
          <p:nvPr/>
        </p:nvCxnSpPr>
        <p:spPr>
          <a:xfrm>
            <a:off x="3966316" y="2887307"/>
            <a:ext cx="0" cy="343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stCxn id="111" idx="3"/>
            <a:endCxn id="109" idx="1"/>
          </p:cNvCxnSpPr>
          <p:nvPr/>
        </p:nvCxnSpPr>
        <p:spPr>
          <a:xfrm flipV="1">
            <a:off x="4368815" y="2697893"/>
            <a:ext cx="3637655" cy="231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/>
          <p:cNvCxnSpPr>
            <a:cxnSpLocks/>
            <a:stCxn id="138" idx="0"/>
          </p:cNvCxnSpPr>
          <p:nvPr/>
        </p:nvCxnSpPr>
        <p:spPr>
          <a:xfrm>
            <a:off x="6099547" y="4403892"/>
            <a:ext cx="19948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8100252" y="4393566"/>
            <a:ext cx="108000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/>
          <p:cNvCxnSpPr/>
          <p:nvPr/>
        </p:nvCxnSpPr>
        <p:spPr>
          <a:xfrm>
            <a:off x="6036293" y="5374834"/>
            <a:ext cx="20581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192533" y="5174610"/>
            <a:ext cx="19191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Transactable_CompleteCheckin_Login</a:t>
            </a:r>
            <a:endParaRPr lang="ko-KR" altLang="en-US" sz="800" b="1" dirty="0"/>
          </a:p>
        </p:txBody>
      </p:sp>
      <p:sp>
        <p:nvSpPr>
          <p:cNvPr id="138" name="직사각형 137"/>
          <p:cNvSpPr/>
          <p:nvPr/>
        </p:nvSpPr>
        <p:spPr>
          <a:xfrm>
            <a:off x="6041088" y="4403892"/>
            <a:ext cx="116917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/>
          <p:cNvSpPr txBox="1"/>
          <p:nvPr/>
        </p:nvSpPr>
        <p:spPr>
          <a:xfrm>
            <a:off x="6130135" y="4166157"/>
            <a:ext cx="20072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Transactable_RequestCheckin_Login</a:t>
            </a:r>
            <a:endParaRPr lang="ko-KR" altLang="en-US" sz="800" b="1" dirty="0"/>
          </a:p>
        </p:txBody>
      </p:sp>
      <p:sp>
        <p:nvSpPr>
          <p:cNvPr id="145" name="TextBox 144"/>
          <p:cNvSpPr txBox="1"/>
          <p:nvPr/>
        </p:nvSpPr>
        <p:spPr>
          <a:xfrm>
            <a:off x="8903872" y="5026677"/>
            <a:ext cx="9893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6" name="직선 화살표 연결선 145"/>
          <p:cNvCxnSpPr/>
          <p:nvPr/>
        </p:nvCxnSpPr>
        <p:spPr>
          <a:xfrm flipH="1">
            <a:off x="9078949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829997" y="5026677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9" name="직선 화살표 연결선 148"/>
          <p:cNvCxnSpPr/>
          <p:nvPr/>
        </p:nvCxnSpPr>
        <p:spPr>
          <a:xfrm flipH="1">
            <a:off x="9838020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0817663" y="5026677"/>
            <a:ext cx="7360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 Data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1" name="직선 화살표 연결선 150"/>
          <p:cNvCxnSpPr/>
          <p:nvPr/>
        </p:nvCxnSpPr>
        <p:spPr>
          <a:xfrm flipH="1">
            <a:off x="10948780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0492352" y="5026677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CID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53" name="직선 화살표 연결선 152"/>
          <p:cNvCxnSpPr/>
          <p:nvPr/>
        </p:nvCxnSpPr>
        <p:spPr>
          <a:xfrm flipH="1">
            <a:off x="10500376" y="5026949"/>
            <a:ext cx="31945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/>
          <p:cNvSpPr/>
          <p:nvPr/>
        </p:nvSpPr>
        <p:spPr>
          <a:xfrm>
            <a:off x="6046157" y="4952099"/>
            <a:ext cx="133011" cy="5775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/>
          <p:cNvSpPr txBox="1"/>
          <p:nvPr/>
        </p:nvSpPr>
        <p:spPr>
          <a:xfrm>
            <a:off x="10051232" y="4574128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6" name="직선 화살표 연결선 155"/>
          <p:cNvCxnSpPr/>
          <p:nvPr/>
        </p:nvCxnSpPr>
        <p:spPr>
          <a:xfrm>
            <a:off x="10341435" y="456560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9298024" y="4574128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8" name="직선 화살표 연결선 157"/>
          <p:cNvCxnSpPr/>
          <p:nvPr/>
        </p:nvCxnSpPr>
        <p:spPr>
          <a:xfrm>
            <a:off x="9526682" y="456560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>
            <a:cxnSpLocks/>
          </p:cNvCxnSpPr>
          <p:nvPr/>
        </p:nvCxnSpPr>
        <p:spPr>
          <a:xfrm flipH="1">
            <a:off x="6192533" y="5022433"/>
            <a:ext cx="19281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6193243" y="4808715"/>
            <a:ext cx="11993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b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5039294" y="5385302"/>
            <a:ext cx="8931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ProcessAddCID</a:t>
            </a:r>
            <a:endParaRPr lang="ko-KR" altLang="en-US" sz="800" b="1" dirty="0"/>
          </a:p>
        </p:txBody>
      </p:sp>
      <p:cxnSp>
        <p:nvCxnSpPr>
          <p:cNvPr id="163" name="직선 화살표 연결선 162"/>
          <p:cNvCxnSpPr>
            <a:cxnSpLocks/>
          </p:cNvCxnSpPr>
          <p:nvPr/>
        </p:nvCxnSpPr>
        <p:spPr>
          <a:xfrm flipH="1">
            <a:off x="2867025" y="5867308"/>
            <a:ext cx="52472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438918" y="6280377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sp>
        <p:nvSpPr>
          <p:cNvPr id="165" name="직사각형 164"/>
          <p:cNvSpPr/>
          <p:nvPr/>
        </p:nvSpPr>
        <p:spPr>
          <a:xfrm>
            <a:off x="3913306" y="5575837"/>
            <a:ext cx="10077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TextBox 165"/>
          <p:cNvSpPr txBox="1"/>
          <p:nvPr/>
        </p:nvSpPr>
        <p:spPr>
          <a:xfrm>
            <a:off x="4966223" y="5849634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cxnSp>
        <p:nvCxnSpPr>
          <p:cNvPr id="161" name="직선 화살표 연결선 160"/>
          <p:cNvCxnSpPr>
            <a:cxnSpLocks/>
          </p:cNvCxnSpPr>
          <p:nvPr/>
        </p:nvCxnSpPr>
        <p:spPr>
          <a:xfrm flipH="1" flipV="1">
            <a:off x="4020843" y="5575837"/>
            <a:ext cx="41802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cxnSpLocks/>
          </p:cNvCxnSpPr>
          <p:nvPr/>
        </p:nvCxnSpPr>
        <p:spPr>
          <a:xfrm flipH="1">
            <a:off x="2867025" y="6264434"/>
            <a:ext cx="11015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직사각형 167"/>
          <p:cNvSpPr/>
          <p:nvPr/>
        </p:nvSpPr>
        <p:spPr>
          <a:xfrm>
            <a:off x="8112225" y="4925690"/>
            <a:ext cx="108000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/>
          <p:cNvSpPr/>
          <p:nvPr/>
        </p:nvSpPr>
        <p:spPr>
          <a:xfrm>
            <a:off x="5360988" y="2526047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b="1" dirty="0"/>
          </a:p>
        </p:txBody>
      </p:sp>
      <p:cxnSp>
        <p:nvCxnSpPr>
          <p:cNvPr id="173" name="직선 연결선 172"/>
          <p:cNvCxnSpPr>
            <a:stCxn id="176" idx="2"/>
          </p:cNvCxnSpPr>
          <p:nvPr/>
        </p:nvCxnSpPr>
        <p:spPr>
          <a:xfrm>
            <a:off x="2879541" y="1434765"/>
            <a:ext cx="0" cy="4988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922130" y="1410035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Checkin</a:t>
            </a:r>
            <a:endParaRPr lang="ko-KR" altLang="en-US" sz="800" dirty="0"/>
          </a:p>
        </p:txBody>
      </p:sp>
      <p:sp>
        <p:nvSpPr>
          <p:cNvPr id="175" name="직사각형 174"/>
          <p:cNvSpPr/>
          <p:nvPr/>
        </p:nvSpPr>
        <p:spPr>
          <a:xfrm>
            <a:off x="2807148" y="1636364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2367039" y="1102246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177" name="직선 화살표 연결선 176"/>
          <p:cNvCxnSpPr/>
          <p:nvPr/>
        </p:nvCxnSpPr>
        <p:spPr>
          <a:xfrm flipV="1">
            <a:off x="1967462" y="1625479"/>
            <a:ext cx="8231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>
          <a:xfrm>
            <a:off x="2748812" y="1858863"/>
            <a:ext cx="130729" cy="1640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1479655" y="1848932"/>
            <a:ext cx="1350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REQUEST_TID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182" name="TextBox 181"/>
          <p:cNvSpPr txBox="1"/>
          <p:nvPr/>
        </p:nvSpPr>
        <p:spPr>
          <a:xfrm>
            <a:off x="1775744" y="1708315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3" name="직선 화살표 연결선 182"/>
          <p:cNvCxnSpPr/>
          <p:nvPr/>
        </p:nvCxnSpPr>
        <p:spPr>
          <a:xfrm>
            <a:off x="2004402" y="169979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cxnSpLocks/>
          </p:cNvCxnSpPr>
          <p:nvPr/>
        </p:nvCxnSpPr>
        <p:spPr>
          <a:xfrm>
            <a:off x="2867025" y="2111211"/>
            <a:ext cx="52354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94060" y="804181"/>
            <a:ext cx="2006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(Remote-1)</a:t>
            </a:r>
            <a:endParaRPr lang="ko-KR" altLang="en-US" dirty="0"/>
          </a:p>
        </p:txBody>
      </p:sp>
      <p:sp>
        <p:nvSpPr>
          <p:cNvPr id="178" name="직사각형 177"/>
          <p:cNvSpPr/>
          <p:nvPr/>
        </p:nvSpPr>
        <p:spPr>
          <a:xfrm>
            <a:off x="2750316" y="2059900"/>
            <a:ext cx="138750" cy="227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TextBox 180"/>
          <p:cNvSpPr txBox="1"/>
          <p:nvPr/>
        </p:nvSpPr>
        <p:spPr>
          <a:xfrm>
            <a:off x="1438609" y="2103897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139" name="직사각형 138"/>
          <p:cNvSpPr/>
          <p:nvPr/>
        </p:nvSpPr>
        <p:spPr>
          <a:xfrm>
            <a:off x="8113223" y="5374829"/>
            <a:ext cx="108000" cy="1039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0B9809-A317-499D-98DD-EB1B265A67AA}"/>
              </a:ext>
            </a:extLst>
          </p:cNvPr>
          <p:cNvSpPr txBox="1"/>
          <p:nvPr/>
        </p:nvSpPr>
        <p:spPr>
          <a:xfrm>
            <a:off x="11701783" y="427523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186A24-C078-4153-9F6C-019EEF6C2436}"/>
              </a:ext>
            </a:extLst>
          </p:cNvPr>
          <p:cNvSpPr txBox="1"/>
          <p:nvPr/>
        </p:nvSpPr>
        <p:spPr>
          <a:xfrm>
            <a:off x="11701932" y="474967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8AD20596-FE85-4992-96C4-2354D4D2EC7A}"/>
              </a:ext>
            </a:extLst>
          </p:cNvPr>
          <p:cNvCxnSpPr/>
          <p:nvPr/>
        </p:nvCxnSpPr>
        <p:spPr>
          <a:xfrm flipH="1">
            <a:off x="7073508" y="3795934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9C157A4-717A-4137-94CA-01465DDEB6A6}"/>
              </a:ext>
            </a:extLst>
          </p:cNvPr>
          <p:cNvSpPr txBox="1"/>
          <p:nvPr/>
        </p:nvSpPr>
        <p:spPr>
          <a:xfrm>
            <a:off x="7158907" y="3602455"/>
            <a:ext cx="3241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[B]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797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직사각형 152"/>
          <p:cNvSpPr/>
          <p:nvPr/>
        </p:nvSpPr>
        <p:spPr>
          <a:xfrm>
            <a:off x="6590157" y="1100667"/>
            <a:ext cx="4459493" cy="54688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>
            <a:stCxn id="26" idx="2"/>
          </p:cNvCxnSpPr>
          <p:nvPr/>
        </p:nvCxnSpPr>
        <p:spPr>
          <a:xfrm>
            <a:off x="7225191" y="1769660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stCxn id="27" idx="2"/>
          </p:cNvCxnSpPr>
          <p:nvPr/>
        </p:nvCxnSpPr>
        <p:spPr>
          <a:xfrm>
            <a:off x="9421845" y="1769660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7152799" y="1980784"/>
            <a:ext cx="142533" cy="1818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9355821" y="3501092"/>
            <a:ext cx="137589" cy="579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7216707" y="3510002"/>
            <a:ext cx="21151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6712689" y="1437141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DepotRemote</a:t>
            </a:r>
            <a:endParaRPr lang="ko-KR" altLang="en-US" sz="900" b="1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8800931" y="1437141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2963853" y="1969899"/>
            <a:ext cx="4172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086441" y="3358570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774734" y="3402567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8237822" y="3310282"/>
            <a:ext cx="9621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RequestCheckin</a:t>
            </a:r>
            <a:endParaRPr lang="ko-KR" altLang="en-US" sz="800" b="1" dirty="0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9907634" y="3450843"/>
            <a:ext cx="87824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52" name="직선 연결선 51"/>
          <p:cNvCxnSpPr>
            <a:stCxn id="49" idx="2"/>
          </p:cNvCxnSpPr>
          <p:nvPr/>
        </p:nvCxnSpPr>
        <p:spPr>
          <a:xfrm>
            <a:off x="10346758" y="3783362"/>
            <a:ext cx="0" cy="2292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cxnSpLocks/>
          </p:cNvCxnSpPr>
          <p:nvPr/>
        </p:nvCxnSpPr>
        <p:spPr>
          <a:xfrm flipH="1">
            <a:off x="7297242" y="5055156"/>
            <a:ext cx="21246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372939" y="4839712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cxnSp>
        <p:nvCxnSpPr>
          <p:cNvPr id="69" name="직선 화살표 연결선 68"/>
          <p:cNvCxnSpPr>
            <a:cxnSpLocks/>
          </p:cNvCxnSpPr>
          <p:nvPr/>
        </p:nvCxnSpPr>
        <p:spPr>
          <a:xfrm flipH="1">
            <a:off x="7302603" y="4290648"/>
            <a:ext cx="30436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46413" y="4100007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7956079" y="3574097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8079229" y="356893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3533521" y="1793285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TRANSACTION_COMMAND_REQUEST_CHECKIN)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780232" y="1651521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OnMessage_ACCOUNT_TRANSACTION_COMMAND_REQUEST_CHECKIN</a:t>
            </a:r>
            <a:endParaRPr lang="ko-KR" altLang="en-US" sz="800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122213" y="2352389"/>
            <a:ext cx="145860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m_managerTransactable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1" name="직선 연결선 80"/>
          <p:cNvCxnSpPr>
            <a:stCxn id="80" idx="2"/>
          </p:cNvCxnSpPr>
          <p:nvPr/>
        </p:nvCxnSpPr>
        <p:spPr>
          <a:xfrm>
            <a:off x="4851514" y="2684908"/>
            <a:ext cx="0" cy="2585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H="1">
            <a:off x="4851514" y="2934410"/>
            <a:ext cx="2301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508829" y="2740829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Register</a:t>
            </a:r>
            <a:endParaRPr lang="ko-KR" altLang="en-US" sz="800" b="1" dirty="0"/>
          </a:p>
        </p:txBody>
      </p:sp>
      <p:cxnSp>
        <p:nvCxnSpPr>
          <p:cNvPr id="84" name="직선 화살표 연결선 83"/>
          <p:cNvCxnSpPr/>
          <p:nvPr/>
        </p:nvCxnSpPr>
        <p:spPr>
          <a:xfrm>
            <a:off x="4851514" y="3021087"/>
            <a:ext cx="22847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606056" y="3075897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6" name="직선 화살표 연결선 85"/>
          <p:cNvCxnSpPr/>
          <p:nvPr/>
        </p:nvCxnSpPr>
        <p:spPr>
          <a:xfrm>
            <a:off x="5729206" y="308496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7152590" y="427765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7146729" y="5045512"/>
            <a:ext cx="150511" cy="12153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/>
          <p:cNvCxnSpPr/>
          <p:nvPr/>
        </p:nvCxnSpPr>
        <p:spPr>
          <a:xfrm flipH="1">
            <a:off x="4850455" y="5120653"/>
            <a:ext cx="2301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892307" y="4927072"/>
            <a:ext cx="696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Unregister</a:t>
            </a:r>
            <a:endParaRPr lang="ko-KR" altLang="en-US" sz="800" b="1" dirty="0"/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7304245" y="5459187"/>
            <a:ext cx="3043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9534822" y="5265606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SerializeOut</a:t>
            </a:r>
            <a:endParaRPr lang="ko-KR" altLang="en-US" sz="800" b="1" dirty="0"/>
          </a:p>
        </p:txBody>
      </p:sp>
      <p:cxnSp>
        <p:nvCxnSpPr>
          <p:cNvPr id="108" name="직선 화살표 연결선 107"/>
          <p:cNvCxnSpPr/>
          <p:nvPr/>
        </p:nvCxnSpPr>
        <p:spPr>
          <a:xfrm flipH="1">
            <a:off x="2963853" y="6034456"/>
            <a:ext cx="41504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752034" y="5855771"/>
            <a:ext cx="32485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/>
              <a:t>(CGMESSAGE::SERVER::ACCOUNT::</a:t>
            </a:r>
            <a:r>
              <a:rPr lang="en-US" altLang="ko-KR" sz="800" dirty="0"/>
              <a:t>TRANSACTION_COMMAND_RESPONSE)</a:t>
            </a:r>
            <a:endParaRPr lang="ko-KR" altLang="en-US" sz="800" dirty="0"/>
          </a:p>
        </p:txBody>
      </p:sp>
      <p:sp>
        <p:nvSpPr>
          <p:cNvPr id="113" name="TextBox 112"/>
          <p:cNvSpPr txBox="1"/>
          <p:nvPr/>
        </p:nvSpPr>
        <p:spPr>
          <a:xfrm>
            <a:off x="5712238" y="2060108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14" name="직선 화살표 연결선 113"/>
          <p:cNvCxnSpPr/>
          <p:nvPr/>
        </p:nvCxnSpPr>
        <p:spPr>
          <a:xfrm>
            <a:off x="6002441" y="20515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407004" y="5258970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16" name="직선 화살표 연결선 115"/>
          <p:cNvCxnSpPr/>
          <p:nvPr/>
        </p:nvCxnSpPr>
        <p:spPr>
          <a:xfrm>
            <a:off x="5662036" y="525924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/>
          <p:nvPr/>
        </p:nvCxnSpPr>
        <p:spPr>
          <a:xfrm flipH="1">
            <a:off x="5644061" y="5034794"/>
            <a:ext cx="479789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/>
          <p:nvPr/>
        </p:nvCxnSpPr>
        <p:spPr>
          <a:xfrm flipH="1">
            <a:off x="6181543" y="2845385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5971667" y="2670956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593676" y="4863892"/>
            <a:ext cx="6238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4" name="직선 화살표 연결선 123"/>
          <p:cNvCxnSpPr/>
          <p:nvPr/>
        </p:nvCxnSpPr>
        <p:spPr>
          <a:xfrm>
            <a:off x="4858503" y="5195271"/>
            <a:ext cx="22847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531206" y="6087516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6" name="직선 화살표 연결선 125"/>
          <p:cNvCxnSpPr/>
          <p:nvPr/>
        </p:nvCxnSpPr>
        <p:spPr>
          <a:xfrm flipH="1">
            <a:off x="3787203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94895" y="6087516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9" name="직선 화살표 연결선 128"/>
          <p:cNvCxnSpPr/>
          <p:nvPr/>
        </p:nvCxnSpPr>
        <p:spPr>
          <a:xfrm flipH="1">
            <a:off x="4546274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525917" y="6087516"/>
            <a:ext cx="7360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 Data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1" name="직선 화살표 연결선 130"/>
          <p:cNvCxnSpPr/>
          <p:nvPr/>
        </p:nvCxnSpPr>
        <p:spPr>
          <a:xfrm flipH="1">
            <a:off x="5657034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959030" y="2060108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3" name="직선 화살표 연결선 132"/>
          <p:cNvCxnSpPr/>
          <p:nvPr/>
        </p:nvCxnSpPr>
        <p:spPr>
          <a:xfrm>
            <a:off x="5187688" y="20515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8524297" y="3574097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5" name="직선 화살표 연결선 134"/>
          <p:cNvCxnSpPr/>
          <p:nvPr/>
        </p:nvCxnSpPr>
        <p:spPr>
          <a:xfrm>
            <a:off x="8752955" y="356893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044780" y="5728219"/>
            <a:ext cx="4285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Send</a:t>
            </a:r>
            <a:endParaRPr lang="ko-KR" altLang="en-US" sz="800" dirty="0"/>
          </a:p>
        </p:txBody>
      </p:sp>
      <p:sp>
        <p:nvSpPr>
          <p:cNvPr id="149" name="TextBox 148"/>
          <p:cNvSpPr txBox="1"/>
          <p:nvPr/>
        </p:nvSpPr>
        <p:spPr>
          <a:xfrm>
            <a:off x="5200606" y="6087516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CID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/>
          <p:cNvCxnSpPr/>
          <p:nvPr/>
        </p:nvCxnSpPr>
        <p:spPr>
          <a:xfrm flipH="1">
            <a:off x="5208630" y="6087788"/>
            <a:ext cx="31945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65" name="직선 연결선 64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94060" y="804181"/>
            <a:ext cx="2006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(Remote-2)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0ED1B4-EC17-4C0F-98F2-6B8F2A9FF1C2}"/>
              </a:ext>
            </a:extLst>
          </p:cNvPr>
          <p:cNvSpPr txBox="1"/>
          <p:nvPr/>
        </p:nvSpPr>
        <p:spPr>
          <a:xfrm>
            <a:off x="2621641" y="177641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9835BC-217D-4FE7-A12B-9E52E8900A97}"/>
              </a:ext>
            </a:extLst>
          </p:cNvPr>
          <p:cNvSpPr txBox="1"/>
          <p:nvPr/>
        </p:nvSpPr>
        <p:spPr>
          <a:xfrm>
            <a:off x="2621641" y="584495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10596148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직선 화살표 연결선 115"/>
          <p:cNvCxnSpPr/>
          <p:nvPr/>
        </p:nvCxnSpPr>
        <p:spPr>
          <a:xfrm>
            <a:off x="9127089" y="4555136"/>
            <a:ext cx="812446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997813" y="1492953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9090210" y="1492953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40402" y="1477748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Checkout</a:t>
            </a:r>
            <a:endParaRPr lang="ko-KR" altLang="en-US" sz="800" dirty="0"/>
          </a:p>
        </p:txBody>
      </p:sp>
      <p:sp>
        <p:nvSpPr>
          <p:cNvPr id="46" name="직사각형 45"/>
          <p:cNvSpPr/>
          <p:nvPr/>
        </p:nvSpPr>
        <p:spPr>
          <a:xfrm>
            <a:off x="4925420" y="1704077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997642" y="2393345"/>
            <a:ext cx="2043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4485311" y="1160434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8469296" y="1160434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/>
          <p:nvPr/>
        </p:nvCxnSpPr>
        <p:spPr>
          <a:xfrm flipV="1">
            <a:off x="4085734" y="1693192"/>
            <a:ext cx="823116" cy="10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4859063" y="2241913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3520197" y="2285910"/>
            <a:ext cx="14061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ProcessRequestCheckout</a:t>
            </a:r>
            <a:endParaRPr lang="ko-KR" altLang="en-US" sz="8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908286" y="2176041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RequestCheckout</a:t>
            </a:r>
            <a:endParaRPr lang="ko-KR" altLang="en-US" sz="800" b="1" dirty="0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6600086" y="160600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7027524" y="1938521"/>
            <a:ext cx="0" cy="343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/>
          <p:cNvSpPr/>
          <p:nvPr/>
        </p:nvSpPr>
        <p:spPr>
          <a:xfrm>
            <a:off x="9844913" y="2562161"/>
            <a:ext cx="20132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0" name="직선 연결선 79"/>
          <p:cNvCxnSpPr>
            <a:cxnSpLocks/>
            <a:stCxn id="79" idx="2"/>
          </p:cNvCxnSpPr>
          <p:nvPr/>
        </p:nvCxnSpPr>
        <p:spPr>
          <a:xfrm flipH="1">
            <a:off x="10851123" y="2894680"/>
            <a:ext cx="426" cy="1167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7032117" y="2468459"/>
            <a:ext cx="1965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926135" y="2251155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RequestCheckout</a:t>
            </a:r>
            <a:endParaRPr lang="ko-KR" altLang="en-US" sz="800" b="1" dirty="0"/>
          </a:p>
        </p:txBody>
      </p:sp>
      <p:cxnSp>
        <p:nvCxnSpPr>
          <p:cNvPr id="86" name="직선 화살표 연결선 85"/>
          <p:cNvCxnSpPr/>
          <p:nvPr/>
        </p:nvCxnSpPr>
        <p:spPr>
          <a:xfrm>
            <a:off x="9165202" y="2737064"/>
            <a:ext cx="812446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9302829" y="2536583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88" name="직선 화살표 연결선 87"/>
          <p:cNvCxnSpPr/>
          <p:nvPr/>
        </p:nvCxnSpPr>
        <p:spPr>
          <a:xfrm flipH="1">
            <a:off x="7046945" y="3185150"/>
            <a:ext cx="1987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114296" y="2971311"/>
            <a:ext cx="1146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>
            <a:off x="7038522" y="3281894"/>
            <a:ext cx="1970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/>
          <p:nvPr/>
        </p:nvCxnSpPr>
        <p:spPr>
          <a:xfrm flipH="1">
            <a:off x="9099263" y="3634347"/>
            <a:ext cx="17518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183787" y="3421390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Transactable_RequestCheckout</a:t>
            </a:r>
            <a:endParaRPr lang="ko-KR" altLang="en-US" sz="800" b="1" dirty="0"/>
          </a:p>
        </p:txBody>
      </p:sp>
      <p:cxnSp>
        <p:nvCxnSpPr>
          <p:cNvPr id="104" name="직선 화살표 연결선 103"/>
          <p:cNvCxnSpPr/>
          <p:nvPr/>
        </p:nvCxnSpPr>
        <p:spPr>
          <a:xfrm flipH="1">
            <a:off x="9160542" y="3931604"/>
            <a:ext cx="16886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164176" y="3718647"/>
            <a:ext cx="17713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Transactable_CompleteCheckout</a:t>
            </a:r>
            <a:endParaRPr lang="ko-KR" altLang="en-US" sz="800" b="1" dirty="0"/>
          </a:p>
        </p:txBody>
      </p:sp>
      <p:sp>
        <p:nvSpPr>
          <p:cNvPr id="108" name="TextBox 107"/>
          <p:cNvSpPr txBox="1"/>
          <p:nvPr/>
        </p:nvSpPr>
        <p:spPr>
          <a:xfrm>
            <a:off x="7080035" y="3853864"/>
            <a:ext cx="1389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ProcessRemoveCID</a:t>
            </a:r>
            <a:endParaRPr lang="ko-KR" altLang="en-US" sz="800" b="1" dirty="0"/>
          </a:p>
        </p:txBody>
      </p:sp>
      <p:cxnSp>
        <p:nvCxnSpPr>
          <p:cNvPr id="109" name="직선 화살표 연결선 108"/>
          <p:cNvCxnSpPr/>
          <p:nvPr/>
        </p:nvCxnSpPr>
        <p:spPr>
          <a:xfrm flipH="1">
            <a:off x="7097453" y="4043177"/>
            <a:ext cx="19658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7003811" y="4343461"/>
            <a:ext cx="20771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541155" y="4165288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ProcessCompleteChackoutAll</a:t>
            </a:r>
            <a:endParaRPr lang="ko-KR" altLang="en-US" sz="800" b="1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9859157" y="4380732"/>
            <a:ext cx="199902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14" name="직선 연결선 113"/>
          <p:cNvCxnSpPr>
            <a:stCxn id="113" idx="2"/>
          </p:cNvCxnSpPr>
          <p:nvPr/>
        </p:nvCxnSpPr>
        <p:spPr>
          <a:xfrm flipH="1">
            <a:off x="10858245" y="4713251"/>
            <a:ext cx="426" cy="1167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9014077" y="2457421"/>
            <a:ext cx="155990" cy="8872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/>
          <p:cNvSpPr/>
          <p:nvPr/>
        </p:nvSpPr>
        <p:spPr>
          <a:xfrm>
            <a:off x="9011878" y="4336727"/>
            <a:ext cx="152298" cy="5620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/>
          <p:cNvSpPr/>
          <p:nvPr/>
        </p:nvSpPr>
        <p:spPr>
          <a:xfrm>
            <a:off x="9264716" y="4354655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118" name="직선 화살표 연결선 117"/>
          <p:cNvCxnSpPr/>
          <p:nvPr/>
        </p:nvCxnSpPr>
        <p:spPr>
          <a:xfrm flipH="1">
            <a:off x="9099263" y="5234692"/>
            <a:ext cx="17518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183787" y="5021735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Transactable_RequestLogout</a:t>
            </a:r>
            <a:endParaRPr lang="ko-KR" altLang="en-US" sz="800" b="1" dirty="0"/>
          </a:p>
        </p:txBody>
      </p:sp>
      <p:cxnSp>
        <p:nvCxnSpPr>
          <p:cNvPr id="120" name="직선 화살표 연결선 119"/>
          <p:cNvCxnSpPr/>
          <p:nvPr/>
        </p:nvCxnSpPr>
        <p:spPr>
          <a:xfrm flipH="1">
            <a:off x="9170067" y="5531949"/>
            <a:ext cx="16886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164176" y="5318992"/>
            <a:ext cx="17713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Transactable_CompleteLogout</a:t>
            </a:r>
            <a:endParaRPr lang="ko-KR" altLang="en-US" sz="800" b="1" dirty="0"/>
          </a:p>
        </p:txBody>
      </p:sp>
      <p:sp>
        <p:nvSpPr>
          <p:cNvPr id="122" name="직사각형 121"/>
          <p:cNvSpPr/>
          <p:nvPr/>
        </p:nvSpPr>
        <p:spPr>
          <a:xfrm>
            <a:off x="9012036" y="5529480"/>
            <a:ext cx="152140" cy="179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6965536" y="4040439"/>
            <a:ext cx="126428" cy="3663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48" name="직선 연결선 47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4060" y="804181"/>
            <a:ext cx="115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Checkout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9004916" y="3921067"/>
            <a:ext cx="152140" cy="179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5177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7766132" y="2973320"/>
            <a:ext cx="4380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5.</a:t>
            </a:r>
            <a:r>
              <a:rPr lang="en-US" altLang="ko-KR" dirty="0"/>
              <a:t> Transaction Process / Update 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53749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435636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8437908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88269" y="1491433"/>
            <a:ext cx="1547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10821373" y="3639197"/>
            <a:ext cx="11469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4501968" y="2051851"/>
            <a:ext cx="187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  <a:endCxn id="59" idx="1"/>
          </p:cNvCxnSpPr>
          <p:nvPr/>
        </p:nvCxnSpPr>
        <p:spPr>
          <a:xfrm>
            <a:off x="8413863" y="2698275"/>
            <a:ext cx="135233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8532988" y="3666511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3923134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7816994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2759824" y="1721991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734010" y="1859486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10737803" y="2801163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9766202" y="2532015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371886" y="3656351"/>
            <a:ext cx="133004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537528" y="3463245"/>
            <a:ext cx="1872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Transactable_RequestTransaction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8523015" y="4085256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505015" y="3881990"/>
            <a:ext cx="1784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Transactable_CompleteTransaction</a:t>
            </a:r>
            <a:endParaRPr lang="ko-KR" altLang="en-US" sz="800" b="1" dirty="0"/>
          </a:p>
        </p:txBody>
      </p:sp>
      <p:sp>
        <p:nvSpPr>
          <p:cNvPr id="16" name="직사각형 15"/>
          <p:cNvSpPr/>
          <p:nvPr/>
        </p:nvSpPr>
        <p:spPr>
          <a:xfrm>
            <a:off x="9067815" y="2530753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6037310" y="132325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6439809" y="1672897"/>
            <a:ext cx="0" cy="3307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8413450" y="3201574"/>
            <a:ext cx="3554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0783009" y="2995129"/>
            <a:ext cx="11464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sp>
        <p:nvSpPr>
          <p:cNvPr id="72" name="직사각형 71"/>
          <p:cNvSpPr/>
          <p:nvPr/>
        </p:nvSpPr>
        <p:spPr>
          <a:xfrm>
            <a:off x="10670876" y="3626001"/>
            <a:ext cx="145260" cy="460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10571624" y="412257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8365084" y="4083543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521979" y="4530089"/>
            <a:ext cx="18902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ProcessAccountCompleteTransaction</a:t>
            </a:r>
            <a:endParaRPr lang="ko-KR" altLang="en-US" sz="800" b="1" dirty="0"/>
          </a:p>
        </p:txBody>
      </p:sp>
      <p:sp>
        <p:nvSpPr>
          <p:cNvPr id="93" name="직사각형 92"/>
          <p:cNvSpPr/>
          <p:nvPr/>
        </p:nvSpPr>
        <p:spPr>
          <a:xfrm>
            <a:off x="8272031" y="4249691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7418793" y="4242150"/>
            <a:ext cx="907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FCOMPLETION</a:t>
            </a:r>
            <a:endParaRPr lang="ko-KR" altLang="en-US" sz="8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4547220" y="2129844"/>
            <a:ext cx="6623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REQUREST_ID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4670370" y="212202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93966" y="2125105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5306440" y="211658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866326" y="1756461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2912105" y="178875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cxnSpLocks/>
          </p:cNvCxnSpPr>
          <p:nvPr/>
        </p:nvCxnSpPr>
        <p:spPr>
          <a:xfrm flipH="1">
            <a:off x="4520672" y="4745533"/>
            <a:ext cx="38283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1357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Transaction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259025" y="1772773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3425026" y="1780823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605324" y="2045452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95" name="직선 화살표 연결선 94"/>
          <p:cNvCxnSpPr>
            <a:cxnSpLocks/>
          </p:cNvCxnSpPr>
          <p:nvPr/>
        </p:nvCxnSpPr>
        <p:spPr>
          <a:xfrm>
            <a:off x="6498052" y="2237232"/>
            <a:ext cx="1866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4363243" y="1717762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371885" y="2042940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6381567" y="201681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4367130" y="4734602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4274077" y="490075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3032108" y="4919623"/>
            <a:ext cx="1295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OnAccountTransaction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01124752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5243726" y="3046949"/>
            <a:ext cx="2587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3489103" y="2832883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017855" y="2854584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5154019" y="2408235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4182418" y="2139087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7494966" y="231835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7897465" y="2667995"/>
            <a:ext cx="0" cy="213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3756650" y="2645443"/>
            <a:ext cx="13356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RequestAccountUpdate</a:t>
            </a:r>
            <a:endParaRPr lang="ko-KR" altLang="en-US" sz="8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4987840" y="372964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4207722" y="2867353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253501" y="289964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94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092522" y="2828654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7839223" y="3011915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6665035" y="308907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6710814" y="312136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cxnSpLocks/>
            <a:stCxn id="55" idx="2"/>
          </p:cNvCxnSpPr>
          <p:nvPr/>
        </p:nvCxnSpPr>
        <p:spPr>
          <a:xfrm>
            <a:off x="10173728" y="2118152"/>
            <a:ext cx="0" cy="2680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142086" y="3103639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55" name="모서리가 둥근 직사각형 62"/>
          <p:cNvSpPr/>
          <p:nvPr/>
        </p:nvSpPr>
        <p:spPr>
          <a:xfrm>
            <a:off x="9661226" y="1785633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56" name="직선 화살표 연결선 55"/>
          <p:cNvCxnSpPr>
            <a:cxnSpLocks/>
          </p:cNvCxnSpPr>
          <p:nvPr/>
        </p:nvCxnSpPr>
        <p:spPr>
          <a:xfrm>
            <a:off x="8004141" y="3281298"/>
            <a:ext cx="20896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604418" y="236797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8650197" y="240026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997117" y="2384287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9163118" y="239233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10101335" y="2329276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/>
          <p:cNvSpPr/>
          <p:nvPr/>
        </p:nvSpPr>
        <p:spPr>
          <a:xfrm>
            <a:off x="10106121" y="3282299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10183469" y="337395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0281354" y="3406125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8764571" y="3336739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8810350" y="336902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7747816" y="3117713"/>
            <a:ext cx="3647717" cy="1022853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8807331" y="2955024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96" y="1706070"/>
            <a:ext cx="2466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중에만 요청할 수 있다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요청되면 해당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모든 </a:t>
            </a:r>
            <a:r>
              <a:rPr lang="en-US" altLang="ko-KR" sz="7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Accessable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 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정보를 전달한다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7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7992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3245212" y="3445109"/>
            <a:ext cx="2104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1490589" y="3231043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32175" y="3252744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3155505" y="2806395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2183904" y="2537247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5005247" y="271651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5407746" y="3066155"/>
            <a:ext cx="0" cy="1518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758136" y="3043603"/>
            <a:ext cx="13356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RequestAccountUpdate</a:t>
            </a:r>
            <a:endParaRPr lang="ko-KR" altLang="en-US" sz="8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2989326" y="412780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2209208" y="3265513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2254987" y="32978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 (Remote-1)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094008" y="3226814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5349504" y="3410075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4175316" y="348723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4221095" y="351952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cxnSpLocks/>
            <a:stCxn id="55" idx="2"/>
          </p:cNvCxnSpPr>
          <p:nvPr/>
        </p:nvCxnSpPr>
        <p:spPr>
          <a:xfrm>
            <a:off x="7684009" y="3052859"/>
            <a:ext cx="0" cy="1531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52367" y="3501799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55" name="모서리가 둥근 직사각형 62"/>
          <p:cNvSpPr/>
          <p:nvPr/>
        </p:nvSpPr>
        <p:spPr>
          <a:xfrm>
            <a:off x="7171507" y="2720340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DepotRemote</a:t>
            </a:r>
            <a:endParaRPr lang="ko-KR" altLang="en-US" sz="900" b="1" dirty="0"/>
          </a:p>
        </p:txBody>
      </p:sp>
      <p:cxnSp>
        <p:nvCxnSpPr>
          <p:cNvPr id="56" name="직선 화살표 연결선 55"/>
          <p:cNvCxnSpPr>
            <a:cxnSpLocks/>
          </p:cNvCxnSpPr>
          <p:nvPr/>
        </p:nvCxnSpPr>
        <p:spPr>
          <a:xfrm>
            <a:off x="5514422" y="3679458"/>
            <a:ext cx="20896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7616402" y="3680459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7693750" y="377211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91635" y="3804285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6274852" y="3734899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6320631" y="37671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317612" y="3353184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96" y="1706070"/>
            <a:ext cx="2466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중에만 요청할 수 있다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요청되면 해당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모든 </a:t>
            </a:r>
            <a:r>
              <a:rPr lang="en-US" altLang="ko-KR" sz="7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Accessable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 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정보를 전달한다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7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0" name="직선 화살표 연결선 39"/>
          <p:cNvCxnSpPr>
            <a:cxnSpLocks/>
          </p:cNvCxnSpPr>
          <p:nvPr/>
        </p:nvCxnSpPr>
        <p:spPr>
          <a:xfrm>
            <a:off x="7763328" y="4305464"/>
            <a:ext cx="38666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7841427" y="4116367"/>
            <a:ext cx="354134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TRANSACTION_COMMAND_REQUEST_UPDATE)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850013" y="4018292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FF"/>
                </a:highlight>
              </a:rPr>
              <a:t>Send MESSAGE</a:t>
            </a:r>
            <a:endParaRPr lang="ko-KR" altLang="en-US" sz="800" b="1" dirty="0">
              <a:highlight>
                <a:srgbClr val="FFFFFF"/>
              </a:highlight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077990" y="3516556"/>
            <a:ext cx="6304778" cy="980581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6593F3-7FF8-4C23-8A97-B31BCEB3F771}"/>
              </a:ext>
            </a:extLst>
          </p:cNvPr>
          <p:cNvSpPr txBox="1"/>
          <p:nvPr/>
        </p:nvSpPr>
        <p:spPr>
          <a:xfrm>
            <a:off x="11555546" y="410875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③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990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4535220" y="1395063"/>
            <a:ext cx="6249030" cy="339310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 (Remote-1)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32" name="직선 연결선 131"/>
          <p:cNvCxnSpPr>
            <a:cxnSpLocks/>
            <a:stCxn id="133" idx="2"/>
          </p:cNvCxnSpPr>
          <p:nvPr/>
        </p:nvCxnSpPr>
        <p:spPr>
          <a:xfrm>
            <a:off x="5964609" y="1891989"/>
            <a:ext cx="0" cy="2760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모서리가 둥근 직사각형 140"/>
          <p:cNvSpPr/>
          <p:nvPr/>
        </p:nvSpPr>
        <p:spPr>
          <a:xfrm>
            <a:off x="5264352" y="1559470"/>
            <a:ext cx="140051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RepositoryRemote</a:t>
            </a:r>
            <a:endParaRPr lang="ko-KR" altLang="en-US" sz="900" b="1" dirty="0"/>
          </a:p>
        </p:txBody>
      </p:sp>
      <p:sp>
        <p:nvSpPr>
          <p:cNvPr id="140" name="직사각형 139"/>
          <p:cNvSpPr/>
          <p:nvPr/>
        </p:nvSpPr>
        <p:spPr>
          <a:xfrm>
            <a:off x="2245085" y="3015879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TRANSACTION_COMMAND_REQUEST_UPDATE)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3481763" y="2889229"/>
            <a:ext cx="97917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FF"/>
                </a:highlight>
              </a:rPr>
              <a:t>Send MESSAGE</a:t>
            </a:r>
            <a:endParaRPr lang="ko-KR" altLang="en-US" sz="800" b="1" dirty="0">
              <a:highlight>
                <a:srgbClr val="FFFFFF"/>
              </a:highlight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5915195" y="3203572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9" name="직선 화살표 연결선 138"/>
          <p:cNvCxnSpPr>
            <a:cxnSpLocks/>
          </p:cNvCxnSpPr>
          <p:nvPr/>
        </p:nvCxnSpPr>
        <p:spPr>
          <a:xfrm>
            <a:off x="2166986" y="3204976"/>
            <a:ext cx="3737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/>
          <p:cNvCxnSpPr>
            <a:cxnSpLocks/>
          </p:cNvCxnSpPr>
          <p:nvPr/>
        </p:nvCxnSpPr>
        <p:spPr>
          <a:xfrm>
            <a:off x="6027357" y="3383272"/>
            <a:ext cx="14598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104198" y="3190907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sp>
        <p:nvSpPr>
          <p:cNvPr id="145" name="모서리가 둥근 직사각형 65"/>
          <p:cNvSpPr/>
          <p:nvPr/>
        </p:nvSpPr>
        <p:spPr>
          <a:xfrm>
            <a:off x="7150560" y="265467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46" name="직선 연결선 145"/>
          <p:cNvCxnSpPr>
            <a:cxnSpLocks/>
          </p:cNvCxnSpPr>
          <p:nvPr/>
        </p:nvCxnSpPr>
        <p:spPr>
          <a:xfrm>
            <a:off x="7553059" y="3004318"/>
            <a:ext cx="0" cy="1647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/>
          <p:cNvSpPr/>
          <p:nvPr/>
        </p:nvSpPr>
        <p:spPr>
          <a:xfrm>
            <a:off x="7494817" y="3348238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/>
          <p:cNvSpPr txBox="1"/>
          <p:nvPr/>
        </p:nvSpPr>
        <p:spPr>
          <a:xfrm>
            <a:off x="6607795" y="3425398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9" name="직선 화살표 연결선 148"/>
          <p:cNvCxnSpPr/>
          <p:nvPr/>
        </p:nvCxnSpPr>
        <p:spPr>
          <a:xfrm>
            <a:off x="6653574" y="345768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>
            <a:cxnSpLocks/>
            <a:stCxn id="152" idx="2"/>
          </p:cNvCxnSpPr>
          <p:nvPr/>
        </p:nvCxnSpPr>
        <p:spPr>
          <a:xfrm>
            <a:off x="9557270" y="2454475"/>
            <a:ext cx="0" cy="2197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729667" y="3439962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152" name="모서리가 둥근 직사각형 62"/>
          <p:cNvSpPr/>
          <p:nvPr/>
        </p:nvSpPr>
        <p:spPr>
          <a:xfrm>
            <a:off x="9044768" y="2121956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153" name="직선 화살표 연결선 152"/>
          <p:cNvCxnSpPr>
            <a:cxnSpLocks/>
          </p:cNvCxnSpPr>
          <p:nvPr/>
        </p:nvCxnSpPr>
        <p:spPr>
          <a:xfrm>
            <a:off x="7659735" y="3617621"/>
            <a:ext cx="18251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/>
          <p:cNvSpPr/>
          <p:nvPr/>
        </p:nvSpPr>
        <p:spPr>
          <a:xfrm>
            <a:off x="9484877" y="2665599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직사각형 158"/>
          <p:cNvSpPr/>
          <p:nvPr/>
        </p:nvSpPr>
        <p:spPr>
          <a:xfrm>
            <a:off x="9489663" y="3618622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직사각형 159"/>
          <p:cNvSpPr/>
          <p:nvPr/>
        </p:nvSpPr>
        <p:spPr>
          <a:xfrm>
            <a:off x="9567011" y="371028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/>
          <p:cNvSpPr txBox="1"/>
          <p:nvPr/>
        </p:nvSpPr>
        <p:spPr>
          <a:xfrm>
            <a:off x="9664896" y="3742448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8420165" y="3673062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63" name="직선 화살표 연결선 162"/>
          <p:cNvCxnSpPr/>
          <p:nvPr/>
        </p:nvCxnSpPr>
        <p:spPr>
          <a:xfrm>
            <a:off x="8465944" y="370535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/>
          <p:cNvSpPr/>
          <p:nvPr/>
        </p:nvSpPr>
        <p:spPr>
          <a:xfrm>
            <a:off x="7387632" y="3498158"/>
            <a:ext cx="3361215" cy="1022853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8462925" y="3291347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0305F3-D2D9-47E8-9D8D-6DF5EA5B6F1C}"/>
              </a:ext>
            </a:extLst>
          </p:cNvPr>
          <p:cNvSpPr txBox="1"/>
          <p:nvPr/>
        </p:nvSpPr>
        <p:spPr>
          <a:xfrm>
            <a:off x="1819748" y="298461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③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304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9461582" y="2973320"/>
            <a:ext cx="2704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6.</a:t>
            </a:r>
            <a:r>
              <a:rPr lang="en-US" altLang="ko-KR" dirty="0"/>
              <a:t> General Login 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712879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020001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7315692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47608" y="1717762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7249669" y="2323303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3507499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Client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6694778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Server</a:t>
            </a:r>
            <a:endParaRPr lang="ko-KR" altLang="en-US" sz="900" b="1" dirty="0"/>
          </a:p>
        </p:txBody>
      </p:sp>
      <p:sp>
        <p:nvSpPr>
          <p:cNvPr id="81" name="직사각형 80"/>
          <p:cNvSpPr/>
          <p:nvPr/>
        </p:nvSpPr>
        <p:spPr>
          <a:xfrm>
            <a:off x="7242868" y="4438722"/>
            <a:ext cx="146317" cy="16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504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General</a:t>
            </a:r>
            <a:r>
              <a:rPr lang="ko-KR" altLang="en-US" dirty="0"/>
              <a:t> </a:t>
            </a:r>
            <a:r>
              <a:rPr lang="en-US" altLang="ko-KR" dirty="0"/>
              <a:t>Login Process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327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8213807" y="2973320"/>
            <a:ext cx="397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7.</a:t>
            </a:r>
            <a:r>
              <a:rPr lang="en-US" altLang="ko-KR" dirty="0"/>
              <a:t> </a:t>
            </a:r>
            <a:r>
              <a:rPr lang="en-US" altLang="ko-KR" dirty="0" err="1"/>
              <a:t>Distrubution</a:t>
            </a:r>
            <a:r>
              <a:rPr lang="en-US" altLang="ko-KR" dirty="0"/>
              <a:t> System and </a:t>
            </a:r>
            <a:r>
              <a:rPr lang="en-US" altLang="ko-KR" dirty="0" err="1"/>
              <a:t>Sharding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77563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804607" y="297332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8.</a:t>
            </a:r>
            <a:r>
              <a:rPr lang="en-US" altLang="ko-KR" dirty="0"/>
              <a:t> Examples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23599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957007" y="297332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15401</TotalTime>
  <Words>6687</Words>
  <Application>Microsoft Office PowerPoint</Application>
  <PresentationFormat>와이드스크린</PresentationFormat>
  <Paragraphs>1774</Paragraphs>
  <Slides>95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95</vt:i4>
      </vt:variant>
    </vt:vector>
  </HeadingPairs>
  <TitlesOfParts>
    <vt:vector size="101" baseType="lpstr">
      <vt:lpstr>HY신명조</vt:lpstr>
      <vt:lpstr>돋움체</vt:lpstr>
      <vt:lpstr>맑은 고딕</vt:lpstr>
      <vt:lpstr>Arial</vt:lpstr>
      <vt:lpstr>Berlin Sans FB Demi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조상현</dc:creator>
  <cp:lastModifiedBy>상현</cp:lastModifiedBy>
  <cp:revision>3327</cp:revision>
  <dcterms:created xsi:type="dcterms:W3CDTF">2016-03-23T14:08:17Z</dcterms:created>
  <dcterms:modified xsi:type="dcterms:W3CDTF">2023-04-07T16:06:59Z</dcterms:modified>
</cp:coreProperties>
</file>