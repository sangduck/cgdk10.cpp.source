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  <p:sldId id="259" r:id="rId6"/>
    <p:sldId id="260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B2EFC-64CB-4AF3-B6AF-C48C44D6E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61C54A-7242-445B-83ED-0F3C57E60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10DAF-1C43-4F2A-B4FB-11082CC36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BAB8F-B7F6-4767-84FB-B833B2C6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9473A-DD70-4269-9335-7D9086BA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63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4844C-B879-4745-8F06-AD29893E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7C0E2-59BD-4F9A-8450-A9ADFEEA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36347-45C7-4941-B964-9981BF3A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6B167E-4B87-4919-8538-F139CDE3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78954-5AFC-45FA-A715-38B8772FE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50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AE3AA-A972-4474-BAD0-B2389481A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CA73E6-7107-4F05-AD7D-E9819C071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67748-FB7D-4535-B33B-C6DDB0B6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F04208-81E4-4E51-9898-443A68EA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4DC35-87F8-48BA-B39B-214AC890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70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46E0B-EF37-4303-AEFF-99C623A8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0AC87-A06E-4269-A3A0-C9AD23A30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D578FB-39DA-44B8-8CB0-42789E613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7D8DE-93C3-4B78-A3C7-201BFB34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AFDD3F-F263-44A3-8DA2-079E9821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985049-F669-4751-8DC4-2D7B78FF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025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E450B-240F-478F-A088-213CDD37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112777-C610-4BE5-AEE5-6BA518ED7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11A50A-7BDC-405A-9D03-68A8AD917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5DB4C-66CD-4E57-B831-128B9D426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11D7C1-0280-4718-8C40-55387B264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022872-EBB1-4420-9819-242D40BD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37DBB-0320-48D5-8825-32B7B10C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6EBAA4-AD07-4E4A-B5A5-0084835A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82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14978-8DBA-4148-A8A2-FD15A84C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2E2778-B9F1-4DCD-814F-7CF8780E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DD681E-DCD9-4415-AC08-F887BC22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17267-0F11-4FA0-8A0A-07E26656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02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541876-9D06-4750-824C-AC212C76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DF2B5-B66B-438E-8C2D-30DB059F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0A7E49-7C4A-44A1-BF5D-50B0794B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70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CE215-15AB-4B54-9DED-32072684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921D9-C630-4A8F-95CB-BE6A3FA5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AE2A75-8AA0-4E3B-801A-1E3EF7F3B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68DE3-62F3-406D-B5BF-D0987590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0F5830-9BB6-42E9-8128-05EE9800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37066A-2A7E-461C-8312-6BA7E14D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920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F3CA6-7112-49EE-9C2E-A69ADA16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8B2133-FF03-4558-9F03-7DB04503F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CB579B-5C3D-490A-A3BE-0F57680B6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C2341C-7F29-4716-9304-642701AF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E635EE-92B2-4391-8B4C-BB103742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05258D-1059-411D-89F3-B6B56578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3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7AE49-3D89-4D62-A0F9-0CF3C278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2B0B2-A085-4868-81EC-13C7B2043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B52F6-2CE6-4347-9F5B-7CC06151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88C50-33E9-495E-9626-56F1C803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CEFA99-5EBF-4F52-805E-73BBAE85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76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F50A4E-63AC-4A1B-B0E9-CC6808159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DE0278-A696-4A25-B59E-F69076BD7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14312-2662-4634-93E8-C0F3C6E4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76CDD-6004-432B-94BA-98546EF1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057E29-22C2-4304-BD49-7A3E8CCE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00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DFCC61-09FC-448E-9024-FC6ABA59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1100DA-21A0-473A-BFE0-49C0B9206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40409-02F6-40D0-A365-8BFD88CD5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27796-E203-4E17-B6BC-21DC07B9B287}" type="datetimeFigureOut">
              <a:rPr lang="ko-KR" altLang="en-US" smtClean="0"/>
              <a:t>2020-11-13 Fri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B3CD6F-3283-493E-AE6D-F3D4284AE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4445D-10FC-4514-80C6-2D6F9B86F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D64D-7789-411A-8D6A-E9AAF2E1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03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53059F-E1C7-4D2F-A7E3-0B9AB17C30DD}"/>
              </a:ext>
            </a:extLst>
          </p:cNvPr>
          <p:cNvSpPr txBox="1"/>
          <p:nvPr/>
        </p:nvSpPr>
        <p:spPr>
          <a:xfrm>
            <a:off x="219222" y="106094"/>
            <a:ext cx="51946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server list</a:t>
            </a:r>
          </a:p>
          <a:p>
            <a:pPr marL="342900" indent="-342900">
              <a:buFontTx/>
              <a:buAutoNum type="arabicPeriod"/>
            </a:pPr>
            <a:r>
              <a:rPr lang="en-US" altLang="ko-KR"/>
              <a:t>server</a:t>
            </a:r>
            <a:r>
              <a:rPr lang="ko-KR" altLang="en-US"/>
              <a:t> </a:t>
            </a:r>
            <a:r>
              <a:rPr lang="en-US" altLang="ko-KR"/>
              <a:t>control(open/close/start/stop/update)</a:t>
            </a:r>
          </a:p>
          <a:p>
            <a:pPr marL="342900" indent="-342900">
              <a:buFontTx/>
              <a:buAutoNum type="arabicPeriod"/>
            </a:pPr>
            <a:r>
              <a:rPr lang="en-US" altLang="ko-KR"/>
              <a:t>log</a:t>
            </a:r>
          </a:p>
          <a:p>
            <a:pPr marL="342900" indent="-342900">
              <a:buAutoNum type="arabicPeriod"/>
            </a:pPr>
            <a:r>
              <a:rPr lang="en-US" altLang="ko-KR"/>
              <a:t>command</a:t>
            </a:r>
          </a:p>
          <a:p>
            <a:pPr marL="342900" indent="-342900">
              <a:buAutoNum type="arabicPeriod"/>
            </a:pPr>
            <a:r>
              <a:rPr lang="en-US" altLang="ko-KR"/>
              <a:t>statistics info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E686B4-9CA6-4B37-A57F-3F245ACC8D3A}"/>
              </a:ext>
            </a:extLst>
          </p:cNvPr>
          <p:cNvSpPr txBox="1"/>
          <p:nvPr/>
        </p:nvSpPr>
        <p:spPr>
          <a:xfrm>
            <a:off x="1776046" y="2074986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22093-0A0F-4EE4-8572-4EB696B6AF3D}"/>
              </a:ext>
            </a:extLst>
          </p:cNvPr>
          <p:cNvSpPr txBox="1"/>
          <p:nvPr/>
        </p:nvSpPr>
        <p:spPr>
          <a:xfrm>
            <a:off x="4996962" y="1981201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7C4F9-F0DE-4FFB-8BAE-81415071AD41}"/>
              </a:ext>
            </a:extLst>
          </p:cNvPr>
          <p:cNvSpPr txBox="1"/>
          <p:nvPr/>
        </p:nvSpPr>
        <p:spPr>
          <a:xfrm>
            <a:off x="8595947" y="1859339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13740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E686B4-9CA6-4B37-A57F-3F245ACC8D3A}"/>
              </a:ext>
            </a:extLst>
          </p:cNvPr>
          <p:cNvSpPr txBox="1"/>
          <p:nvPr/>
        </p:nvSpPr>
        <p:spPr>
          <a:xfrm>
            <a:off x="1776046" y="2074986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22093-0A0F-4EE4-8572-4EB696B6AF3D}"/>
              </a:ext>
            </a:extLst>
          </p:cNvPr>
          <p:cNvSpPr txBox="1"/>
          <p:nvPr/>
        </p:nvSpPr>
        <p:spPr>
          <a:xfrm>
            <a:off x="4996962" y="1981201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7C4F9-F0DE-4FFB-8BAE-81415071AD41}"/>
              </a:ext>
            </a:extLst>
          </p:cNvPr>
          <p:cNvSpPr txBox="1"/>
          <p:nvPr/>
        </p:nvSpPr>
        <p:spPr>
          <a:xfrm>
            <a:off x="8595947" y="1859339"/>
            <a:ext cx="23314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statistics info</a:t>
            </a:r>
            <a:br>
              <a:rPr lang="en-US" altLang="ko-KR"/>
            </a:br>
            <a:r>
              <a:rPr lang="en-US" altLang="ko-KR"/>
              <a:t>Hardware info</a:t>
            </a:r>
          </a:p>
          <a:p>
            <a:r>
              <a:rPr lang="en-US" altLang="ko-KR"/>
              <a:t>- processor/memory</a:t>
            </a:r>
            <a:endParaRPr lang="ko-KR" altLang="en-US"/>
          </a:p>
          <a:p>
            <a:endParaRPr lang="en-US" altLang="ko-KR"/>
          </a:p>
          <a:p>
            <a:r>
              <a:rPr lang="en-US" altLang="ko-KR"/>
              <a:t>System</a:t>
            </a:r>
            <a:endParaRPr lang="ko-KR" altLang="en-US"/>
          </a:p>
          <a:p>
            <a:pPr marL="285750" indent="-285750">
              <a:buFontTx/>
              <a:buChar char="-"/>
            </a:pPr>
            <a:r>
              <a:rPr lang="en-US" altLang="ko-KR"/>
              <a:t>object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thread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network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I/O traffic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3241323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9A03BFC-0E26-4A7F-AD67-CDE9E6DE9A3A}"/>
              </a:ext>
            </a:extLst>
          </p:cNvPr>
          <p:cNvSpPr/>
          <p:nvPr/>
        </p:nvSpPr>
        <p:spPr>
          <a:xfrm>
            <a:off x="1668780" y="960120"/>
            <a:ext cx="8976360" cy="5052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B2F899-644E-4454-A278-E2B7DD40E293}"/>
              </a:ext>
            </a:extLst>
          </p:cNvPr>
          <p:cNvSpPr/>
          <p:nvPr/>
        </p:nvSpPr>
        <p:spPr>
          <a:xfrm>
            <a:off x="1668780" y="1340420"/>
            <a:ext cx="1291136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29234-DE37-4DD2-B0FF-6E5D557B952E}"/>
              </a:ext>
            </a:extLst>
          </p:cNvPr>
          <p:cNvSpPr/>
          <p:nvPr/>
        </p:nvSpPr>
        <p:spPr>
          <a:xfrm>
            <a:off x="3036815" y="1340421"/>
            <a:ext cx="7417895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8EEC87-F03A-4FFC-8044-D62649CE0861}"/>
              </a:ext>
            </a:extLst>
          </p:cNvPr>
          <p:cNvSpPr/>
          <p:nvPr/>
        </p:nvSpPr>
        <p:spPr>
          <a:xfrm>
            <a:off x="1668780" y="960119"/>
            <a:ext cx="8976360" cy="38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CGCII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DB110F-A790-449F-B3B1-1668905056AB}"/>
              </a:ext>
            </a:extLst>
          </p:cNvPr>
          <p:cNvSpPr/>
          <p:nvPr/>
        </p:nvSpPr>
        <p:spPr>
          <a:xfrm>
            <a:off x="7030743" y="1004827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IP/Server Name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4BA3F-3B5E-408A-BB7A-68CC9D8C6EED}"/>
              </a:ext>
            </a:extLst>
          </p:cNvPr>
          <p:cNvSpPr/>
          <p:nvPr/>
        </p:nvSpPr>
        <p:spPr>
          <a:xfrm>
            <a:off x="8625561" y="1004827"/>
            <a:ext cx="2019579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Login User/IP/Permission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8F1621-3F19-41EE-A116-5B7CE65DFD38}"/>
              </a:ext>
            </a:extLst>
          </p:cNvPr>
          <p:cNvSpPr/>
          <p:nvPr/>
        </p:nvSpPr>
        <p:spPr>
          <a:xfrm>
            <a:off x="3137483" y="1451295"/>
            <a:ext cx="7155809" cy="427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Server X   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13B7DA-E9FF-4C68-9AEB-17FB4085880A}"/>
              </a:ext>
            </a:extLst>
          </p:cNvPr>
          <p:cNvSpPr/>
          <p:nvPr/>
        </p:nvSpPr>
        <p:spPr>
          <a:xfrm>
            <a:off x="3060464" y="1990008"/>
            <a:ext cx="8654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Test sever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33795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9A03BFC-0E26-4A7F-AD67-CDE9E6DE9A3A}"/>
              </a:ext>
            </a:extLst>
          </p:cNvPr>
          <p:cNvSpPr/>
          <p:nvPr/>
        </p:nvSpPr>
        <p:spPr>
          <a:xfrm>
            <a:off x="1668780" y="960120"/>
            <a:ext cx="8976360" cy="5052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B2F899-644E-4454-A278-E2B7DD40E293}"/>
              </a:ext>
            </a:extLst>
          </p:cNvPr>
          <p:cNvSpPr/>
          <p:nvPr/>
        </p:nvSpPr>
        <p:spPr>
          <a:xfrm>
            <a:off x="1668780" y="1340420"/>
            <a:ext cx="1291136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29234-DE37-4DD2-B0FF-6E5D557B952E}"/>
              </a:ext>
            </a:extLst>
          </p:cNvPr>
          <p:cNvSpPr/>
          <p:nvPr/>
        </p:nvSpPr>
        <p:spPr>
          <a:xfrm>
            <a:off x="3036815" y="1340421"/>
            <a:ext cx="7417895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8EEC87-F03A-4FFC-8044-D62649CE0861}"/>
              </a:ext>
            </a:extLst>
          </p:cNvPr>
          <p:cNvSpPr/>
          <p:nvPr/>
        </p:nvSpPr>
        <p:spPr>
          <a:xfrm>
            <a:off x="1668780" y="960119"/>
            <a:ext cx="8976360" cy="38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CGCII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DB110F-A790-449F-B3B1-1668905056AB}"/>
              </a:ext>
            </a:extLst>
          </p:cNvPr>
          <p:cNvSpPr/>
          <p:nvPr/>
        </p:nvSpPr>
        <p:spPr>
          <a:xfrm>
            <a:off x="7030743" y="1004827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IP/Server Name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4BA3F-3B5E-408A-BB7A-68CC9D8C6EED}"/>
              </a:ext>
            </a:extLst>
          </p:cNvPr>
          <p:cNvSpPr/>
          <p:nvPr/>
        </p:nvSpPr>
        <p:spPr>
          <a:xfrm>
            <a:off x="8625561" y="1004827"/>
            <a:ext cx="2019579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Login User/IP/Permission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60ECB-77C9-4052-9EBA-10262A0E9959}"/>
              </a:ext>
            </a:extLst>
          </p:cNvPr>
          <p:cNvSpPr txBox="1"/>
          <p:nvPr/>
        </p:nvSpPr>
        <p:spPr>
          <a:xfrm>
            <a:off x="3117812" y="1949726"/>
            <a:ext cx="5817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+mj-lt"/>
              </a:rPr>
              <a:t>Logn…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….</a:t>
            </a:r>
            <a:br>
              <a:rPr lang="en-US" altLang="ko-KR" sz="1000">
                <a:latin typeface="+mj-lt"/>
              </a:rPr>
            </a:br>
            <a:r>
              <a:rPr lang="en-US" altLang="ko-KR" sz="1000">
                <a:latin typeface="+mj-lt"/>
              </a:rPr>
              <a:t>long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test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</a:p>
          <a:p>
            <a:r>
              <a:rPr lang="en-US" altLang="ko-KR" sz="1000">
                <a:latin typeface="+mj-lt"/>
              </a:rPr>
              <a:t>adafjdkalfda</a:t>
            </a:r>
            <a:endParaRPr lang="ko-KR" altLang="en-US" sz="1000"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CD3494-D741-412A-81DF-E1E45F1906E5}"/>
              </a:ext>
            </a:extLst>
          </p:cNvPr>
          <p:cNvSpPr/>
          <p:nvPr/>
        </p:nvSpPr>
        <p:spPr>
          <a:xfrm>
            <a:off x="3771837" y="1463959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,,,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C7483D-3510-4316-87AA-818B12650986}"/>
              </a:ext>
            </a:extLst>
          </p:cNvPr>
          <p:cNvSpPr/>
          <p:nvPr/>
        </p:nvSpPr>
        <p:spPr>
          <a:xfrm>
            <a:off x="3117812" y="1456856"/>
            <a:ext cx="654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filter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135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9A03BFC-0E26-4A7F-AD67-CDE9E6DE9A3A}"/>
              </a:ext>
            </a:extLst>
          </p:cNvPr>
          <p:cNvSpPr/>
          <p:nvPr/>
        </p:nvSpPr>
        <p:spPr>
          <a:xfrm>
            <a:off x="1668780" y="960120"/>
            <a:ext cx="8976360" cy="5052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B2F899-644E-4454-A278-E2B7DD40E293}"/>
              </a:ext>
            </a:extLst>
          </p:cNvPr>
          <p:cNvSpPr/>
          <p:nvPr/>
        </p:nvSpPr>
        <p:spPr>
          <a:xfrm>
            <a:off x="1668780" y="1340420"/>
            <a:ext cx="1291136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29234-DE37-4DD2-B0FF-6E5D557B952E}"/>
              </a:ext>
            </a:extLst>
          </p:cNvPr>
          <p:cNvSpPr/>
          <p:nvPr/>
        </p:nvSpPr>
        <p:spPr>
          <a:xfrm>
            <a:off x="3036815" y="1340421"/>
            <a:ext cx="7417895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8EEC87-F03A-4FFC-8044-D62649CE0861}"/>
              </a:ext>
            </a:extLst>
          </p:cNvPr>
          <p:cNvSpPr/>
          <p:nvPr/>
        </p:nvSpPr>
        <p:spPr>
          <a:xfrm>
            <a:off x="1668780" y="960119"/>
            <a:ext cx="8976360" cy="38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CGCII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DB110F-A790-449F-B3B1-1668905056AB}"/>
              </a:ext>
            </a:extLst>
          </p:cNvPr>
          <p:cNvSpPr/>
          <p:nvPr/>
        </p:nvSpPr>
        <p:spPr>
          <a:xfrm>
            <a:off x="7030743" y="1004827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IP/Server Name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4BA3F-3B5E-408A-BB7A-68CC9D8C6EED}"/>
              </a:ext>
            </a:extLst>
          </p:cNvPr>
          <p:cNvSpPr/>
          <p:nvPr/>
        </p:nvSpPr>
        <p:spPr>
          <a:xfrm>
            <a:off x="8625561" y="1004827"/>
            <a:ext cx="2019579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Login User/IP/Permission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60ECB-77C9-4052-9EBA-10262A0E9959}"/>
              </a:ext>
            </a:extLst>
          </p:cNvPr>
          <p:cNvSpPr txBox="1"/>
          <p:nvPr/>
        </p:nvSpPr>
        <p:spPr>
          <a:xfrm>
            <a:off x="3117812" y="1949726"/>
            <a:ext cx="5817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+mj-lt"/>
              </a:rPr>
              <a:t>Logn…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….</a:t>
            </a:r>
            <a:br>
              <a:rPr lang="en-US" altLang="ko-KR" sz="1000">
                <a:latin typeface="+mj-lt"/>
              </a:rPr>
            </a:br>
            <a:r>
              <a:rPr lang="en-US" altLang="ko-KR" sz="1000">
                <a:latin typeface="+mj-lt"/>
              </a:rPr>
              <a:t>long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test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</a:p>
          <a:p>
            <a:r>
              <a:rPr lang="en-US" altLang="ko-KR" sz="1000">
                <a:latin typeface="+mj-lt"/>
              </a:rPr>
              <a:t>adafjdkalfda</a:t>
            </a:r>
            <a:endParaRPr lang="ko-KR" altLang="en-US" sz="1000"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CD3494-D741-412A-81DF-E1E45F1906E5}"/>
              </a:ext>
            </a:extLst>
          </p:cNvPr>
          <p:cNvSpPr/>
          <p:nvPr/>
        </p:nvSpPr>
        <p:spPr>
          <a:xfrm>
            <a:off x="3771837" y="1463959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,,,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C7483D-3510-4316-87AA-818B12650986}"/>
              </a:ext>
            </a:extLst>
          </p:cNvPr>
          <p:cNvSpPr/>
          <p:nvPr/>
        </p:nvSpPr>
        <p:spPr>
          <a:xfrm>
            <a:off x="3117812" y="1456856"/>
            <a:ext cx="654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filter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07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9A03BFC-0E26-4A7F-AD67-CDE9E6DE9A3A}"/>
              </a:ext>
            </a:extLst>
          </p:cNvPr>
          <p:cNvSpPr/>
          <p:nvPr/>
        </p:nvSpPr>
        <p:spPr>
          <a:xfrm>
            <a:off x="1668780" y="960120"/>
            <a:ext cx="8976360" cy="5052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B2F899-644E-4454-A278-E2B7DD40E293}"/>
              </a:ext>
            </a:extLst>
          </p:cNvPr>
          <p:cNvSpPr/>
          <p:nvPr/>
        </p:nvSpPr>
        <p:spPr>
          <a:xfrm>
            <a:off x="1668780" y="1340420"/>
            <a:ext cx="1291136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229234-DE37-4DD2-B0FF-6E5D557B952E}"/>
              </a:ext>
            </a:extLst>
          </p:cNvPr>
          <p:cNvSpPr/>
          <p:nvPr/>
        </p:nvSpPr>
        <p:spPr>
          <a:xfrm>
            <a:off x="3036815" y="1340421"/>
            <a:ext cx="7417895" cy="44913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8EEC87-F03A-4FFC-8044-D62649CE0861}"/>
              </a:ext>
            </a:extLst>
          </p:cNvPr>
          <p:cNvSpPr/>
          <p:nvPr/>
        </p:nvSpPr>
        <p:spPr>
          <a:xfrm>
            <a:off x="1668780" y="960119"/>
            <a:ext cx="8976360" cy="380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CGCII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DB110F-A790-449F-B3B1-1668905056AB}"/>
              </a:ext>
            </a:extLst>
          </p:cNvPr>
          <p:cNvSpPr/>
          <p:nvPr/>
        </p:nvSpPr>
        <p:spPr>
          <a:xfrm>
            <a:off x="7030743" y="1004827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IP/Server Name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34BA3F-3B5E-408A-BB7A-68CC9D8C6EED}"/>
              </a:ext>
            </a:extLst>
          </p:cNvPr>
          <p:cNvSpPr/>
          <p:nvPr/>
        </p:nvSpPr>
        <p:spPr>
          <a:xfrm>
            <a:off x="8625561" y="1004827"/>
            <a:ext cx="2019579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Login User/IP/Permission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60ECB-77C9-4052-9EBA-10262A0E9959}"/>
              </a:ext>
            </a:extLst>
          </p:cNvPr>
          <p:cNvSpPr txBox="1"/>
          <p:nvPr/>
        </p:nvSpPr>
        <p:spPr>
          <a:xfrm>
            <a:off x="3117812" y="1949726"/>
            <a:ext cx="5817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latin typeface="+mj-lt"/>
              </a:rPr>
              <a:t>Logn…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….</a:t>
            </a:r>
            <a:br>
              <a:rPr lang="en-US" altLang="ko-KR" sz="1000">
                <a:latin typeface="+mj-lt"/>
              </a:rPr>
            </a:br>
            <a:r>
              <a:rPr lang="en-US" altLang="ko-KR" sz="1000">
                <a:latin typeface="+mj-lt"/>
              </a:rPr>
              <a:t>long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test</a:t>
            </a:r>
            <a:r>
              <a:rPr lang="ko-KR" altLang="en-US" sz="1000">
                <a:latin typeface="+mj-lt"/>
              </a:rPr>
              <a:t> </a:t>
            </a:r>
            <a:r>
              <a:rPr lang="en-US" altLang="ko-KR" sz="1000">
                <a:latin typeface="+mj-lt"/>
              </a:rPr>
              <a:t>Log</a:t>
            </a:r>
          </a:p>
          <a:p>
            <a:r>
              <a:rPr lang="en-US" altLang="ko-KR" sz="1000">
                <a:latin typeface="+mj-lt"/>
              </a:rPr>
              <a:t>adafjdkalfda</a:t>
            </a:r>
            <a:endParaRPr lang="ko-KR" altLang="en-US" sz="1000"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CD3494-D741-412A-81DF-E1E45F1906E5}"/>
              </a:ext>
            </a:extLst>
          </p:cNvPr>
          <p:cNvSpPr/>
          <p:nvPr/>
        </p:nvSpPr>
        <p:spPr>
          <a:xfrm>
            <a:off x="3771837" y="1463959"/>
            <a:ext cx="1542805" cy="310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tx1"/>
                </a:solidFill>
              </a:rPr>
              <a:t>,,,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C7483D-3510-4316-87AA-818B12650986}"/>
              </a:ext>
            </a:extLst>
          </p:cNvPr>
          <p:cNvSpPr/>
          <p:nvPr/>
        </p:nvSpPr>
        <p:spPr>
          <a:xfrm>
            <a:off x="3117812" y="1456856"/>
            <a:ext cx="654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filter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996D38-1B5A-4562-B098-3366147160A6}"/>
              </a:ext>
            </a:extLst>
          </p:cNvPr>
          <p:cNvSpPr/>
          <p:nvPr/>
        </p:nvSpPr>
        <p:spPr>
          <a:xfrm>
            <a:off x="595552" y="2642354"/>
            <a:ext cx="1374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Host Name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8F9DC-F89B-4BE8-86F4-78DD4A958EB4}"/>
              </a:ext>
            </a:extLst>
          </p:cNvPr>
          <p:cNvSpPr/>
          <p:nvPr/>
        </p:nvSpPr>
        <p:spPr>
          <a:xfrm>
            <a:off x="2149384" y="2644140"/>
            <a:ext cx="978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Host ID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24EDA7-D21F-448F-9F20-DDE9A9F6AB04}"/>
              </a:ext>
            </a:extLst>
          </p:cNvPr>
          <p:cNvSpPr/>
          <p:nvPr/>
        </p:nvSpPr>
        <p:spPr>
          <a:xfrm>
            <a:off x="3295148" y="2642354"/>
            <a:ext cx="1216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Start time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EF93FB-197E-4B4D-A1AD-0AC9479209DC}"/>
              </a:ext>
            </a:extLst>
          </p:cNvPr>
          <p:cNvSpPr/>
          <p:nvPr/>
        </p:nvSpPr>
        <p:spPr>
          <a:xfrm>
            <a:off x="720821" y="4006334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OS type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313313-42C3-440A-854D-BFDCED8FD730}"/>
              </a:ext>
            </a:extLst>
          </p:cNvPr>
          <p:cNvSpPr/>
          <p:nvPr/>
        </p:nvSpPr>
        <p:spPr>
          <a:xfrm>
            <a:off x="3526282" y="400633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OS name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16ABE9-C87A-437E-9F8D-F68D38E16A2A}"/>
              </a:ext>
            </a:extLst>
          </p:cNvPr>
          <p:cNvSpPr/>
          <p:nvPr/>
        </p:nvSpPr>
        <p:spPr>
          <a:xfrm>
            <a:off x="1981775" y="4006334"/>
            <a:ext cx="1313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OS version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560855-4762-42B4-82FE-4ABE9EA27AD7}"/>
              </a:ext>
            </a:extLst>
          </p:cNvPr>
          <p:cNvSpPr/>
          <p:nvPr/>
        </p:nvSpPr>
        <p:spPr>
          <a:xfrm>
            <a:off x="5286502" y="4006334"/>
            <a:ext cx="2108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Processor x8 30% 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5B5638-2E02-44B5-921E-398ECA754F56}"/>
              </a:ext>
            </a:extLst>
          </p:cNvPr>
          <p:cNvSpPr/>
          <p:nvPr/>
        </p:nvSpPr>
        <p:spPr>
          <a:xfrm>
            <a:off x="7625842" y="4006334"/>
            <a:ext cx="297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Memory Max 4Gbyte Now</a:t>
            </a: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288475-F6E1-48EC-BED8-BD06AAD2B2A2}"/>
              </a:ext>
            </a:extLst>
          </p:cNvPr>
          <p:cNvSpPr/>
          <p:nvPr/>
        </p:nvSpPr>
        <p:spPr>
          <a:xfrm>
            <a:off x="4775962" y="5019794"/>
            <a:ext cx="861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traffic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21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7738</TotalTime>
  <Words>235</Words>
  <Application>Microsoft Office PowerPoint</Application>
  <PresentationFormat>와이드스크린</PresentationFormat>
  <Paragraphs>94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 상현</dc:creator>
  <cp:lastModifiedBy>조 상현</cp:lastModifiedBy>
  <cp:revision>16</cp:revision>
  <dcterms:created xsi:type="dcterms:W3CDTF">2020-11-07T05:18:40Z</dcterms:created>
  <dcterms:modified xsi:type="dcterms:W3CDTF">2020-11-18T09:38:08Z</dcterms:modified>
</cp:coreProperties>
</file>