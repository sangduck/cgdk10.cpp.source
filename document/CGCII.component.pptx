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59" userDrawn="1">
          <p15:clr>
            <a:srgbClr val="A4A3A4"/>
          </p15:clr>
        </p15:guide>
        <p15:guide id="2" pos="715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34" d="100"/>
          <a:sy n="134" d="100"/>
        </p:scale>
        <p:origin x="126" y="372"/>
      </p:cViewPr>
      <p:guideLst>
        <p:guide orient="horz" pos="2659"/>
        <p:guide pos="715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82C4F3-7E98-4048-A0E3-D7DD1DCA8F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B6D2991-607C-4A8C-900D-0FB8080DB2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B58FC7-143F-4240-AA17-99D8DB515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F2804-5627-42E7-AA8B-F95FCA3291A9}" type="datetimeFigureOut">
              <a:rPr lang="ko-KR" altLang="en-US" smtClean="0"/>
              <a:t>2021-12-17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98361BC-6028-4608-8826-B8A4B0941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92D8DD-EC7E-4459-A804-A489A4F86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A1FD0-F8C6-442C-97E8-BCE16E8440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8324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988239-D94D-4EA6-9691-57B6BFBEE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A07838-8699-43D9-925B-8219A0215A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D35F30-BCD3-42C8-9B85-9B800B120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F2804-5627-42E7-AA8B-F95FCA3291A9}" type="datetimeFigureOut">
              <a:rPr lang="ko-KR" altLang="en-US" smtClean="0"/>
              <a:t>2021-12-17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E04523-F3E2-4BFD-B6C1-FD0A8F96B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75CFBF-069B-4B0E-B8D7-19969027D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A1FD0-F8C6-442C-97E8-BCE16E8440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0859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0E874C-6D4A-4805-9AA4-E4DF2A3C8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2E0FE5-46D1-48C2-A3AD-A84D7BC8B2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D39B56-69C5-4A87-BB01-4361A366C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F2804-5627-42E7-AA8B-F95FCA3291A9}" type="datetimeFigureOut">
              <a:rPr lang="ko-KR" altLang="en-US" smtClean="0"/>
              <a:t>2021-12-17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BA9232-3835-4158-8952-2B2372410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240239-D33B-4328-886F-945CF70F3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A1FD0-F8C6-442C-97E8-BCE16E8440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5291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97212A-3E2E-40B7-B270-C9550A000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875AC7-1D9A-4ED7-840D-D9E3724120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31BAEA0-16AB-4601-BA41-13D3BD9090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EC2B4CD-1958-4A68-A910-63D6227CE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F2804-5627-42E7-AA8B-F95FCA3291A9}" type="datetimeFigureOut">
              <a:rPr lang="ko-KR" altLang="en-US" smtClean="0"/>
              <a:t>2021-12-17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6090C2F-6031-45B6-8FE5-5B5573567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87B1856-00B9-4AAB-9D8D-D2B84FD64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A1FD0-F8C6-442C-97E8-BCE16E8440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4827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6E6964-06A0-4176-BEDA-FB4E36E06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9A524A-FCE2-4FF1-8AEB-A9D0BDB8C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3863CE5-1CEA-4A7F-965A-886E7DAF48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1EC5C57-C658-40F5-B374-9CD0167072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92B30C3-9F5A-42CB-ABEE-4E8E8109A2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322CB9A-7217-4BB8-8E9C-476E1448F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F2804-5627-42E7-AA8B-F95FCA3291A9}" type="datetimeFigureOut">
              <a:rPr lang="ko-KR" altLang="en-US" smtClean="0"/>
              <a:t>2021-12-17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E194C42-C51F-4DEA-B7B4-33DD7DE6D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932AC6C-F2B8-43FF-AD16-062B067C0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A1FD0-F8C6-442C-97E8-BCE16E8440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1972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8DFAE3-A820-486B-BB78-5B76BE69F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5D11D3B-90DA-4835-B860-304C0147E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F2804-5627-42E7-AA8B-F95FCA3291A9}" type="datetimeFigureOut">
              <a:rPr lang="ko-KR" altLang="en-US" smtClean="0"/>
              <a:t>2021-12-17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1AAF8FF-D41E-4B3D-B895-80941798B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DDBEE62-0637-42C9-87A7-8DCD284A5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A1FD0-F8C6-442C-97E8-BCE16E8440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29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C981AD5-CA65-4C13-A022-11A3DA100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F2804-5627-42E7-AA8B-F95FCA3291A9}" type="datetimeFigureOut">
              <a:rPr lang="ko-KR" altLang="en-US" smtClean="0"/>
              <a:t>2021-12-17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6209F83-B9E2-4382-BE3A-ED7F0B24D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691D10-7453-462D-A3A1-114EA3876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A1FD0-F8C6-442C-97E8-BCE16E8440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1792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CEA952-9C76-4F47-8B2F-2823C83E8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2D5A7F-65D3-4DAA-8B5B-B5787DC13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A55A86D-9036-45D8-A2BE-D2A7EC161B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61108E6-9AE6-47DA-85D4-9F7B0969A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F2804-5627-42E7-AA8B-F95FCA3291A9}" type="datetimeFigureOut">
              <a:rPr lang="ko-KR" altLang="en-US" smtClean="0"/>
              <a:t>2021-12-17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6E853C3-B2DC-4ABE-B717-B11847BB7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FFE25C7-B393-4BBF-AE5C-0AAEE6BDA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A1FD0-F8C6-442C-97E8-BCE16E8440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7883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81AB1B-A9A5-4970-A474-3EA0E54AC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22F093B-4017-4378-B71A-B246D205D1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FEAFFB6-77AA-49C0-836A-3F4A7EA6D9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22937A-5FD8-4A27-8BBA-B1A1E5EC6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F2804-5627-42E7-AA8B-F95FCA3291A9}" type="datetimeFigureOut">
              <a:rPr lang="ko-KR" altLang="en-US" smtClean="0"/>
              <a:t>2021-12-17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F5C89E5-0316-4C07-B70B-08965AD1F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B3D033F-6F88-4AB7-8FB3-EE725F59F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A1FD0-F8C6-442C-97E8-BCE16E8440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3120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40ABD7-5692-462B-AF38-2A7CF7187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8CB00B8-C5E3-4930-8CD0-BB29572DEC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7AB389-0682-4141-9941-A4A5BAC0B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F2804-5627-42E7-AA8B-F95FCA3291A9}" type="datetimeFigureOut">
              <a:rPr lang="ko-KR" altLang="en-US" smtClean="0"/>
              <a:t>2021-12-17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A281EE-87F9-498C-97B5-4A553917D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E0988A-8AA2-41F8-ADA6-6FC88F31C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A1FD0-F8C6-442C-97E8-BCE16E8440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9380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73913D5-BD26-431C-B745-5D72994E8F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73EA944-DB87-4FD6-A5A5-D954D0ADBD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F48FAF-7A9B-440D-AE64-A9B0B485A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F2804-5627-42E7-AA8B-F95FCA3291A9}" type="datetimeFigureOut">
              <a:rPr lang="ko-KR" altLang="en-US" smtClean="0"/>
              <a:t>2021-12-17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D0FE50-5ADA-4AF7-8088-B44CAEB29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C69B61-59BE-4A63-9507-1C022D212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A1FD0-F8C6-442C-97E8-BCE16E8440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5171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96DCCB4-EAFD-4C8B-B9D9-7BBCD9CF7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C3857B1-67ED-46B3-A618-D810FB45DC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0C51E0-F4F4-4F66-A4CB-3930C9E5BB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FF2804-5627-42E7-AA8B-F95FCA3291A9}" type="datetimeFigureOut">
              <a:rPr lang="ko-KR" altLang="en-US" smtClean="0"/>
              <a:t>2021-12-17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8A744F-C221-469E-8B7D-9C774F7CBF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EB296F-86D3-4457-A84E-1320C54740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AA1FD0-F8C6-442C-97E8-BCE16E8440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1145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26.jpg"/><Relationship Id="rId3" Type="http://schemas.openxmlformats.org/officeDocument/2006/relationships/image" Target="../media/image1.png"/><Relationship Id="rId21" Type="http://schemas.openxmlformats.org/officeDocument/2006/relationships/image" Target="../media/image2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2" Type="http://schemas.openxmlformats.org/officeDocument/2006/relationships/image" Target="../media/image11.pn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24" Type="http://schemas.openxmlformats.org/officeDocument/2006/relationships/image" Target="../media/image24.png"/><Relationship Id="rId5" Type="http://schemas.openxmlformats.org/officeDocument/2006/relationships/image" Target="../media/image3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10" Type="http://schemas.openxmlformats.org/officeDocument/2006/relationships/image" Target="../media/image8.svg"/><Relationship Id="rId19" Type="http://schemas.openxmlformats.org/officeDocument/2006/relationships/image" Target="../media/image19.png"/><Relationship Id="rId4" Type="http://schemas.openxmlformats.org/officeDocument/2006/relationships/image" Target="../media/image2.svg"/><Relationship Id="rId9" Type="http://schemas.openxmlformats.org/officeDocument/2006/relationships/image" Target="../media/image12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Relationship Id="rId27" Type="http://schemas.openxmlformats.org/officeDocument/2006/relationships/image" Target="../media/image2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jpg"/><Relationship Id="rId13" Type="http://schemas.openxmlformats.org/officeDocument/2006/relationships/image" Target="../media/image48.jpeg"/><Relationship Id="rId18" Type="http://schemas.openxmlformats.org/officeDocument/2006/relationships/image" Target="../media/image53.jpg"/><Relationship Id="rId3" Type="http://schemas.openxmlformats.org/officeDocument/2006/relationships/image" Target="../media/image38.jpeg"/><Relationship Id="rId7" Type="http://schemas.openxmlformats.org/officeDocument/2006/relationships/image" Target="../media/image42.jpg"/><Relationship Id="rId12" Type="http://schemas.openxmlformats.org/officeDocument/2006/relationships/image" Target="../media/image47.jpg"/><Relationship Id="rId17" Type="http://schemas.openxmlformats.org/officeDocument/2006/relationships/image" Target="../media/image52.png"/><Relationship Id="rId2" Type="http://schemas.openxmlformats.org/officeDocument/2006/relationships/image" Target="../media/image37.jpg"/><Relationship Id="rId16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jpg"/><Relationship Id="rId11" Type="http://schemas.openxmlformats.org/officeDocument/2006/relationships/image" Target="../media/image46.jpg"/><Relationship Id="rId5" Type="http://schemas.openxmlformats.org/officeDocument/2006/relationships/image" Target="../media/image40.jpg"/><Relationship Id="rId15" Type="http://schemas.openxmlformats.org/officeDocument/2006/relationships/image" Target="../media/image50.jpg"/><Relationship Id="rId10" Type="http://schemas.openxmlformats.org/officeDocument/2006/relationships/image" Target="../media/image45.jpg"/><Relationship Id="rId4" Type="http://schemas.openxmlformats.org/officeDocument/2006/relationships/image" Target="../media/image39.jpg"/><Relationship Id="rId9" Type="http://schemas.openxmlformats.org/officeDocument/2006/relationships/image" Target="../media/image44.png"/><Relationship Id="rId14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06AE88A-308C-4500-9CC1-70C2FBE82F4A}"/>
              </a:ext>
            </a:extLst>
          </p:cNvPr>
          <p:cNvSpPr txBox="1"/>
          <p:nvPr/>
        </p:nvSpPr>
        <p:spPr>
          <a:xfrm>
            <a:off x="511403" y="2397011"/>
            <a:ext cx="1696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/>
              <a:t>executor</a:t>
            </a:r>
            <a:endParaRPr lang="ko-KR" altLang="en-US" b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DA8D37-3B88-47C3-8648-94AB2AE6117B}"/>
              </a:ext>
            </a:extLst>
          </p:cNvPr>
          <p:cNvSpPr txBox="1"/>
          <p:nvPr/>
        </p:nvSpPr>
        <p:spPr>
          <a:xfrm>
            <a:off x="2291492" y="3429010"/>
            <a:ext cx="16968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socket</a:t>
            </a:r>
            <a:endParaRPr lang="ko-KR" altLang="en-US" sz="1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02952F-8A63-4D45-B7A2-399D937F096D}"/>
              </a:ext>
            </a:extLst>
          </p:cNvPr>
          <p:cNvSpPr txBox="1"/>
          <p:nvPr/>
        </p:nvSpPr>
        <p:spPr>
          <a:xfrm>
            <a:off x="2291492" y="3685103"/>
            <a:ext cx="16968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acceptor</a:t>
            </a:r>
            <a:endParaRPr lang="ko-KR" altLang="en-US" sz="1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882665-D886-4A3A-AD35-4128D767E38F}"/>
              </a:ext>
            </a:extLst>
          </p:cNvPr>
          <p:cNvSpPr txBox="1"/>
          <p:nvPr/>
        </p:nvSpPr>
        <p:spPr>
          <a:xfrm>
            <a:off x="511403" y="1430110"/>
            <a:ext cx="1310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/>
              <a:t>object</a:t>
            </a:r>
            <a:endParaRPr lang="ko-KR" altLang="en-US" b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26A291-D741-429E-9074-AC8D5E1C62A2}"/>
              </a:ext>
            </a:extLst>
          </p:cNvPr>
          <p:cNvSpPr txBox="1"/>
          <p:nvPr/>
        </p:nvSpPr>
        <p:spPr>
          <a:xfrm>
            <a:off x="2291492" y="1946285"/>
            <a:ext cx="13951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context</a:t>
            </a:r>
            <a:endParaRPr lang="ko-KR" altLang="en-US" sz="1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62ECC9-BD44-4037-A409-3504D13BE039}"/>
              </a:ext>
            </a:extLst>
          </p:cNvPr>
          <p:cNvSpPr txBox="1"/>
          <p:nvPr/>
        </p:nvSpPr>
        <p:spPr>
          <a:xfrm>
            <a:off x="511403" y="4820305"/>
            <a:ext cx="1696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/>
              <a:t>group</a:t>
            </a:r>
            <a:endParaRPr lang="ko-KR" altLang="en-US" b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850A73-8754-47DE-927E-8B7A7F28B181}"/>
              </a:ext>
            </a:extLst>
          </p:cNvPr>
          <p:cNvSpPr txBox="1"/>
          <p:nvPr/>
        </p:nvSpPr>
        <p:spPr>
          <a:xfrm>
            <a:off x="511403" y="5625687"/>
            <a:ext cx="1696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/>
              <a:t>log</a:t>
            </a:r>
            <a:endParaRPr lang="ko-KR" altLang="en-US" b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0E49CC-78A4-486E-A1E9-DFD6D95D3BD4}"/>
              </a:ext>
            </a:extLst>
          </p:cNvPr>
          <p:cNvSpPr txBox="1"/>
          <p:nvPr/>
        </p:nvSpPr>
        <p:spPr>
          <a:xfrm>
            <a:off x="6205193" y="429240"/>
            <a:ext cx="1696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/>
              <a:t>time_event</a:t>
            </a:r>
            <a:endParaRPr lang="ko-KR" altLang="en-US" b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11325A-9547-4D0B-B357-2FE6EF2BE994}"/>
              </a:ext>
            </a:extLst>
          </p:cNvPr>
          <p:cNvSpPr txBox="1"/>
          <p:nvPr/>
        </p:nvSpPr>
        <p:spPr>
          <a:xfrm>
            <a:off x="6205193" y="1807123"/>
            <a:ext cx="1696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/>
              <a:t>querier</a:t>
            </a:r>
            <a:endParaRPr lang="ko-KR" altLang="en-US" b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9764F3-A709-4639-9CAB-E7EAC0E7E7D7}"/>
              </a:ext>
            </a:extLst>
          </p:cNvPr>
          <p:cNvSpPr txBox="1"/>
          <p:nvPr/>
        </p:nvSpPr>
        <p:spPr>
          <a:xfrm>
            <a:off x="2291492" y="1671222"/>
            <a:ext cx="16968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object.pool</a:t>
            </a:r>
            <a:endParaRPr lang="ko-KR" altLang="en-US" sz="14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D869B3-362C-4258-ACC8-6DE8D9014DF9}"/>
              </a:ext>
            </a:extLst>
          </p:cNvPr>
          <p:cNvSpPr txBox="1"/>
          <p:nvPr/>
        </p:nvSpPr>
        <p:spPr>
          <a:xfrm>
            <a:off x="2291492" y="1411256"/>
            <a:ext cx="20361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smart pointer</a:t>
            </a:r>
            <a:endParaRPr lang="ko-KR" altLang="en-US" sz="14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4DCBB9-E6E6-4AA4-8B59-806D7E15CA40}"/>
              </a:ext>
            </a:extLst>
          </p:cNvPr>
          <p:cNvSpPr txBox="1"/>
          <p:nvPr/>
        </p:nvSpPr>
        <p:spPr>
          <a:xfrm>
            <a:off x="2291492" y="2638847"/>
            <a:ext cx="21854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dump manager</a:t>
            </a:r>
            <a:endParaRPr lang="ko-KR" altLang="en-US" sz="14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818B93-445A-4C13-A842-2BBF3BB9DA9D}"/>
              </a:ext>
            </a:extLst>
          </p:cNvPr>
          <p:cNvSpPr txBox="1"/>
          <p:nvPr/>
        </p:nvSpPr>
        <p:spPr>
          <a:xfrm>
            <a:off x="2291492" y="2378157"/>
            <a:ext cx="21854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thread pool</a:t>
            </a:r>
            <a:endParaRPr lang="ko-KR" altLang="en-US" sz="14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42C5D4-D568-4E7B-B1E2-44D4B0A0F38E}"/>
              </a:ext>
            </a:extLst>
          </p:cNvPr>
          <p:cNvSpPr txBox="1"/>
          <p:nvPr/>
        </p:nvSpPr>
        <p:spPr>
          <a:xfrm>
            <a:off x="2291492" y="2920826"/>
            <a:ext cx="21854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schedulable</a:t>
            </a:r>
            <a:endParaRPr lang="ko-KR" altLang="en-US" sz="14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89EA397-41B7-41CD-AD94-90340D481B85}"/>
              </a:ext>
            </a:extLst>
          </p:cNvPr>
          <p:cNvSpPr txBox="1"/>
          <p:nvPr/>
        </p:nvSpPr>
        <p:spPr>
          <a:xfrm>
            <a:off x="6205193" y="2776457"/>
            <a:ext cx="1696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/>
              <a:t>service</a:t>
            </a:r>
            <a:endParaRPr lang="ko-KR" altLang="en-US" b="1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A966DA-8431-4787-9087-B31B6AB193E6}"/>
              </a:ext>
            </a:extLst>
          </p:cNvPr>
          <p:cNvSpPr txBox="1"/>
          <p:nvPr/>
        </p:nvSpPr>
        <p:spPr>
          <a:xfrm>
            <a:off x="6205193" y="4324638"/>
            <a:ext cx="4429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/>
              <a:t>distributed object storage system</a:t>
            </a:r>
            <a:endParaRPr lang="ko-KR" altLang="en-US" b="1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5AB6829-30D8-4857-8108-87DAD78344FC}"/>
              </a:ext>
            </a:extLst>
          </p:cNvPr>
          <p:cNvSpPr txBox="1"/>
          <p:nvPr/>
        </p:nvSpPr>
        <p:spPr>
          <a:xfrm>
            <a:off x="511403" y="3429010"/>
            <a:ext cx="1270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/>
              <a:t>network</a:t>
            </a:r>
            <a:endParaRPr lang="ko-KR" altLang="en-US" b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31973F1-614D-4B77-A660-667961B57C60}"/>
              </a:ext>
            </a:extLst>
          </p:cNvPr>
          <p:cNvSpPr txBox="1"/>
          <p:nvPr/>
        </p:nvSpPr>
        <p:spPr>
          <a:xfrm>
            <a:off x="2208228" y="4804721"/>
            <a:ext cx="16968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group</a:t>
            </a:r>
            <a:endParaRPr lang="ko-KR" altLang="en-US" sz="14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A533A56-88A7-4365-9284-4CF6F588D749}"/>
              </a:ext>
            </a:extLst>
          </p:cNvPr>
          <p:cNvSpPr txBox="1"/>
          <p:nvPr/>
        </p:nvSpPr>
        <p:spPr>
          <a:xfrm>
            <a:off x="2208228" y="5138696"/>
            <a:ext cx="16968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observer</a:t>
            </a:r>
            <a:endParaRPr lang="ko-KR" altLang="en-US" sz="14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18FF68-4D38-4E7F-84D6-9A4EE93784CB}"/>
              </a:ext>
            </a:extLst>
          </p:cNvPr>
          <p:cNvSpPr txBox="1"/>
          <p:nvPr/>
        </p:nvSpPr>
        <p:spPr>
          <a:xfrm>
            <a:off x="511403" y="572329"/>
            <a:ext cx="1310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/>
              <a:t>buffer</a:t>
            </a:r>
            <a:endParaRPr lang="ko-KR" altLang="en-US" b="1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30C713E-A594-4A43-8585-FC7A785B95C7}"/>
              </a:ext>
            </a:extLst>
          </p:cNvPr>
          <p:cNvSpPr txBox="1"/>
          <p:nvPr/>
        </p:nvSpPr>
        <p:spPr>
          <a:xfrm>
            <a:off x="2291492" y="555817"/>
            <a:ext cx="20361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buffer_view</a:t>
            </a:r>
            <a:endParaRPr lang="ko-KR" altLang="en-US" sz="14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A277A3A-E0F2-47FE-8456-1577DA2C7995}"/>
              </a:ext>
            </a:extLst>
          </p:cNvPr>
          <p:cNvSpPr txBox="1"/>
          <p:nvPr/>
        </p:nvSpPr>
        <p:spPr>
          <a:xfrm>
            <a:off x="2293063" y="830766"/>
            <a:ext cx="20361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shared_buffer</a:t>
            </a:r>
            <a:endParaRPr lang="ko-KR" altLang="en-US" sz="14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10F8C99-E698-4DD4-8F51-778421135F4B}"/>
              </a:ext>
            </a:extLst>
          </p:cNvPr>
          <p:cNvSpPr txBox="1"/>
          <p:nvPr/>
        </p:nvSpPr>
        <p:spPr>
          <a:xfrm>
            <a:off x="2209009" y="5753732"/>
            <a:ext cx="169682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log.file</a:t>
            </a:r>
          </a:p>
          <a:p>
            <a:r>
              <a:rPr lang="en-US" altLang="ko-KR" sz="1400"/>
              <a:t>log.console</a:t>
            </a:r>
          </a:p>
          <a:p>
            <a:r>
              <a:rPr lang="en-US" altLang="ko-KR" sz="1400"/>
              <a:t>log.socket</a:t>
            </a:r>
            <a:endParaRPr lang="ko-KR" altLang="en-US" sz="14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65ACF57-E3FB-4D09-BE2B-1ABC6260AFB5}"/>
              </a:ext>
            </a:extLst>
          </p:cNvPr>
          <p:cNvSpPr txBox="1"/>
          <p:nvPr/>
        </p:nvSpPr>
        <p:spPr>
          <a:xfrm>
            <a:off x="7913801" y="2839774"/>
            <a:ext cx="169682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service.application</a:t>
            </a:r>
          </a:p>
          <a:p>
            <a:r>
              <a:rPr lang="en-US" altLang="ko-KR" sz="1400"/>
              <a:t>service.service</a:t>
            </a:r>
          </a:p>
          <a:p>
            <a:r>
              <a:rPr lang="en-US" altLang="ko-KR" sz="1400"/>
              <a:t>service.</a:t>
            </a:r>
            <a:endParaRPr lang="ko-KR" altLang="en-US" sz="14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B34BD6-5A4C-4B54-BE35-9FFD1CAAA439}"/>
              </a:ext>
            </a:extLst>
          </p:cNvPr>
          <p:cNvSpPr txBox="1"/>
          <p:nvPr/>
        </p:nvSpPr>
        <p:spPr>
          <a:xfrm>
            <a:off x="7913801" y="4848589"/>
            <a:ext cx="169682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repository</a:t>
            </a:r>
          </a:p>
          <a:p>
            <a:r>
              <a:rPr lang="en-US" altLang="ko-KR" sz="1400"/>
              <a:t>depot</a:t>
            </a:r>
          </a:p>
          <a:p>
            <a:r>
              <a:rPr lang="en-US" altLang="ko-KR" sz="1400"/>
              <a:t>object</a:t>
            </a:r>
            <a:endParaRPr lang="ko-KR" altLang="en-US" sz="14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A389547-8ECE-4147-9E03-12C4CBFDB7AF}"/>
              </a:ext>
            </a:extLst>
          </p:cNvPr>
          <p:cNvSpPr txBox="1"/>
          <p:nvPr/>
        </p:nvSpPr>
        <p:spPr>
          <a:xfrm>
            <a:off x="2294627" y="267510"/>
            <a:ext cx="21823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memory.block.pool</a:t>
            </a:r>
            <a:endParaRPr lang="ko-KR" altLang="en-US" sz="14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47F3D70-17EB-408E-952B-C129578FFA0C}"/>
              </a:ext>
            </a:extLst>
          </p:cNvPr>
          <p:cNvSpPr txBox="1"/>
          <p:nvPr/>
        </p:nvSpPr>
        <p:spPr>
          <a:xfrm>
            <a:off x="7913801" y="1861252"/>
            <a:ext cx="169682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querier.rdb</a:t>
            </a:r>
          </a:p>
          <a:p>
            <a:r>
              <a:rPr lang="en-US" altLang="ko-KR" sz="1400"/>
              <a:t>querier.redis</a:t>
            </a:r>
          </a:p>
          <a:p>
            <a:r>
              <a:rPr lang="en-US" altLang="ko-KR" sz="1400"/>
              <a:t>querier.http</a:t>
            </a:r>
          </a:p>
        </p:txBody>
      </p:sp>
    </p:spTree>
    <p:extLst>
      <p:ext uri="{BB962C8B-B14F-4D97-AF65-F5344CB8AC3E}">
        <p14:creationId xmlns:p14="http://schemas.microsoft.com/office/powerpoint/2010/main" val="3368029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사각형: 둥근 모서리 121">
            <a:extLst>
              <a:ext uri="{FF2B5EF4-FFF2-40B4-BE49-F238E27FC236}">
                <a16:creationId xmlns:a16="http://schemas.microsoft.com/office/drawing/2014/main" id="{9C0C87B5-0919-4BEF-A3AC-C59884A23823}"/>
              </a:ext>
            </a:extLst>
          </p:cNvPr>
          <p:cNvSpPr/>
          <p:nvPr/>
        </p:nvSpPr>
        <p:spPr>
          <a:xfrm>
            <a:off x="2420541" y="445801"/>
            <a:ext cx="3445451" cy="1293271"/>
          </a:xfrm>
          <a:prstGeom prst="round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  <a:prstDash val="sysDot"/>
          </a:ln>
          <a:effectLst>
            <a:outerShdw blurRad="12700" dist="12700" dir="2700000" algn="tl" rotWithShape="0">
              <a:prstClr val="black">
                <a:alpha val="8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9DCC8B9-B175-43B4-8D65-018EB49BF60A}"/>
              </a:ext>
            </a:extLst>
          </p:cNvPr>
          <p:cNvSpPr txBox="1"/>
          <p:nvPr/>
        </p:nvSpPr>
        <p:spPr>
          <a:xfrm>
            <a:off x="2665133" y="710301"/>
            <a:ext cx="1056196" cy="553998"/>
          </a:xfrm>
          <a:prstGeom prst="rect">
            <a:avLst/>
          </a:prstGeom>
          <a:noFill/>
          <a:effectLst>
            <a:outerShdw blurRad="12700" dist="12700" dir="2700000" algn="tl" rotWithShape="0">
              <a:prstClr val="black">
                <a:alpha val="80000"/>
              </a:prst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pPr marL="88900" indent="-88900">
              <a:buFont typeface="Wingdings" panose="05000000000000000000" pitchFamily="2" charset="2"/>
              <a:buChar char="§"/>
            </a:pPr>
            <a:r>
              <a:rPr lang="en-US" altLang="ko-KR" sz="90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tcp,udp</a:t>
            </a:r>
          </a:p>
          <a:p>
            <a:pPr marL="88900" indent="-88900">
              <a:buFont typeface="Wingdings" panose="05000000000000000000" pitchFamily="2" charset="2"/>
              <a:buChar char="§"/>
            </a:pPr>
            <a:r>
              <a:rPr lang="en-US" altLang="ko-KR" sz="90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http,web socket</a:t>
            </a:r>
          </a:p>
          <a:p>
            <a:pPr marL="88900" indent="-88900">
              <a:buFont typeface="Wingdings" panose="05000000000000000000" pitchFamily="2" charset="2"/>
              <a:buChar char="§"/>
            </a:pPr>
            <a:r>
              <a:rPr lang="en-US" altLang="ko-KR" sz="90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p2p </a:t>
            </a:r>
          </a:p>
          <a:p>
            <a:pPr marL="88900" indent="-88900">
              <a:buFont typeface="Wingdings" panose="05000000000000000000" pitchFamily="2" charset="2"/>
              <a:buChar char="§"/>
            </a:pPr>
            <a:r>
              <a:rPr lang="en-US" altLang="ko-KR" sz="90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update</a:t>
            </a:r>
            <a:endParaRPr lang="ko-KR" altLang="en-US" sz="900">
              <a:solidFill>
                <a:schemeClr val="bg1">
                  <a:lumMod val="9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57580A6-9F1E-46C9-BDE3-E4712CB04223}"/>
              </a:ext>
            </a:extLst>
          </p:cNvPr>
          <p:cNvSpPr txBox="1"/>
          <p:nvPr/>
        </p:nvSpPr>
        <p:spPr>
          <a:xfrm>
            <a:off x="3827277" y="710301"/>
            <a:ext cx="932725" cy="415498"/>
          </a:xfrm>
          <a:prstGeom prst="rect">
            <a:avLst/>
          </a:prstGeom>
          <a:noFill/>
          <a:effectLst>
            <a:outerShdw blurRad="12700" dist="12700" dir="2700000" algn="tl" rotWithShape="0">
              <a:prstClr val="black">
                <a:alpha val="80000"/>
              </a:prst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ko-KR" sz="90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 system.object</a:t>
            </a:r>
            <a:endParaRPr lang="ko-KR" altLang="en-US" sz="900">
              <a:solidFill>
                <a:schemeClr val="bg1">
                  <a:lumMod val="95000"/>
                </a:schemeClr>
              </a:solidFill>
              <a:latin typeface="+mj-ea"/>
              <a:ea typeface="+mj-ea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90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 system.buffer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90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 system.thread</a:t>
            </a:r>
            <a:endParaRPr lang="ko-KR" altLang="en-US" sz="900">
              <a:solidFill>
                <a:schemeClr val="bg1">
                  <a:lumMod val="9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962CB1A-22C7-4477-90AF-DC4CAABB2FE0}"/>
              </a:ext>
            </a:extLst>
          </p:cNvPr>
          <p:cNvSpPr txBox="1"/>
          <p:nvPr/>
        </p:nvSpPr>
        <p:spPr>
          <a:xfrm>
            <a:off x="6029138" y="710301"/>
            <a:ext cx="1501661" cy="830997"/>
          </a:xfrm>
          <a:prstGeom prst="rect">
            <a:avLst/>
          </a:prstGeom>
          <a:noFill/>
          <a:effectLst>
            <a:outerShdw blurRad="12700" dist="12700" dir="2700000" algn="tl" rotWithShape="0">
              <a:prstClr val="black">
                <a:alpha val="80000"/>
              </a:prst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ko-KR" sz="90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 log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90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 group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90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 time_event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90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 service framework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90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 querier</a:t>
            </a:r>
            <a:endParaRPr lang="ko-KR" altLang="en-US" sz="900">
              <a:solidFill>
                <a:schemeClr val="bg1">
                  <a:lumMod val="95000"/>
                </a:schemeClr>
              </a:solidFill>
              <a:latin typeface="+mj-ea"/>
              <a:ea typeface="+mj-ea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90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 distributed object storage</a:t>
            </a:r>
            <a:endParaRPr lang="ko-KR" altLang="en-US" sz="900">
              <a:solidFill>
                <a:schemeClr val="bg1">
                  <a:lumMod val="9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8A60789-7481-4E51-A0E4-F39CCB7D923E}"/>
              </a:ext>
            </a:extLst>
          </p:cNvPr>
          <p:cNvSpPr txBox="1"/>
          <p:nvPr/>
        </p:nvSpPr>
        <p:spPr>
          <a:xfrm>
            <a:off x="3827277" y="549268"/>
            <a:ext cx="907645" cy="153888"/>
          </a:xfrm>
          <a:prstGeom prst="rect">
            <a:avLst/>
          </a:prstGeom>
          <a:noFill/>
          <a:effectLst>
            <a:outerShdw blurRad="12700" dist="12700" dir="2700000" algn="tl" rotWithShape="0">
              <a:prstClr val="black">
                <a:alpha val="80000"/>
              </a:prst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CGDK.system</a:t>
            </a:r>
            <a:endParaRPr lang="ko-KR" altLang="en-US" sz="1000" b="1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51ACBCE-4A0A-4321-BFBA-415CA7AD3576}"/>
              </a:ext>
            </a:extLst>
          </p:cNvPr>
          <p:cNvSpPr txBox="1"/>
          <p:nvPr/>
        </p:nvSpPr>
        <p:spPr>
          <a:xfrm>
            <a:off x="2665132" y="549268"/>
            <a:ext cx="1035673" cy="153888"/>
          </a:xfrm>
          <a:prstGeom prst="rect">
            <a:avLst/>
          </a:prstGeom>
          <a:noFill/>
          <a:effectLst>
            <a:outerShdw blurRad="12700" dist="12700" dir="2700000" algn="tl" rotWithShape="0">
              <a:prstClr val="black">
                <a:alpha val="80000"/>
              </a:prst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CGDK.network</a:t>
            </a:r>
            <a:endParaRPr lang="ko-KR" altLang="en-US" sz="1000" b="1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B9C5AF7-5AA7-4AF5-9CFA-9A5D81C0F3ED}"/>
              </a:ext>
            </a:extLst>
          </p:cNvPr>
          <p:cNvSpPr txBox="1"/>
          <p:nvPr/>
        </p:nvSpPr>
        <p:spPr>
          <a:xfrm>
            <a:off x="6029138" y="549268"/>
            <a:ext cx="865349" cy="153888"/>
          </a:xfrm>
          <a:prstGeom prst="rect">
            <a:avLst/>
          </a:prstGeom>
          <a:noFill/>
          <a:effectLst>
            <a:outerShdw blurRad="12700" dist="12700" dir="2700000" algn="tl" rotWithShape="0">
              <a:prstClr val="black">
                <a:alpha val="80000"/>
              </a:prst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CGDK.server</a:t>
            </a:r>
            <a:endParaRPr lang="ko-KR" altLang="en-US" sz="1000" b="1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01" name="직선 연결선 100">
            <a:extLst>
              <a:ext uri="{FF2B5EF4-FFF2-40B4-BE49-F238E27FC236}">
                <a16:creationId xmlns:a16="http://schemas.microsoft.com/office/drawing/2014/main" id="{B79F2878-027B-405B-ADA4-7103B992F8C6}"/>
              </a:ext>
            </a:extLst>
          </p:cNvPr>
          <p:cNvCxnSpPr>
            <a:cxnSpLocks/>
          </p:cNvCxnSpPr>
          <p:nvPr/>
        </p:nvCxnSpPr>
        <p:spPr>
          <a:xfrm>
            <a:off x="3751077" y="717028"/>
            <a:ext cx="0" cy="43200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prstDash val="sysDash"/>
          </a:ln>
          <a:effectLst>
            <a:outerShdw blurRad="12700" dist="12700" dir="2700000" algn="tl" rotWithShape="0">
              <a:prstClr val="black">
                <a:alpha val="8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B7390A21-ED8A-4657-84A9-94259AB7131A}"/>
              </a:ext>
            </a:extLst>
          </p:cNvPr>
          <p:cNvSpPr txBox="1"/>
          <p:nvPr/>
        </p:nvSpPr>
        <p:spPr>
          <a:xfrm>
            <a:off x="3116004" y="1318353"/>
            <a:ext cx="1056190" cy="353943"/>
          </a:xfrm>
          <a:prstGeom prst="rect">
            <a:avLst/>
          </a:prstGeom>
          <a:noFill/>
          <a:effectLst>
            <a:outerShdw blurRad="12700" dist="12700" dir="2700000" algn="tl" rotWithShape="0">
              <a:prstClr val="black">
                <a:alpha val="80000"/>
              </a:prst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>
                <a:solidFill>
                  <a:schemeClr val="bg1"/>
                </a:solidFill>
              </a:rPr>
              <a:t>windows: </a:t>
            </a:r>
            <a:r>
              <a:rPr lang="en-US" altLang="ko-KR" sz="800">
                <a:solidFill>
                  <a:srgbClr val="FFFF00"/>
                </a:solidFill>
              </a:rPr>
              <a:t>iocp</a:t>
            </a:r>
          </a:p>
          <a:p>
            <a:r>
              <a:rPr lang="en-US" altLang="ko-KR" sz="800">
                <a:solidFill>
                  <a:schemeClr val="bg1"/>
                </a:solidFill>
              </a:rPr>
              <a:t>android, linux : </a:t>
            </a:r>
            <a:r>
              <a:rPr lang="en-US" altLang="ko-KR" sz="800">
                <a:solidFill>
                  <a:srgbClr val="FFFF00"/>
                </a:solidFill>
              </a:rPr>
              <a:t>epoll</a:t>
            </a:r>
          </a:p>
          <a:p>
            <a:r>
              <a:rPr lang="en-US" altLang="ko-KR" sz="700">
                <a:solidFill>
                  <a:srgbClr val="FFFF00"/>
                </a:solidFill>
              </a:rPr>
              <a:t>C++17 standard, C#</a:t>
            </a:r>
            <a:endParaRPr lang="ko-KR" altLang="en-US" sz="700">
              <a:solidFill>
                <a:srgbClr val="FFFF00"/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CE9AFB4C-D506-42B8-9296-792D05DDBBB5}"/>
              </a:ext>
            </a:extLst>
          </p:cNvPr>
          <p:cNvSpPr txBox="1"/>
          <p:nvPr/>
        </p:nvSpPr>
        <p:spPr>
          <a:xfrm>
            <a:off x="6331650" y="1562621"/>
            <a:ext cx="1555208" cy="123111"/>
          </a:xfrm>
          <a:prstGeom prst="rect">
            <a:avLst/>
          </a:prstGeom>
          <a:noFill/>
          <a:effectLst>
            <a:outerShdw blurRad="12700" dist="12700" dir="2700000" algn="tl" rotWithShape="0">
              <a:prstClr val="black">
                <a:alpha val="80000"/>
              </a:prst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>
                <a:solidFill>
                  <a:srgbClr val="FFFF00"/>
                </a:solidFill>
              </a:rPr>
              <a:t>SQL Server, MySQL, redis, http</a:t>
            </a:r>
            <a:r>
              <a:rPr lang="ko-KR" altLang="en-US" sz="800">
                <a:solidFill>
                  <a:srgbClr val="FFFF00"/>
                </a:solidFill>
              </a:rPr>
              <a:t> </a:t>
            </a:r>
            <a:r>
              <a:rPr lang="en-US" altLang="ko-KR" sz="800">
                <a:solidFill>
                  <a:srgbClr val="FFFF00"/>
                </a:solidFill>
              </a:rPr>
              <a:t>…</a:t>
            </a:r>
            <a:endParaRPr lang="ko-KR" altLang="en-US" sz="800">
              <a:solidFill>
                <a:srgbClr val="FFFF00"/>
              </a:solidFill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D85F958-93B7-4E14-A314-BC6CDFCCF87C}"/>
              </a:ext>
            </a:extLst>
          </p:cNvPr>
          <p:cNvSpPr txBox="1"/>
          <p:nvPr/>
        </p:nvSpPr>
        <p:spPr>
          <a:xfrm>
            <a:off x="6401355" y="1717344"/>
            <a:ext cx="1129444" cy="215444"/>
          </a:xfrm>
          <a:prstGeom prst="rect">
            <a:avLst/>
          </a:prstGeom>
          <a:noFill/>
          <a:effectLst>
            <a:outerShdw blurRad="12700" dist="12700" dir="2700000" algn="tl" rotWithShape="0">
              <a:prstClr val="black">
                <a:alpha val="80000"/>
              </a:prst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>
                <a:solidFill>
                  <a:schemeClr val="bg1"/>
                </a:solidFill>
              </a:rPr>
              <a:t>windows: </a:t>
            </a:r>
            <a:r>
              <a:rPr lang="en-US" altLang="ko-KR" sz="700">
                <a:solidFill>
                  <a:srgbClr val="FFFF00"/>
                </a:solidFill>
              </a:rPr>
              <a:t>OLE-DB, ODBC</a:t>
            </a:r>
          </a:p>
          <a:p>
            <a:r>
              <a:rPr lang="en-US" altLang="ko-KR" sz="700">
                <a:solidFill>
                  <a:schemeClr val="bg1"/>
                </a:solidFill>
              </a:rPr>
              <a:t>linux : </a:t>
            </a:r>
            <a:r>
              <a:rPr lang="en-US" altLang="ko-KR" sz="700">
                <a:solidFill>
                  <a:srgbClr val="FFFF00"/>
                </a:solidFill>
              </a:rPr>
              <a:t>ODBC</a:t>
            </a:r>
            <a:endParaRPr lang="ko-KR" altLang="en-US" sz="700">
              <a:solidFill>
                <a:srgbClr val="FFFF00"/>
              </a:solidFill>
            </a:endParaRPr>
          </a:p>
        </p:txBody>
      </p:sp>
      <p:cxnSp>
        <p:nvCxnSpPr>
          <p:cNvPr id="113" name="연결선: 꺾임 112">
            <a:extLst>
              <a:ext uri="{FF2B5EF4-FFF2-40B4-BE49-F238E27FC236}">
                <a16:creationId xmlns:a16="http://schemas.microsoft.com/office/drawing/2014/main" id="{AFD8710E-4F62-426E-9CC4-DCCA966E9E61}"/>
              </a:ext>
            </a:extLst>
          </p:cNvPr>
          <p:cNvCxnSpPr>
            <a:cxnSpLocks/>
          </p:cNvCxnSpPr>
          <p:nvPr/>
        </p:nvCxnSpPr>
        <p:spPr>
          <a:xfrm rot="10800000">
            <a:off x="6052548" y="1324549"/>
            <a:ext cx="248622" cy="352969"/>
          </a:xfrm>
          <a:prstGeom prst="bentConnector2">
            <a:avLst/>
          </a:prstGeom>
          <a:ln>
            <a:solidFill>
              <a:srgbClr val="FFFF00"/>
            </a:solidFill>
            <a:tailEnd type="oval" w="sm" len="sm"/>
          </a:ln>
          <a:effectLst>
            <a:outerShdw blurRad="12700" dist="12700" dir="2700000" algn="tl" rotWithShape="0">
              <a:prstClr val="black">
                <a:alpha val="8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연결선: 꺾임 113">
            <a:extLst>
              <a:ext uri="{FF2B5EF4-FFF2-40B4-BE49-F238E27FC236}">
                <a16:creationId xmlns:a16="http://schemas.microsoft.com/office/drawing/2014/main" id="{8A849B6F-03BE-472C-9958-5C2F1EEB1DBB}"/>
              </a:ext>
            </a:extLst>
          </p:cNvPr>
          <p:cNvCxnSpPr>
            <a:cxnSpLocks/>
          </p:cNvCxnSpPr>
          <p:nvPr/>
        </p:nvCxnSpPr>
        <p:spPr>
          <a:xfrm rot="10800000">
            <a:off x="2689370" y="781094"/>
            <a:ext cx="375834" cy="767051"/>
          </a:xfrm>
          <a:prstGeom prst="bentConnector2">
            <a:avLst/>
          </a:prstGeom>
          <a:ln>
            <a:solidFill>
              <a:srgbClr val="FFFF00"/>
            </a:solidFill>
            <a:tailEnd type="oval" w="sm" len="sm"/>
          </a:ln>
          <a:effectLst>
            <a:outerShdw blurRad="127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FF5E9791-ED06-40D1-9A8C-28E67562209B}"/>
              </a:ext>
            </a:extLst>
          </p:cNvPr>
          <p:cNvSpPr txBox="1"/>
          <p:nvPr/>
        </p:nvSpPr>
        <p:spPr>
          <a:xfrm>
            <a:off x="4844462" y="578548"/>
            <a:ext cx="932721" cy="107722"/>
          </a:xfrm>
          <a:prstGeom prst="rect">
            <a:avLst/>
          </a:prstGeom>
          <a:noFill/>
          <a:effectLst>
            <a:outerShdw blurRad="12700" dist="12700" dir="2700000" algn="tl" rotWithShape="0">
              <a:prstClr val="black">
                <a:alpha val="80000"/>
              </a:prst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>
                <a:solidFill>
                  <a:srgbClr val="FFFF00"/>
                </a:solidFill>
              </a:rPr>
              <a:t>C++17 standard, C#</a:t>
            </a:r>
            <a:endParaRPr lang="ko-KR" altLang="en-US" sz="700">
              <a:solidFill>
                <a:srgbClr val="FFFF00"/>
              </a:solidFill>
            </a:endParaRPr>
          </a:p>
        </p:txBody>
      </p:sp>
      <p:cxnSp>
        <p:nvCxnSpPr>
          <p:cNvPr id="118" name="연결선: 꺾임 117">
            <a:extLst>
              <a:ext uri="{FF2B5EF4-FFF2-40B4-BE49-F238E27FC236}">
                <a16:creationId xmlns:a16="http://schemas.microsoft.com/office/drawing/2014/main" id="{DF42035E-5FAE-4956-87CE-6F821E37DA66}"/>
              </a:ext>
            </a:extLst>
          </p:cNvPr>
          <p:cNvCxnSpPr>
            <a:cxnSpLocks/>
            <a:stCxn id="84" idx="3"/>
          </p:cNvCxnSpPr>
          <p:nvPr/>
        </p:nvCxnSpPr>
        <p:spPr>
          <a:xfrm flipH="1" flipV="1">
            <a:off x="4683872" y="624790"/>
            <a:ext cx="51050" cy="1422"/>
          </a:xfrm>
          <a:prstGeom prst="bentConnector3">
            <a:avLst>
              <a:gd name="adj1" fmla="val -89559"/>
            </a:avLst>
          </a:prstGeom>
          <a:ln>
            <a:solidFill>
              <a:srgbClr val="FFFF00"/>
            </a:solidFill>
            <a:tailEnd type="oval" w="sm" len="sm"/>
          </a:ln>
          <a:effectLst>
            <a:outerShdw blurRad="127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688BCA83-0AAE-4578-BD69-08DC6B3E993C}"/>
              </a:ext>
            </a:extLst>
          </p:cNvPr>
          <p:cNvSpPr/>
          <p:nvPr/>
        </p:nvSpPr>
        <p:spPr>
          <a:xfrm>
            <a:off x="4442570" y="1528379"/>
            <a:ext cx="1305165" cy="215444"/>
          </a:xfrm>
          <a:prstGeom prst="rect">
            <a:avLst/>
          </a:prstGeom>
          <a:effectLst>
            <a:outerShdw blurRad="12700" dist="12700" dir="2700000" algn="tl" rotWithShape="0">
              <a:prstClr val="black">
                <a:alpha val="8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en-US" altLang="ko-KR" sz="800">
                <a:solidFill>
                  <a:schemeClr val="tx2">
                    <a:lumMod val="60000"/>
                    <a:lumOff val="40000"/>
                  </a:schemeClr>
                </a:solidFill>
                <a:latin typeface="+mj-ea"/>
              </a:rPr>
              <a:t>for windows, linux, NDK</a:t>
            </a:r>
          </a:p>
        </p:txBody>
      </p:sp>
      <p:sp>
        <p:nvSpPr>
          <p:cNvPr id="124" name="사각형: 둥근 모서리 123">
            <a:extLst>
              <a:ext uri="{FF2B5EF4-FFF2-40B4-BE49-F238E27FC236}">
                <a16:creationId xmlns:a16="http://schemas.microsoft.com/office/drawing/2014/main" id="{7BFA9049-5AFE-48A9-BF63-05CAEE2979E4}"/>
              </a:ext>
            </a:extLst>
          </p:cNvPr>
          <p:cNvSpPr/>
          <p:nvPr/>
        </p:nvSpPr>
        <p:spPr>
          <a:xfrm>
            <a:off x="2350430" y="362010"/>
            <a:ext cx="6045958" cy="1581090"/>
          </a:xfrm>
          <a:prstGeom prst="round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  <a:prstDash val="sysDot"/>
          </a:ln>
          <a:effectLst>
            <a:outerShdw blurRad="12700" dist="12700" dir="2700000" algn="tl" rotWithShape="0">
              <a:prstClr val="black">
                <a:alpha val="8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562405E8-1525-4C68-BD1E-1BE8D3DE1C45}"/>
              </a:ext>
            </a:extLst>
          </p:cNvPr>
          <p:cNvSpPr/>
          <p:nvPr/>
        </p:nvSpPr>
        <p:spPr>
          <a:xfrm>
            <a:off x="4689680" y="1754807"/>
            <a:ext cx="1032655" cy="215444"/>
          </a:xfrm>
          <a:prstGeom prst="rect">
            <a:avLst/>
          </a:prstGeom>
          <a:effectLst>
            <a:outerShdw blurRad="12700" dist="12700" dir="2700000" algn="tl" rotWithShape="0">
              <a:prstClr val="black">
                <a:alpha val="8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en-US" altLang="ko-KR" sz="800">
                <a:solidFill>
                  <a:schemeClr val="tx2">
                    <a:lumMod val="60000"/>
                    <a:lumOff val="40000"/>
                  </a:schemeClr>
                </a:solidFill>
                <a:latin typeface="+mj-ea"/>
              </a:rPr>
              <a:t>for windows, linux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C30B0219-4DB0-4DF6-B276-1E8EFC5E9109}"/>
              </a:ext>
            </a:extLst>
          </p:cNvPr>
          <p:cNvSpPr txBox="1"/>
          <p:nvPr/>
        </p:nvSpPr>
        <p:spPr>
          <a:xfrm>
            <a:off x="7411316" y="549268"/>
            <a:ext cx="985924" cy="153888"/>
          </a:xfrm>
          <a:prstGeom prst="rect">
            <a:avLst/>
          </a:prstGeom>
          <a:noFill/>
          <a:effectLst>
            <a:outerShdw blurRad="12700" dist="12700" dir="2700000" algn="tl" rotWithShape="0">
              <a:prstClr val="black">
                <a:alpha val="80000"/>
              </a:prst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CGDK.admin</a:t>
            </a:r>
            <a:endParaRPr lang="ko-KR" altLang="en-US" sz="1000" b="1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0073A5B4-15D8-49A7-8FB7-C6C43AAD7D16}"/>
              </a:ext>
            </a:extLst>
          </p:cNvPr>
          <p:cNvSpPr txBox="1"/>
          <p:nvPr/>
        </p:nvSpPr>
        <p:spPr>
          <a:xfrm>
            <a:off x="7405420" y="710301"/>
            <a:ext cx="865349" cy="415498"/>
          </a:xfrm>
          <a:prstGeom prst="rect">
            <a:avLst/>
          </a:prstGeom>
          <a:noFill/>
          <a:effectLst>
            <a:outerShdw blurRad="12700" dist="12700" dir="2700000" algn="tl" rotWithShape="0">
              <a:prstClr val="black">
                <a:alpha val="80000"/>
              </a:prst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ko-KR" sz="90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 admin server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90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 admin client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90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 host agent </a:t>
            </a:r>
            <a:endParaRPr lang="ko-KR" altLang="en-US" sz="900">
              <a:solidFill>
                <a:schemeClr val="bg1">
                  <a:lumMod val="95000"/>
                </a:schemeClr>
              </a:solidFill>
              <a:latin typeface="+mj-ea"/>
              <a:ea typeface="+mj-ea"/>
            </a:endParaRPr>
          </a:p>
        </p:txBody>
      </p: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CBFABC6C-3F48-4D68-A904-61EEF925C0F4}"/>
              </a:ext>
            </a:extLst>
          </p:cNvPr>
          <p:cNvCxnSpPr>
            <a:cxnSpLocks/>
          </p:cNvCxnSpPr>
          <p:nvPr/>
        </p:nvCxnSpPr>
        <p:spPr>
          <a:xfrm>
            <a:off x="1272540" y="609600"/>
            <a:ext cx="495300" cy="198120"/>
          </a:xfrm>
          <a:prstGeom prst="line">
            <a:avLst/>
          </a:prstGeom>
          <a:ln w="12700">
            <a:solidFill>
              <a:schemeClr val="tx2">
                <a:lumMod val="60000"/>
                <a:lumOff val="40000"/>
              </a:schemeClr>
            </a:solidFill>
            <a:headEnd type="arrow" w="sm" len="sm"/>
            <a:tailEnd type="arrow" w="sm" len="sm"/>
          </a:ln>
          <a:effectLst>
            <a:outerShdw blurRad="12700" dist="12700" dir="2700000" algn="tl" rotWithShape="0">
              <a:prstClr val="black">
                <a:alpha val="8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TextBox 136">
            <a:extLst>
              <a:ext uri="{FF2B5EF4-FFF2-40B4-BE49-F238E27FC236}">
                <a16:creationId xmlns:a16="http://schemas.microsoft.com/office/drawing/2014/main" id="{FE265FC3-B81B-4B60-8DF0-821082D45FEA}"/>
              </a:ext>
            </a:extLst>
          </p:cNvPr>
          <p:cNvSpPr txBox="1"/>
          <p:nvPr/>
        </p:nvSpPr>
        <p:spPr>
          <a:xfrm>
            <a:off x="690138" y="1463412"/>
            <a:ext cx="628363" cy="615553"/>
          </a:xfrm>
          <a:prstGeom prst="rect">
            <a:avLst/>
          </a:prstGeom>
          <a:noFill/>
          <a:effectLst>
            <a:outerShdw blurRad="12700" dist="12700" dir="2700000" algn="tl" rotWithShape="0">
              <a:prstClr val="black">
                <a:alpha val="80000"/>
              </a:prst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>
                <a:solidFill>
                  <a:schemeClr val="bg1"/>
                </a:solidFill>
                <a:latin typeface="+mj-ea"/>
                <a:ea typeface="+mj-ea"/>
              </a:rPr>
              <a:t>clients</a:t>
            </a:r>
          </a:p>
          <a:p>
            <a:pPr algn="ctr"/>
            <a:r>
              <a:rPr lang="en-US" altLang="ko-KR" sz="700">
                <a:solidFill>
                  <a:srgbClr val="FFFF00"/>
                </a:solidFill>
                <a:latin typeface="+mj-ea"/>
                <a:ea typeface="+mj-ea"/>
              </a:rPr>
              <a:t>unity 3D</a:t>
            </a:r>
          </a:p>
          <a:p>
            <a:pPr algn="ctr"/>
            <a:r>
              <a:rPr lang="en-US" altLang="ko-KR" sz="700">
                <a:solidFill>
                  <a:srgbClr val="FFFF00"/>
                </a:solidFill>
                <a:latin typeface="+mj-ea"/>
                <a:ea typeface="+mj-ea"/>
              </a:rPr>
              <a:t>unreal</a:t>
            </a:r>
          </a:p>
          <a:p>
            <a:pPr algn="ctr"/>
            <a:r>
              <a:rPr lang="en-US" altLang="ko-KR" sz="700">
                <a:solidFill>
                  <a:srgbClr val="FFFF00"/>
                </a:solidFill>
                <a:latin typeface="+mj-ea"/>
                <a:ea typeface="+mj-ea"/>
              </a:rPr>
              <a:t>web</a:t>
            </a:r>
          </a:p>
          <a:p>
            <a:pPr algn="ctr"/>
            <a:r>
              <a:rPr lang="en-US" altLang="ko-KR" sz="900">
                <a:solidFill>
                  <a:srgbClr val="FFFF00"/>
                </a:solidFill>
                <a:latin typeface="+mj-ea"/>
                <a:ea typeface="+mj-ea"/>
              </a:rPr>
              <a:t>…</a:t>
            </a:r>
            <a:endParaRPr lang="ko-KR" altLang="en-US" sz="900">
              <a:solidFill>
                <a:srgbClr val="FFFF00"/>
              </a:solidFill>
              <a:latin typeface="+mj-ea"/>
              <a:ea typeface="+mj-ea"/>
            </a:endParaRPr>
          </a:p>
        </p:txBody>
      </p:sp>
      <p:pic>
        <p:nvPicPr>
          <p:cNvPr id="141" name="그래픽 140" descr="스마트폰">
            <a:extLst>
              <a:ext uri="{FF2B5EF4-FFF2-40B4-BE49-F238E27FC236}">
                <a16:creationId xmlns:a16="http://schemas.microsoft.com/office/drawing/2014/main" id="{9F0AFA50-494B-4871-9911-A5E2B855E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7227" y="736141"/>
            <a:ext cx="324000" cy="258923"/>
          </a:xfrm>
          <a:prstGeom prst="rect">
            <a:avLst/>
          </a:prstGeom>
          <a:effectLst>
            <a:outerShdw blurRad="25400" dist="12700" dir="2700000" algn="tl" rotWithShape="0">
              <a:prstClr val="black">
                <a:alpha val="80000"/>
              </a:prstClr>
            </a:outerShdw>
          </a:effectLst>
        </p:spPr>
      </p:pic>
      <p:pic>
        <p:nvPicPr>
          <p:cNvPr id="143" name="그래픽 142" descr="서버">
            <a:extLst>
              <a:ext uri="{FF2B5EF4-FFF2-40B4-BE49-F238E27FC236}">
                <a16:creationId xmlns:a16="http://schemas.microsoft.com/office/drawing/2014/main" id="{65957B7E-7459-4E76-BF04-BA1ACDAA3C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48805" y="711700"/>
            <a:ext cx="324000" cy="324000"/>
          </a:xfrm>
          <a:prstGeom prst="rect">
            <a:avLst/>
          </a:prstGeom>
          <a:effectLst>
            <a:outerShdw blurRad="25400" dist="12700" dir="2700000" algn="tl" rotWithShape="0">
              <a:prstClr val="black">
                <a:alpha val="80000"/>
              </a:prstClr>
            </a:outerShdw>
          </a:effectLst>
        </p:spPr>
      </p:pic>
      <p:pic>
        <p:nvPicPr>
          <p:cNvPr id="145" name="그래픽 144" descr="컴퓨터">
            <a:extLst>
              <a:ext uri="{FF2B5EF4-FFF2-40B4-BE49-F238E27FC236}">
                <a16:creationId xmlns:a16="http://schemas.microsoft.com/office/drawing/2014/main" id="{69CCDDD5-AC06-4838-907E-C97A10A4FBC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9159" y="323907"/>
            <a:ext cx="324000" cy="324000"/>
          </a:xfrm>
          <a:prstGeom prst="rect">
            <a:avLst/>
          </a:prstGeom>
          <a:effectLst>
            <a:outerShdw blurRad="25400" dist="12700" dir="2700000" algn="tl" rotWithShape="0">
              <a:prstClr val="black">
                <a:alpha val="80000"/>
              </a:prstClr>
            </a:outerShdw>
          </a:effectLst>
        </p:spPr>
      </p:pic>
      <p:sp>
        <p:nvSpPr>
          <p:cNvPr id="147" name="TextBox 146">
            <a:extLst>
              <a:ext uri="{FF2B5EF4-FFF2-40B4-BE49-F238E27FC236}">
                <a16:creationId xmlns:a16="http://schemas.microsoft.com/office/drawing/2014/main" id="{BB31DB76-0106-493E-ACF1-74DF7BBF6C26}"/>
              </a:ext>
            </a:extLst>
          </p:cNvPr>
          <p:cNvSpPr txBox="1"/>
          <p:nvPr/>
        </p:nvSpPr>
        <p:spPr>
          <a:xfrm>
            <a:off x="1761611" y="1047914"/>
            <a:ext cx="513900" cy="415498"/>
          </a:xfrm>
          <a:prstGeom prst="rect">
            <a:avLst/>
          </a:prstGeom>
          <a:noFill/>
          <a:effectLst>
            <a:outerShdw blurRad="12700" dist="12700" dir="2700000" algn="tl" rotWithShape="0">
              <a:prstClr val="black">
                <a:alpha val="80000"/>
              </a:prst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  <a:latin typeface="+mj-ea"/>
                <a:ea typeface="+mj-ea"/>
              </a:rPr>
              <a:t>windows</a:t>
            </a:r>
            <a:br>
              <a:rPr lang="en-US" altLang="ko-KR" sz="900" dirty="0">
                <a:solidFill>
                  <a:schemeClr val="bg1"/>
                </a:solidFill>
                <a:latin typeface="+mj-ea"/>
                <a:ea typeface="+mj-ea"/>
              </a:rPr>
            </a:br>
            <a:r>
              <a:rPr lang="en-US" altLang="ko-KR" sz="900" dirty="0" err="1">
                <a:solidFill>
                  <a:schemeClr val="bg1"/>
                </a:solidFill>
                <a:latin typeface="+mj-ea"/>
                <a:ea typeface="+mj-ea"/>
              </a:rPr>
              <a:t>linux</a:t>
            </a:r>
            <a:endParaRPr lang="en-US" altLang="ko-KR" sz="900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ctr"/>
            <a:r>
              <a:rPr lang="en-US" altLang="ko-KR" sz="900" dirty="0">
                <a:solidFill>
                  <a:schemeClr val="bg1"/>
                </a:solidFill>
                <a:latin typeface="+mj-ea"/>
                <a:ea typeface="+mj-ea"/>
              </a:rPr>
              <a:t>…</a:t>
            </a:r>
            <a:endParaRPr lang="ko-KR" altLang="en-US" sz="9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pic>
        <p:nvPicPr>
          <p:cNvPr id="154" name="그래픽 153" descr="인터넷">
            <a:extLst>
              <a:ext uri="{FF2B5EF4-FFF2-40B4-BE49-F238E27FC236}">
                <a16:creationId xmlns:a16="http://schemas.microsoft.com/office/drawing/2014/main" id="{D4236700-5A4A-4200-8D31-6A0F66ED6D2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9410" y="1116255"/>
            <a:ext cx="324000" cy="324000"/>
          </a:xfrm>
          <a:prstGeom prst="rect">
            <a:avLst/>
          </a:prstGeom>
          <a:effectLst>
            <a:outerShdw blurRad="25400" dist="12700" dir="2700000" algn="tl" rotWithShape="0">
              <a:prstClr val="black">
                <a:alpha val="80000"/>
              </a:prstClr>
            </a:outerShdw>
          </a:effectLst>
        </p:spPr>
      </p:pic>
      <p:cxnSp>
        <p:nvCxnSpPr>
          <p:cNvPr id="156" name="직선 연결선 155">
            <a:extLst>
              <a:ext uri="{FF2B5EF4-FFF2-40B4-BE49-F238E27FC236}">
                <a16:creationId xmlns:a16="http://schemas.microsoft.com/office/drawing/2014/main" id="{5F8EDDFE-1F14-49E2-9AAE-1406A54527B9}"/>
              </a:ext>
            </a:extLst>
          </p:cNvPr>
          <p:cNvCxnSpPr>
            <a:cxnSpLocks/>
          </p:cNvCxnSpPr>
          <p:nvPr/>
        </p:nvCxnSpPr>
        <p:spPr>
          <a:xfrm>
            <a:off x="1272540" y="901996"/>
            <a:ext cx="500757" cy="0"/>
          </a:xfrm>
          <a:prstGeom prst="line">
            <a:avLst/>
          </a:prstGeom>
          <a:ln w="12700">
            <a:solidFill>
              <a:schemeClr val="tx2">
                <a:lumMod val="60000"/>
                <a:lumOff val="40000"/>
              </a:schemeClr>
            </a:solidFill>
            <a:headEnd type="arrow" w="sm" len="sm"/>
            <a:tailEnd type="arrow" w="sm" len="sm"/>
          </a:ln>
          <a:effectLst>
            <a:outerShdw blurRad="12700" dist="12700" dir="2700000" algn="tl" rotWithShape="0">
              <a:prstClr val="black">
                <a:alpha val="8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직선 연결선 157">
            <a:extLst>
              <a:ext uri="{FF2B5EF4-FFF2-40B4-BE49-F238E27FC236}">
                <a16:creationId xmlns:a16="http://schemas.microsoft.com/office/drawing/2014/main" id="{389505F2-5E10-4A1B-B33B-F177E32DC12B}"/>
              </a:ext>
            </a:extLst>
          </p:cNvPr>
          <p:cNvCxnSpPr>
            <a:cxnSpLocks/>
          </p:cNvCxnSpPr>
          <p:nvPr/>
        </p:nvCxnSpPr>
        <p:spPr>
          <a:xfrm flipV="1">
            <a:off x="1257928" y="996982"/>
            <a:ext cx="513900" cy="149992"/>
          </a:xfrm>
          <a:prstGeom prst="line">
            <a:avLst/>
          </a:prstGeom>
          <a:ln w="12700">
            <a:solidFill>
              <a:schemeClr val="tx2">
                <a:lumMod val="60000"/>
                <a:lumOff val="40000"/>
              </a:schemeClr>
            </a:solidFill>
            <a:headEnd type="arrow" w="sm" len="sm"/>
            <a:tailEnd type="arrow" w="sm" len="sm"/>
          </a:ln>
          <a:effectLst>
            <a:outerShdw blurRad="12700" dist="12700" dir="2700000" algn="tl" rotWithShape="0">
              <a:prstClr val="black">
                <a:alpha val="8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3" name="그래픽 162" descr="광고">
            <a:extLst>
              <a:ext uri="{FF2B5EF4-FFF2-40B4-BE49-F238E27FC236}">
                <a16:creationId xmlns:a16="http://schemas.microsoft.com/office/drawing/2014/main" id="{A97B3680-BCA5-4DF0-A4EB-5D89C8E1625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756185" y="555678"/>
            <a:ext cx="324000" cy="324000"/>
          </a:xfrm>
          <a:prstGeom prst="rect">
            <a:avLst/>
          </a:prstGeom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166" name="직선 연결선 165">
            <a:extLst>
              <a:ext uri="{FF2B5EF4-FFF2-40B4-BE49-F238E27FC236}">
                <a16:creationId xmlns:a16="http://schemas.microsoft.com/office/drawing/2014/main" id="{5CF8D6F7-5207-4758-9176-F0C0D21F6434}"/>
              </a:ext>
            </a:extLst>
          </p:cNvPr>
          <p:cNvCxnSpPr>
            <a:cxnSpLocks/>
          </p:cNvCxnSpPr>
          <p:nvPr/>
        </p:nvCxnSpPr>
        <p:spPr>
          <a:xfrm>
            <a:off x="8252460" y="758922"/>
            <a:ext cx="438214" cy="0"/>
          </a:xfrm>
          <a:prstGeom prst="line">
            <a:avLst/>
          </a:prstGeom>
          <a:ln w="12700">
            <a:solidFill>
              <a:schemeClr val="tx2">
                <a:lumMod val="60000"/>
                <a:lumOff val="40000"/>
              </a:schemeClr>
            </a:solidFill>
            <a:headEnd type="arrow" w="sm" len="sm"/>
            <a:tailEnd type="arrow" w="sm" len="sm"/>
          </a:ln>
          <a:effectLst>
            <a:outerShdw blurRad="12700" dist="12700" dir="2700000" algn="tl" rotWithShape="0">
              <a:prstClr val="black">
                <a:alpha val="8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TextBox 167">
            <a:extLst>
              <a:ext uri="{FF2B5EF4-FFF2-40B4-BE49-F238E27FC236}">
                <a16:creationId xmlns:a16="http://schemas.microsoft.com/office/drawing/2014/main" id="{6735B31B-9367-40D4-AB40-F12FB21F4672}"/>
              </a:ext>
            </a:extLst>
          </p:cNvPr>
          <p:cNvSpPr txBox="1"/>
          <p:nvPr/>
        </p:nvSpPr>
        <p:spPr>
          <a:xfrm>
            <a:off x="8495425" y="905533"/>
            <a:ext cx="845520" cy="415498"/>
          </a:xfrm>
          <a:prstGeom prst="rect">
            <a:avLst/>
          </a:prstGeom>
          <a:noFill/>
          <a:effectLst>
            <a:outerShdw blurRad="12700" dist="12700" dir="2700000" algn="tl" rotWithShape="0">
              <a:prstClr val="black">
                <a:alpha val="80000"/>
              </a:prst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  <a:latin typeface="+mj-ea"/>
                <a:ea typeface="+mj-ea"/>
              </a:rPr>
              <a:t>CGDK</a:t>
            </a:r>
            <a:br>
              <a:rPr lang="en-US" altLang="ko-KR" sz="900" dirty="0">
                <a:solidFill>
                  <a:schemeClr val="bg1"/>
                </a:solidFill>
                <a:latin typeface="+mj-ea"/>
                <a:ea typeface="+mj-ea"/>
              </a:rPr>
            </a:br>
            <a:r>
              <a:rPr lang="en-US" altLang="ko-KR" sz="900" dirty="0">
                <a:solidFill>
                  <a:schemeClr val="bg1"/>
                </a:solidFill>
                <a:latin typeface="+mj-ea"/>
                <a:ea typeface="+mj-ea"/>
              </a:rPr>
              <a:t>admin server</a:t>
            </a:r>
          </a:p>
          <a:p>
            <a:pPr algn="ctr"/>
            <a:r>
              <a:rPr lang="en-US" altLang="ko-KR" sz="900" dirty="0">
                <a:solidFill>
                  <a:schemeClr val="bg1"/>
                </a:solidFill>
                <a:latin typeface="+mj-ea"/>
                <a:ea typeface="+mj-ea"/>
              </a:rPr>
              <a:t>…</a:t>
            </a:r>
            <a:endParaRPr lang="ko-KR" altLang="en-US" sz="9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F4AE1933-A52B-4F3A-8995-8E915B4B4E04}"/>
              </a:ext>
            </a:extLst>
          </p:cNvPr>
          <p:cNvCxnSpPr>
            <a:cxnSpLocks/>
          </p:cNvCxnSpPr>
          <p:nvPr/>
        </p:nvCxnSpPr>
        <p:spPr>
          <a:xfrm>
            <a:off x="8191500" y="1619052"/>
            <a:ext cx="1445223" cy="0"/>
          </a:xfrm>
          <a:prstGeom prst="line">
            <a:avLst/>
          </a:prstGeom>
          <a:ln w="12700">
            <a:solidFill>
              <a:schemeClr val="tx2">
                <a:lumMod val="60000"/>
                <a:lumOff val="40000"/>
              </a:schemeClr>
            </a:solidFill>
            <a:headEnd type="arrow" w="sm" len="sm"/>
            <a:tailEnd type="arrow" w="sm" len="sm"/>
          </a:ln>
          <a:effectLst>
            <a:outerShdw blurRad="12700" dist="12700" dir="2700000" algn="tl" rotWithShape="0">
              <a:prstClr val="black">
                <a:alpha val="8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B5831291-7B15-490A-986E-FDDA60330C88}"/>
              </a:ext>
            </a:extLst>
          </p:cNvPr>
          <p:cNvSpPr txBox="1"/>
          <p:nvPr/>
        </p:nvSpPr>
        <p:spPr>
          <a:xfrm>
            <a:off x="9411910" y="1783011"/>
            <a:ext cx="845520" cy="138499"/>
          </a:xfrm>
          <a:prstGeom prst="rect">
            <a:avLst/>
          </a:prstGeom>
          <a:noFill/>
          <a:effectLst>
            <a:outerShdw blurRad="12700" dist="12700" dir="2700000" algn="tl" rotWithShape="0">
              <a:prstClr val="black">
                <a:alpha val="80000"/>
              </a:prst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900">
                <a:solidFill>
                  <a:schemeClr val="bg1"/>
                </a:solidFill>
                <a:latin typeface="+mj-ea"/>
                <a:ea typeface="+mj-ea"/>
              </a:rPr>
              <a:t>web server</a:t>
            </a:r>
            <a:endParaRPr lang="ko-KR" altLang="en-US" sz="900">
              <a:solidFill>
                <a:schemeClr val="bg1"/>
              </a:solidFill>
              <a:latin typeface="+mj-ea"/>
              <a:ea typeface="+mj-ea"/>
            </a:endParaRPr>
          </a:p>
        </p:txBody>
      </p:sp>
      <p:pic>
        <p:nvPicPr>
          <p:cNvPr id="173" name="그래픽 172" descr="컴퓨터">
            <a:extLst>
              <a:ext uri="{FF2B5EF4-FFF2-40B4-BE49-F238E27FC236}">
                <a16:creationId xmlns:a16="http://schemas.microsoft.com/office/drawing/2014/main" id="{B9B40C20-4ACC-43C1-966F-5EEA5BDF5FD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62965" y="1463412"/>
            <a:ext cx="324000" cy="324000"/>
          </a:xfrm>
          <a:prstGeom prst="rect">
            <a:avLst/>
          </a:prstGeom>
          <a:effectLst>
            <a:outerShdw blurRad="25400" dist="12700" dir="2700000" algn="tl" rotWithShape="0">
              <a:prstClr val="black">
                <a:alpha val="80000"/>
              </a:prstClr>
            </a:outerShdw>
          </a:effectLst>
        </p:spPr>
      </p:pic>
      <p:sp>
        <p:nvSpPr>
          <p:cNvPr id="176" name="사각형: 둥근 모서리 175">
            <a:extLst>
              <a:ext uri="{FF2B5EF4-FFF2-40B4-BE49-F238E27FC236}">
                <a16:creationId xmlns:a16="http://schemas.microsoft.com/office/drawing/2014/main" id="{A18DE9C2-C6CA-44E4-8A05-5A76C98346FE}"/>
              </a:ext>
            </a:extLst>
          </p:cNvPr>
          <p:cNvSpPr/>
          <p:nvPr/>
        </p:nvSpPr>
        <p:spPr>
          <a:xfrm>
            <a:off x="2255521" y="283917"/>
            <a:ext cx="7085424" cy="1735383"/>
          </a:xfrm>
          <a:prstGeom prst="round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  <a:prstDash val="sysDot"/>
          </a:ln>
          <a:effectLst>
            <a:outerShdw blurRad="12700" dist="12700" dir="2700000" algn="tl" rotWithShape="0">
              <a:prstClr val="black">
                <a:alpha val="8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6538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그림 44">
            <a:extLst>
              <a:ext uri="{FF2B5EF4-FFF2-40B4-BE49-F238E27FC236}">
                <a16:creationId xmlns:a16="http://schemas.microsoft.com/office/drawing/2014/main" id="{4D2F7766-4061-478A-B002-37EA5463AF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501" y="3972441"/>
            <a:ext cx="485714" cy="742857"/>
          </a:xfrm>
          <a:prstGeom prst="rect">
            <a:avLst/>
          </a:prstGeom>
        </p:spPr>
      </p:pic>
      <p:pic>
        <p:nvPicPr>
          <p:cNvPr id="4" name="그래픽 3" descr="스마트폰">
            <a:extLst>
              <a:ext uri="{FF2B5EF4-FFF2-40B4-BE49-F238E27FC236}">
                <a16:creationId xmlns:a16="http://schemas.microsoft.com/office/drawing/2014/main" id="{33780F54-584B-41C0-B19A-34740AD2609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86898" y="1164309"/>
            <a:ext cx="324000" cy="258923"/>
          </a:xfrm>
          <a:prstGeom prst="rect">
            <a:avLst/>
          </a:prstGeom>
          <a:effectLst/>
        </p:spPr>
      </p:pic>
      <p:pic>
        <p:nvPicPr>
          <p:cNvPr id="5" name="그래픽 4" descr="서버">
            <a:extLst>
              <a:ext uri="{FF2B5EF4-FFF2-40B4-BE49-F238E27FC236}">
                <a16:creationId xmlns:a16="http://schemas.microsoft.com/office/drawing/2014/main" id="{96A855C7-46B1-4F95-B785-5A60989CE30F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88476" y="1139868"/>
            <a:ext cx="324000" cy="324000"/>
          </a:xfrm>
          <a:prstGeom prst="rect">
            <a:avLst/>
          </a:prstGeom>
          <a:effectLst/>
        </p:spPr>
      </p:pic>
      <p:pic>
        <p:nvPicPr>
          <p:cNvPr id="6" name="그래픽 5" descr="컴퓨터">
            <a:extLst>
              <a:ext uri="{FF2B5EF4-FFF2-40B4-BE49-F238E27FC236}">
                <a16:creationId xmlns:a16="http://schemas.microsoft.com/office/drawing/2014/main" id="{87E6DA1E-B7AB-4EB9-972D-B3C0AB1B05C1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28830" y="752075"/>
            <a:ext cx="324000" cy="324000"/>
          </a:xfrm>
          <a:prstGeom prst="rect">
            <a:avLst/>
          </a:prstGeom>
          <a:effectLst/>
        </p:spPr>
      </p:pic>
      <p:pic>
        <p:nvPicPr>
          <p:cNvPr id="7" name="그래픽 6" descr="인터넷">
            <a:extLst>
              <a:ext uri="{FF2B5EF4-FFF2-40B4-BE49-F238E27FC236}">
                <a16:creationId xmlns:a16="http://schemas.microsoft.com/office/drawing/2014/main" id="{C0B3DE29-7428-4A81-986F-EAA0D3627209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99081" y="1544423"/>
            <a:ext cx="324000" cy="324000"/>
          </a:xfrm>
          <a:prstGeom prst="rect">
            <a:avLst/>
          </a:prstGeom>
          <a:effectLst/>
        </p:spPr>
      </p:pic>
      <p:pic>
        <p:nvPicPr>
          <p:cNvPr id="8" name="그래픽 7" descr="광고">
            <a:extLst>
              <a:ext uri="{FF2B5EF4-FFF2-40B4-BE49-F238E27FC236}">
                <a16:creationId xmlns:a16="http://schemas.microsoft.com/office/drawing/2014/main" id="{B3483398-D3AB-448D-B407-3E2B48F474BB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873209" y="752075"/>
            <a:ext cx="324000" cy="324000"/>
          </a:xfrm>
          <a:prstGeom prst="rect">
            <a:avLst/>
          </a:prstGeom>
          <a:effectLst/>
        </p:spPr>
      </p:pic>
      <p:pic>
        <p:nvPicPr>
          <p:cNvPr id="9" name="그래픽 8" descr="컴퓨터">
            <a:extLst>
              <a:ext uri="{FF2B5EF4-FFF2-40B4-BE49-F238E27FC236}">
                <a16:creationId xmlns:a16="http://schemas.microsoft.com/office/drawing/2014/main" id="{FF30EC93-0BDA-4A1F-B60C-6DEAC6CDB996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97209" y="1544423"/>
            <a:ext cx="324000" cy="324000"/>
          </a:xfrm>
          <a:prstGeom prst="rect">
            <a:avLst/>
          </a:prstGeom>
          <a:effectLst/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D58BF14-C6CC-48C3-A842-BC6912302ED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3719" y="3782383"/>
            <a:ext cx="533333" cy="74285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060D139-83AA-4502-A2AB-52FF4BB1E12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9303" y="3534236"/>
            <a:ext cx="497957" cy="49629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01AD838F-E5F6-4271-AF94-BF0EB6CCD5F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1133" y="4000705"/>
            <a:ext cx="522245" cy="49629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6C54CB9F-A805-4C91-856C-CB06C96DE9C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9185" y="3009429"/>
            <a:ext cx="496861" cy="576437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2A55167E-F9CF-4B93-B495-0F85C30910A3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0957" y="3280022"/>
            <a:ext cx="650637" cy="661461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B7C67307-D58B-44F4-9457-7499ADDCA91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9146" y="4196474"/>
            <a:ext cx="398153" cy="417148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23F26FE4-175B-46C4-A893-C72448337F03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425" y="4412307"/>
            <a:ext cx="748417" cy="169385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A022BEFD-AFFF-4768-AAA6-A73DCCBBE1C3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1317" y="2743993"/>
            <a:ext cx="398152" cy="396788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7E472D81-CF7B-4E23-8EC3-0D455DF7AEC1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8732" y="4045019"/>
            <a:ext cx="748417" cy="601819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BC38B382-F343-4039-8740-A0EF9D6B0DD4}"/>
              </a:ext>
            </a:extLst>
          </p:cNvPr>
          <p:cNvPicPr>
            <a:picLocks noChangeAspect="1"/>
          </p:cNvPicPr>
          <p:nvPr/>
        </p:nvPicPr>
        <p:blipFill>
          <a:blip r:embed="rId2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9137" y="3887190"/>
            <a:ext cx="352306" cy="396000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09EBA416-0CF4-4385-8AD9-7F94388794BD}"/>
              </a:ext>
            </a:extLst>
          </p:cNvPr>
          <p:cNvPicPr>
            <a:picLocks noChangeAspect="1"/>
          </p:cNvPicPr>
          <p:nvPr/>
        </p:nvPicPr>
        <p:blipFill>
          <a:blip r:embed="rId23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5675" y="3540441"/>
            <a:ext cx="401968" cy="4320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D1ACDB5D-1117-457D-85F5-742F505E717D}"/>
              </a:ext>
            </a:extLst>
          </p:cNvPr>
          <p:cNvSpPr txBox="1"/>
          <p:nvPr/>
        </p:nvSpPr>
        <p:spPr>
          <a:xfrm>
            <a:off x="9521209" y="2756568"/>
            <a:ext cx="845520" cy="415498"/>
          </a:xfrm>
          <a:prstGeom prst="rect">
            <a:avLst/>
          </a:prstGeom>
          <a:noFill/>
          <a:effectLst>
            <a:outerShdw blurRad="12700" dist="12700" dir="2700000" algn="tl" rotWithShape="0">
              <a:prstClr val="black">
                <a:alpha val="80000"/>
              </a:prst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900" dirty="0">
                <a:latin typeface="Arial Black" panose="020B0A04020102020204" pitchFamily="34" charset="0"/>
                <a:ea typeface="+mj-ea"/>
              </a:rPr>
              <a:t>CGDK</a:t>
            </a:r>
            <a:br>
              <a:rPr lang="en-US" altLang="ko-KR" sz="900" dirty="0">
                <a:latin typeface="Arial Black" panose="020B0A04020102020204" pitchFamily="34" charset="0"/>
                <a:ea typeface="+mj-ea"/>
              </a:rPr>
            </a:br>
            <a:r>
              <a:rPr lang="en-US" altLang="ko-KR" sz="900" dirty="0">
                <a:latin typeface="Arial Black" panose="020B0A04020102020204" pitchFamily="34" charset="0"/>
                <a:ea typeface="+mj-ea"/>
              </a:rPr>
              <a:t>admin server</a:t>
            </a:r>
          </a:p>
          <a:p>
            <a:pPr algn="ctr"/>
            <a:r>
              <a:rPr lang="en-US" altLang="ko-KR" sz="900" dirty="0">
                <a:latin typeface="Arial Black" panose="020B0A04020102020204" pitchFamily="34" charset="0"/>
                <a:ea typeface="+mj-ea"/>
              </a:rPr>
              <a:t>…</a:t>
            </a:r>
            <a:endParaRPr lang="ko-KR" altLang="en-US" sz="900" dirty="0">
              <a:latin typeface="Arial Black" panose="020B0A04020102020204" pitchFamily="34" charset="0"/>
              <a:ea typeface="+mj-ea"/>
            </a:endParaRPr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35B770FC-1B5E-4110-8EE7-28762DA4FFE6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7459" y="3991374"/>
            <a:ext cx="576437" cy="576437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EF17E0AF-4027-44BD-9486-CB26A4E30A0B}"/>
              </a:ext>
            </a:extLst>
          </p:cNvPr>
          <p:cNvSpPr txBox="1"/>
          <p:nvPr/>
        </p:nvSpPr>
        <p:spPr>
          <a:xfrm>
            <a:off x="774441" y="933062"/>
            <a:ext cx="125867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 dirty="0">
                <a:latin typeface="HY헤드라인M" panose="02030600000101010101" pitchFamily="18" charset="-127"/>
                <a:ea typeface="HY헤드라인M" panose="02030600000101010101" pitchFamily="18" charset="-127"/>
                <a:cs typeface="Segoe UI Semibold" panose="020B0702040204020203" pitchFamily="34" charset="0"/>
              </a:rPr>
              <a:t>CGC.II.</a:t>
            </a:r>
            <a:endParaRPr lang="ko-KR" altLang="en-US" sz="3000" dirty="0">
              <a:latin typeface="HY헤드라인M" panose="02030600000101010101" pitchFamily="18" charset="-127"/>
              <a:ea typeface="HY헤드라인M" panose="02030600000101010101" pitchFamily="18" charset="-127"/>
              <a:cs typeface="Segoe UI Semibold" panose="020B0702040204020203" pitchFamily="34" charset="0"/>
            </a:endParaRP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78FB98F1-183E-47B4-98A7-FD052227155C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3382" y="4070816"/>
            <a:ext cx="510383" cy="502878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F2EEB93C-619F-4551-8A7E-D7F92957E0B8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9801" y="4117817"/>
            <a:ext cx="507815" cy="507815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7D06FECB-8F97-4252-B3B6-6DA06AD54F5E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8522" y="4070816"/>
            <a:ext cx="642813" cy="642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292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D90914A-E95A-4DCE-9A28-E0ED714674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321" y="1386275"/>
            <a:ext cx="1280345" cy="47984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173B50B-8966-4F46-8D8C-4E9C503A36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2493" y="1866122"/>
            <a:ext cx="942975" cy="38129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DF8E260-BCC4-434D-B88A-3414F35408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2666" y="1218422"/>
            <a:ext cx="592183" cy="6477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B16B52E-98C9-4174-9B37-1C6A27452B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6593" y="1310707"/>
            <a:ext cx="959220" cy="74606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03431017-D702-4DBF-88FB-FF26B4A5A1D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7991" y="1981832"/>
            <a:ext cx="708212" cy="531159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D1C1A9CC-5CE7-4CCD-A7F4-6E80DE4F9B3E}"/>
              </a:ext>
            </a:extLst>
          </p:cNvPr>
          <p:cNvSpPr/>
          <p:nvPr/>
        </p:nvSpPr>
        <p:spPr>
          <a:xfrm>
            <a:off x="7543995" y="2247411"/>
            <a:ext cx="3610947" cy="3191070"/>
          </a:xfrm>
          <a:prstGeom prst="rect">
            <a:avLst/>
          </a:prstGeom>
          <a:solidFill>
            <a:schemeClr val="accent1"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5856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61C7E67-AC54-4EB8-B793-3D8EE79378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782" y="569167"/>
            <a:ext cx="4671921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8A51975-269C-4108-B5D7-824BCC04C8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9425" y="923731"/>
            <a:ext cx="4359108" cy="68580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9D4345C-5677-4564-8651-2D71E31E7E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1262" y="309951"/>
            <a:ext cx="879517" cy="108964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2A64067-1046-4CB0-ABD9-A6F69E5BCA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706" y="-411648"/>
            <a:ext cx="2676331" cy="1961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805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id="{024088F5-7548-4004-B9B4-8A8F763A32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9134" y="2575991"/>
            <a:ext cx="949157" cy="949157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1473EDE2-CC95-47C2-81ED-F8B1CF4471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9656" y="4220833"/>
            <a:ext cx="1306785" cy="922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033EF01-4936-4215-B838-093AA68867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9359" y="3563174"/>
            <a:ext cx="948932" cy="132308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3C80D471-7498-4424-B73C-4860E695CF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0576" y="3492708"/>
            <a:ext cx="1010422" cy="1403224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528B3107-8AC6-4146-BC7B-70DECC460D7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976" y="3567918"/>
            <a:ext cx="1306785" cy="87119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B2796764-3C31-4F14-8BB3-F421312C1F6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2781" y="1464469"/>
            <a:ext cx="1625510" cy="108452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2AD33928-CA6A-4A7C-A281-E22E02BD472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4139" y="1738589"/>
            <a:ext cx="1351797" cy="81783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CF3023A-E446-4774-AF6A-6F9559A88FD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9656" y="1783638"/>
            <a:ext cx="1273890" cy="127389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F0CE62C2-295B-465F-81D7-C4A965469E0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1217" y="4921358"/>
            <a:ext cx="1342834" cy="70813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04BF1F9-CC85-4D1C-BCC1-F54401C0792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5457" y="4930350"/>
            <a:ext cx="1342834" cy="100839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6A7D8E6-2DDE-4CE4-B731-B521E00FB03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9656" y="3116626"/>
            <a:ext cx="1660125" cy="1067222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B783AE2B-0B75-4A5B-912C-0B86A43029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9656" y="5071803"/>
            <a:ext cx="1311754" cy="738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2E08135-8D9C-4E18-8E20-F1D23EAB847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4051" y="4488232"/>
            <a:ext cx="1319951" cy="817837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A4E5DA4-1957-48AD-81E6-6AE330E11CD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0033" y="2575991"/>
            <a:ext cx="896042" cy="896042"/>
          </a:xfrm>
          <a:prstGeom prst="rect">
            <a:avLst/>
          </a:prstGeom>
        </p:spPr>
      </p:pic>
      <p:pic>
        <p:nvPicPr>
          <p:cNvPr id="17" name="Picture 4" descr="대점검 가디언헌터 첫날 간단 공략 : 네이버 블로그">
            <a:extLst>
              <a:ext uri="{FF2B5EF4-FFF2-40B4-BE49-F238E27FC236}">
                <a16:creationId xmlns:a16="http://schemas.microsoft.com/office/drawing/2014/main" id="{CE3BE890-4E0E-4C9C-BF34-AC9AD59D2C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9952" y="2606310"/>
            <a:ext cx="1331953" cy="922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F5724EAE-4DD6-4BA1-BBD7-4BA47C15D9E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52206" y="5326503"/>
            <a:ext cx="1319951" cy="317583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9455C16E-1607-4743-8C2E-4CD70AE873B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1290700"/>
            <a:ext cx="1960191" cy="1250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4550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2766</TotalTime>
  <Words>204</Words>
  <Application>Microsoft Office PowerPoint</Application>
  <PresentationFormat>와이드스크린</PresentationFormat>
  <Paragraphs>77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2" baseType="lpstr">
      <vt:lpstr>HY헤드라인M</vt:lpstr>
      <vt:lpstr>맑은 고딕</vt:lpstr>
      <vt:lpstr>Arial</vt:lpstr>
      <vt:lpstr>Arial Black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조 상현</dc:creator>
  <cp:lastModifiedBy>조 상현</cp:lastModifiedBy>
  <cp:revision>105</cp:revision>
  <dcterms:created xsi:type="dcterms:W3CDTF">2020-02-27T22:02:47Z</dcterms:created>
  <dcterms:modified xsi:type="dcterms:W3CDTF">2021-12-17T06:21:16Z</dcterms:modified>
</cp:coreProperties>
</file>