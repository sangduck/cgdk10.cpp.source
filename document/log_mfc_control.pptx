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50" d="100"/>
          <a:sy n="150" d="100"/>
        </p:scale>
        <p:origin x="108" y="-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AF5464-A03A-4297-9464-0AE693DCA6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FB7D0D1-F3D3-44AF-B4FA-1FA84DD61D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79814B-A696-4229-B1B8-643051A88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FAC93-BE1B-4567-99CD-C43E20574A2A}" type="datetimeFigureOut">
              <a:rPr lang="ko-KR" altLang="en-US" smtClean="0"/>
              <a:t>2020-08-31 Mon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390BE58-B473-4450-8C14-B3C461FBD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EF2874A-CE4B-42A8-8E74-3C3CB1264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14DCA-3938-4B86-850B-C562780C10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66618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D39C86-CA72-4306-AD24-5974A2F53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DBC6D49-A983-4124-80B2-5D99FF43D2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8CD1478-F704-439F-8F41-69F971B89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FAC93-BE1B-4567-99CD-C43E20574A2A}" type="datetimeFigureOut">
              <a:rPr lang="ko-KR" altLang="en-US" smtClean="0"/>
              <a:t>2020-08-31 Mon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A8C0293-AD9A-45C9-B2D2-48BD4B59F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AF9CF12-55F3-4C62-A03E-19AE03D3F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14DCA-3938-4B86-850B-C562780C10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52848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33398A-667B-426D-BA0A-8675F5F2D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432CEBA-A6F1-4CD1-8C7E-D24B792A09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79E41D-9A03-4B83-A534-DDF5F460B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FAC93-BE1B-4567-99CD-C43E20574A2A}" type="datetimeFigureOut">
              <a:rPr lang="ko-KR" altLang="en-US" smtClean="0"/>
              <a:t>2020-08-31 Mon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403BD7-6744-4723-8BF5-5F8CA76C9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0D84206-636A-4123-81F2-3C2B7D836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14DCA-3938-4B86-850B-C562780C10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3722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0DFDB3-2B47-4818-B901-BCC98BD09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15D5472-D5E3-444A-8878-A1CCD91AD2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06371BD-8B8C-4305-A4DB-94E53EB161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774C0AE-40E1-4A2D-B0FA-09528F8A3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FAC93-BE1B-4567-99CD-C43E20574A2A}" type="datetimeFigureOut">
              <a:rPr lang="ko-KR" altLang="en-US" smtClean="0"/>
              <a:t>2020-08-31 Mon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753C39D-4C80-49A7-925A-9FF4485F9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204B4DE-1322-481D-B30C-3DB0F322B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14DCA-3938-4B86-850B-C562780C10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24856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744621-0E76-445D-9DE7-22AC9E0EA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A3D0DEF-A0A9-479C-B0C1-3FD05E9847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0804B55-44F8-4E1E-AF61-211F46BC31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2235784-A719-440B-8A17-A00078F740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2FCFF81-F587-4C9B-9CBF-8C5E385666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5CBEA7A-BBC4-463C-906E-66E986C8F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FAC93-BE1B-4567-99CD-C43E20574A2A}" type="datetimeFigureOut">
              <a:rPr lang="ko-KR" altLang="en-US" smtClean="0"/>
              <a:t>2020-08-31 Mon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37EA41E-F432-4E0E-B32D-65F628098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93DC6D3-B6BD-401D-A5CC-F856E3CE1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14DCA-3938-4B86-850B-C562780C10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21415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2DA4B6-E30F-4724-906C-49A3118C5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C3F0ADA-D0E4-408C-BB40-C44134911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FAC93-BE1B-4567-99CD-C43E20574A2A}" type="datetimeFigureOut">
              <a:rPr lang="ko-KR" altLang="en-US" smtClean="0"/>
              <a:t>2020-08-31 Mon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D589E8D-08BF-482C-A94D-7FE010F87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296192E-1309-4ED3-A223-98632E376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14DCA-3938-4B86-850B-C562780C10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92789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D61646E-DEBD-41AE-9625-CA8CA8A4E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FAC93-BE1B-4567-99CD-C43E20574A2A}" type="datetimeFigureOut">
              <a:rPr lang="ko-KR" altLang="en-US" smtClean="0"/>
              <a:t>2020-08-31 Mon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BFAB3E9-2F17-419D-BD85-0E518AFED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87D5964-310D-4E0D-A330-1234CA28B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14DCA-3938-4B86-850B-C562780C10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1489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58288F-619C-4EC5-A3FB-1979E5F68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79587CB-BEB1-4368-AE4E-1E1CF89727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65718C6-21AF-4BF8-AB0D-D219CD4268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485A2E3-B4E0-47E0-960A-E2F86FA8F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FAC93-BE1B-4567-99CD-C43E20574A2A}" type="datetimeFigureOut">
              <a:rPr lang="ko-KR" altLang="en-US" smtClean="0"/>
              <a:t>2020-08-31 Mon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2428BB1-014E-4A65-979E-B208A8EAE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7EAAA7C-B783-4338-8FDD-671779A34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14DCA-3938-4B86-850B-C562780C10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43989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232946-F9EB-443C-A1E1-683EB7A8D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3A951EE-D9BB-4EB4-AEC3-239021C330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C0BAE1A-00D6-47BF-98AC-665D5C5B48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3E78E5-E243-48F4-8258-DFD3E98B0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FAC93-BE1B-4567-99CD-C43E20574A2A}" type="datetimeFigureOut">
              <a:rPr lang="ko-KR" altLang="en-US" smtClean="0"/>
              <a:t>2020-08-31 Mon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CDFF060-CE54-4A50-9FB5-37D73437C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82ADE57-6DE6-4E6D-A0E5-232E6AA43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14DCA-3938-4B86-850B-C562780C10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40245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BE9937-04F5-40D0-8EFE-F0E2B0F91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E1232D3-4B49-406E-B50C-FEB966E227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B79D7D4-404C-4C7B-852D-BC46B0A9F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FAC93-BE1B-4567-99CD-C43E20574A2A}" type="datetimeFigureOut">
              <a:rPr lang="ko-KR" altLang="en-US" smtClean="0"/>
              <a:t>2020-08-31 Mon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C0F0D94-8DA4-4273-B8DC-E6F5EB487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AF609C4-609F-451F-8554-489CD37D7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14DCA-3938-4B86-850B-C562780C10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08829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5763395-F0A0-41CD-AEA4-7085175384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1472774-152F-4100-96E9-4E1E79F4AB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142AFB-F538-460F-B707-B292014A3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FAC93-BE1B-4567-99CD-C43E20574A2A}" type="datetimeFigureOut">
              <a:rPr lang="ko-KR" altLang="en-US" smtClean="0"/>
              <a:t>2020-08-31 Mon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B1DE859-3C5B-42CF-A600-3C0971F4C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0356D6C-7181-4C5F-9AD9-9D3B41711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14DCA-3938-4B86-850B-C562780C10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1546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181D1F3-FE2F-40E6-8112-2EE4CE059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B67332E-2C78-4B6A-844C-2D21148DEE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D09A9C1-F3EC-4EC0-956C-ECFFE5AC65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7FAC93-BE1B-4567-99CD-C43E20574A2A}" type="datetimeFigureOut">
              <a:rPr lang="ko-KR" altLang="en-US" smtClean="0"/>
              <a:t>2020-08-31 Mon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8E8663D-B047-48E1-9ED1-E0A4B79EA5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BAB2126-A3B2-4D2E-A4CC-BE7E4E6700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414DCA-3938-4B86-850B-C562780C10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7751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스크린샷, 노트북, 컴퓨터이(가) 표시된 사진&#10;&#10;자동 생성된 설명">
            <a:extLst>
              <a:ext uri="{FF2B5EF4-FFF2-40B4-BE49-F238E27FC236}">
                <a16:creationId xmlns:a16="http://schemas.microsoft.com/office/drawing/2014/main" id="{AEC8593C-FE70-40DD-A0FD-B81E7AD264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052" y="306558"/>
            <a:ext cx="4881010" cy="4684542"/>
          </a:xfrm>
          <a:prstGeom prst="rect">
            <a:avLst/>
          </a:prstGeom>
        </p:spPr>
      </p:pic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9E3EAA8A-6127-4D99-B4DC-CC780DE110BC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1871749" y="1066924"/>
            <a:ext cx="562298" cy="35515"/>
          </a:xfrm>
          <a:prstGeom prst="straightConnector1">
            <a:avLst/>
          </a:prstGeom>
          <a:ln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1D2A3B77-8335-4141-9E9A-F38666A3654A}"/>
              </a:ext>
            </a:extLst>
          </p:cNvPr>
          <p:cNvSpPr/>
          <p:nvPr/>
        </p:nvSpPr>
        <p:spPr>
          <a:xfrm>
            <a:off x="2434047" y="943813"/>
            <a:ext cx="151565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IDC_STATIC_LOG</a:t>
            </a:r>
            <a:endParaRPr lang="ko-KR" altLang="en-US" sz="100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1F4BBA7-0C25-419D-BBE8-C83A2EA83032}"/>
              </a:ext>
            </a:extLst>
          </p:cNvPr>
          <p:cNvSpPr/>
          <p:nvPr/>
        </p:nvSpPr>
        <p:spPr>
          <a:xfrm>
            <a:off x="666750" y="1555750"/>
            <a:ext cx="4076700" cy="2320922"/>
          </a:xfrm>
          <a:prstGeom prst="rect">
            <a:avLst/>
          </a:prstGeom>
          <a:noFill/>
          <a:ln>
            <a:solidFill>
              <a:srgbClr val="0000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348D1CEB-9A2E-4D05-88A9-9FC6018F7030}"/>
              </a:ext>
            </a:extLst>
          </p:cNvPr>
          <p:cNvCxnSpPr>
            <a:cxnSpLocks/>
          </p:cNvCxnSpPr>
          <p:nvPr/>
        </p:nvCxnSpPr>
        <p:spPr>
          <a:xfrm>
            <a:off x="1409700" y="1219200"/>
            <a:ext cx="0" cy="317500"/>
          </a:xfrm>
          <a:prstGeom prst="line">
            <a:avLst/>
          </a:prstGeom>
          <a:ln>
            <a:headEnd type="stealt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2D4073D-3832-42EF-985A-F1590C25DDC1}"/>
              </a:ext>
            </a:extLst>
          </p:cNvPr>
          <p:cNvSpPr/>
          <p:nvPr/>
        </p:nvSpPr>
        <p:spPr>
          <a:xfrm>
            <a:off x="1403350" y="1225550"/>
            <a:ext cx="468398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50pt</a:t>
            </a:r>
            <a:endParaRPr lang="ko-KR" altLang="en-US" sz="10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F3900E52-C6C3-49F9-BFAE-136D83C02754}"/>
              </a:ext>
            </a:extLst>
          </p:cNvPr>
          <p:cNvCxnSpPr>
            <a:cxnSpLocks/>
          </p:cNvCxnSpPr>
          <p:nvPr/>
        </p:nvCxnSpPr>
        <p:spPr>
          <a:xfrm>
            <a:off x="615950" y="1066924"/>
            <a:ext cx="0" cy="11301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E5351097-60E9-4ECB-92BB-ADC2F36F9541}"/>
              </a:ext>
            </a:extLst>
          </p:cNvPr>
          <p:cNvCxnSpPr/>
          <p:nvPr/>
        </p:nvCxnSpPr>
        <p:spPr>
          <a:xfrm flipH="1">
            <a:off x="527050" y="1689100"/>
            <a:ext cx="2349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17712F5F-D1D5-4347-AFE7-E6B28CBFAB4E}"/>
              </a:ext>
            </a:extLst>
          </p:cNvPr>
          <p:cNvCxnSpPr>
            <a:cxnSpLocks/>
          </p:cNvCxnSpPr>
          <p:nvPr/>
        </p:nvCxnSpPr>
        <p:spPr>
          <a:xfrm>
            <a:off x="666750" y="1689100"/>
            <a:ext cx="165100" cy="0"/>
          </a:xfrm>
          <a:prstGeom prst="line">
            <a:avLst/>
          </a:prstGeom>
          <a:ln>
            <a:headEnd type="stealt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68E5329B-D69E-4365-BA01-491E1C60DCC0}"/>
              </a:ext>
            </a:extLst>
          </p:cNvPr>
          <p:cNvCxnSpPr>
            <a:cxnSpLocks/>
          </p:cNvCxnSpPr>
          <p:nvPr/>
        </p:nvCxnSpPr>
        <p:spPr>
          <a:xfrm flipH="1">
            <a:off x="482600" y="1689100"/>
            <a:ext cx="139700" cy="0"/>
          </a:xfrm>
          <a:prstGeom prst="line">
            <a:avLst/>
          </a:prstGeom>
          <a:ln>
            <a:headEnd type="stealt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DBDB8FE7-8231-4320-A7B2-EB4BDBD7AA31}"/>
              </a:ext>
            </a:extLst>
          </p:cNvPr>
          <p:cNvSpPr/>
          <p:nvPr/>
        </p:nvSpPr>
        <p:spPr>
          <a:xfrm>
            <a:off x="757300" y="1562100"/>
            <a:ext cx="388248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5pt</a:t>
            </a:r>
            <a:endParaRPr lang="ko-KR" altLang="en-US" sz="10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EE193A81-AED4-4571-88E8-9B8202708990}"/>
              </a:ext>
            </a:extLst>
          </p:cNvPr>
          <p:cNvSpPr/>
          <p:nvPr/>
        </p:nvSpPr>
        <p:spPr>
          <a:xfrm>
            <a:off x="1445209" y="2150822"/>
            <a:ext cx="21951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여기에 로그 콘트롤을 생성</a:t>
            </a:r>
            <a:endParaRPr lang="ko-KR" altLang="en-US" sz="100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BBD13670-5458-457F-A25B-C263FA921D57}"/>
              </a:ext>
            </a:extLst>
          </p:cNvPr>
          <p:cNvSpPr/>
          <p:nvPr/>
        </p:nvSpPr>
        <p:spPr>
          <a:xfrm>
            <a:off x="666748" y="1556782"/>
            <a:ext cx="3228921" cy="1567413"/>
          </a:xfrm>
          <a:prstGeom prst="rect">
            <a:avLst/>
          </a:prstGeom>
          <a:noFill/>
          <a:ln>
            <a:solidFill>
              <a:srgbClr val="0000FF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3A128C21-88D4-42F8-A94D-B4B85AE85148}"/>
              </a:ext>
            </a:extLst>
          </p:cNvPr>
          <p:cNvCxnSpPr>
            <a:cxnSpLocks/>
          </p:cNvCxnSpPr>
          <p:nvPr/>
        </p:nvCxnSpPr>
        <p:spPr>
          <a:xfrm flipV="1">
            <a:off x="2266950" y="3124195"/>
            <a:ext cx="0" cy="752477"/>
          </a:xfrm>
          <a:prstGeom prst="line">
            <a:avLst/>
          </a:prstGeom>
          <a:ln>
            <a:headEnd type="stealt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93CE84D8-D104-4768-BC79-03400D5C1891}"/>
              </a:ext>
            </a:extLst>
          </p:cNvPr>
          <p:cNvCxnSpPr>
            <a:cxnSpLocks/>
          </p:cNvCxnSpPr>
          <p:nvPr/>
        </p:nvCxnSpPr>
        <p:spPr>
          <a:xfrm flipH="1">
            <a:off x="3895669" y="2295522"/>
            <a:ext cx="847781" cy="0"/>
          </a:xfrm>
          <a:prstGeom prst="line">
            <a:avLst/>
          </a:prstGeom>
          <a:ln>
            <a:headEnd type="stealt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B0928A72-24BC-4F4D-BC0C-0F5189B03B18}"/>
              </a:ext>
            </a:extLst>
          </p:cNvPr>
          <p:cNvSpPr/>
          <p:nvPr/>
        </p:nvSpPr>
        <p:spPr>
          <a:xfrm>
            <a:off x="3927419" y="2285847"/>
            <a:ext cx="768159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82pt </a:t>
            </a:r>
            <a:r>
              <a:rPr lang="ko-KR" altLang="en-US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늘림</a:t>
            </a:r>
            <a:endParaRPr lang="ko-KR" altLang="en-US" sz="10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E3E22A75-DEFE-44CC-8727-0DD542020BDB}"/>
              </a:ext>
            </a:extLst>
          </p:cNvPr>
          <p:cNvSpPr/>
          <p:nvPr/>
        </p:nvSpPr>
        <p:spPr>
          <a:xfrm>
            <a:off x="2228850" y="3319935"/>
            <a:ext cx="848309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100pt </a:t>
            </a:r>
            <a:r>
              <a:rPr lang="ko-KR" altLang="en-US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늘림</a:t>
            </a:r>
            <a:endParaRPr lang="ko-KR" altLang="en-US" sz="10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397098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15</Words>
  <Application>Microsoft Office PowerPoint</Application>
  <PresentationFormat>와이드스크린</PresentationFormat>
  <Paragraphs>6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HY견명조</vt:lpstr>
      <vt:lpstr>HY신명조</vt:lpstr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조 상현</dc:creator>
  <cp:lastModifiedBy>조 상현</cp:lastModifiedBy>
  <cp:revision>9</cp:revision>
  <dcterms:created xsi:type="dcterms:W3CDTF">2020-08-31T07:46:41Z</dcterms:created>
  <dcterms:modified xsi:type="dcterms:W3CDTF">2020-08-31T08:06:13Z</dcterms:modified>
</cp:coreProperties>
</file>