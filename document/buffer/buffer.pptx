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AA219-4A7A-4ECF-AF8E-D362DFE2C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F484A9-8B45-454A-9A85-6503213F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E0987-A95C-4BA7-B9F5-D8C27A8E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23F89-CD4B-4A18-AEBF-B6E3102C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BF2E8-68EE-432F-9CBD-A30139C16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990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3B40A-44AE-4A8B-80C1-40DF1AC5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79509E-1CE8-4D02-8042-05C315290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FEA26F-37B4-4CA2-923E-A5EFD3F1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2B6953-1943-4799-BB09-C2FB854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F290BB-13EC-4478-8E9B-EB4411CE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61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410A4-32F6-4F81-9EFA-A37D18FC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B4CFE8-8C93-4C04-B816-0EF69A176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7D68DE-5C6C-4132-B742-F1703E7D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7CA4A3-6C86-4640-B5DE-FAA21F0D0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CA3310-98B0-4F56-9213-E97F649C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4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9B919-2797-4C52-BFA5-A87C1D23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D02AE-62AC-4F60-BFF1-AD010B3A2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798300-5044-450F-86F1-BBFEB9D41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CAE3AB-019A-4E12-B287-F6F2D6DA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220557-3E6E-4E0B-8D04-D377E152E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21700A-7DE2-421D-93A8-A6A1FB9F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74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3D3C0-6270-4AEC-8389-5303E370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540B33-6881-4B08-B909-EEBF3F786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220466-B732-45A0-A738-29A6A562A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F7378C-4BF9-47F0-884A-C0898A6E1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23DE32-3C21-4944-BD56-DB23A8414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F12360A-701F-4722-8F06-BBCEF45D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B7AF72-7482-4786-B1B4-0FFA8A9F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433C3C-C2B3-42DC-BD7A-812C66C6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512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11090-0E1A-4481-B904-79241244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716E50-B361-441F-880B-6395C917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53441A-6864-4CF9-B4C8-22BF02504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93BCE9-AEE9-4904-BE58-4AEE3BB0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19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764861-279E-4FE8-B033-E0BD942B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8E5269-2EC7-4003-B33A-9882EEB9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C7EDB6-2967-4851-B607-3BAD704C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85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B31CC-CB25-4A1C-8120-96A1F02B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254A2-D1B2-48D0-9875-A8B37E7E3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8D82FC-17BA-49CB-BEEB-870BD3699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7F0B9B-F757-4E3E-87BF-21C7D00B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ADEBB3-3895-4EA6-8949-83DA286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37B343-113F-43E4-BDE6-4EA0989E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36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233E0-E01B-4D37-B272-B1C2A2128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654137-3565-4561-8F01-AAE6FA4A8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9AA4D5-71D0-479F-BFC1-F1E9CC2F1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B209E-346E-44A8-A646-24929DB01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31F30E-235D-4633-9A35-ED3359D0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287355-7F9D-4C61-8314-4F582A09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55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E7B7B-840F-4154-9258-C02D7C44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34DF46-3015-471F-943C-CD3FF20DE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BB50D-6C1F-4858-8294-5ACF580E9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CAA7B6-E41F-4F7B-A875-02BF5543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BBAA21-EA41-4462-88C4-FDEF238B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52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BA8E7D-BB46-4CC4-A85E-F873A9386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E95B01-A392-466A-A4A2-CBB079A4F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943ACA-F425-45C3-B2D7-67636118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476D20-5143-43D0-AFCA-43DBAF2D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DD68F-B27F-45FE-B88F-1856BD0A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44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08C454-4E57-453B-B32D-710F300B9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B844E-EB9A-4714-9E63-FE898F725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36093-9BBE-4752-84C5-B4E553CF3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08379-4F76-4559-9541-8210F69F6EE7}" type="datetimeFigureOut">
              <a:rPr lang="ko-KR" altLang="en-US" smtClean="0"/>
              <a:t>2019-12-20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DA3CBC-D3C8-454D-9399-029F443E6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AB0B02-A16B-4952-B87A-501E8A739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C365D-25D4-4470-9BD6-54E729307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50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8A641C-768E-4D45-8542-1964A7722252}"/>
              </a:ext>
            </a:extLst>
          </p:cNvPr>
          <p:cNvSpPr txBox="1"/>
          <p:nvPr/>
        </p:nvSpPr>
        <p:spPr>
          <a:xfrm>
            <a:off x="3211800" y="2867978"/>
            <a:ext cx="21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+mn-ea"/>
              </a:rPr>
              <a:t>CGDK::</a:t>
            </a:r>
            <a:r>
              <a:rPr lang="en-US" altLang="ko-KR" b="1" err="1">
                <a:latin typeface="+mn-ea"/>
              </a:rPr>
              <a:t>shared_buffer</a:t>
            </a:r>
            <a:endParaRPr lang="ko-KR" altLang="en-US" b="1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A2599-E6F2-492F-80E3-1BD8FA31C3C3}"/>
              </a:ext>
            </a:extLst>
          </p:cNvPr>
          <p:cNvSpPr txBox="1"/>
          <p:nvPr/>
        </p:nvSpPr>
        <p:spPr>
          <a:xfrm>
            <a:off x="3329044" y="1190531"/>
            <a:ext cx="1955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+mn-ea"/>
              </a:rPr>
              <a:t>CGDK::</a:t>
            </a:r>
            <a:r>
              <a:rPr lang="en-US" altLang="ko-KR" b="1" err="1">
                <a:latin typeface="+mn-ea"/>
              </a:rPr>
              <a:t>buffer_view</a:t>
            </a:r>
            <a:endParaRPr lang="ko-KR" altLang="en-US" b="1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B3FF46-C32D-4688-8621-43503CCC21F1}"/>
              </a:ext>
            </a:extLst>
          </p:cNvPr>
          <p:cNvSpPr txBox="1"/>
          <p:nvPr/>
        </p:nvSpPr>
        <p:spPr>
          <a:xfrm>
            <a:off x="3392106" y="2028636"/>
            <a:ext cx="182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+mn-ea"/>
              </a:rPr>
              <a:t>CGDK::</a:t>
            </a:r>
            <a:r>
              <a:rPr lang="en-US" altLang="ko-KR" b="1" err="1">
                <a:latin typeface="+mn-ea"/>
              </a:rPr>
              <a:t>basic_view</a:t>
            </a:r>
            <a:endParaRPr lang="ko-KR" altLang="en-US" b="1">
              <a:latin typeface="+mn-ea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8680D88-8267-48FF-A43C-2A52BC28EC0E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4307004" y="1559863"/>
            <a:ext cx="0" cy="46877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A5C86C1-BA4D-43DC-A6A2-C4A3EE275531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4307004" y="2397968"/>
            <a:ext cx="0" cy="47001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076D3B3-F78D-4846-B671-B795FCE64F59}"/>
              </a:ext>
            </a:extLst>
          </p:cNvPr>
          <p:cNvSpPr txBox="1"/>
          <p:nvPr/>
        </p:nvSpPr>
        <p:spPr>
          <a:xfrm>
            <a:off x="5530196" y="2087989"/>
            <a:ext cx="1231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err="1">
                <a:solidFill>
                  <a:srgbClr val="0000CC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bound_info</a:t>
            </a:r>
            <a:r>
              <a:rPr lang="en-US" altLang="ko-KR" sz="1000">
                <a:solidFill>
                  <a:srgbClr val="0000CC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000">
                <a:solidFill>
                  <a:srgbClr val="0000CC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추가</a:t>
            </a:r>
            <a:endParaRPr lang="en-US" altLang="ko-KR" sz="1000">
              <a:solidFill>
                <a:srgbClr val="0000CC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552B76-BF1E-44B5-953C-3BA3548741D7}"/>
              </a:ext>
            </a:extLst>
          </p:cNvPr>
          <p:cNvSpPr txBox="1"/>
          <p:nvPr/>
        </p:nvSpPr>
        <p:spPr>
          <a:xfrm>
            <a:off x="5530196" y="2927331"/>
            <a:ext cx="12971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0000CC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스마트 포인터 추가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7E4A0-00A0-4DF9-9CBA-5BB7099083D2}"/>
              </a:ext>
            </a:extLst>
          </p:cNvPr>
          <p:cNvSpPr txBox="1"/>
          <p:nvPr/>
        </p:nvSpPr>
        <p:spPr>
          <a:xfrm>
            <a:off x="5530196" y="1249884"/>
            <a:ext cx="10406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0000CC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기본 버퍼 기능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B2E84F-C903-4D4E-B135-61C666EF3F45}"/>
              </a:ext>
            </a:extLst>
          </p:cNvPr>
          <p:cNvSpPr txBox="1"/>
          <p:nvPr/>
        </p:nvSpPr>
        <p:spPr>
          <a:xfrm>
            <a:off x="5608244" y="1478583"/>
            <a:ext cx="219002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data_, size_ 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두개의 변수만 존재함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함수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900" err="1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읽어내기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front&lt;T&gt;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함수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읽기와 </a:t>
            </a:r>
            <a:r>
              <a:rPr lang="ko-KR" altLang="en-US" sz="900" err="1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덥어쓰기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lang="ko-KR" altLang="en-US" sz="900">
              <a:solidFill>
                <a:srgbClr val="0000C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60DB12-9892-4A30-BEDB-E059C8627F83}"/>
              </a:ext>
            </a:extLst>
          </p:cNvPr>
          <p:cNvSpPr txBox="1"/>
          <p:nvPr/>
        </p:nvSpPr>
        <p:spPr>
          <a:xfrm>
            <a:off x="5608244" y="2340170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경계 정보 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900" err="1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bound_info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추가</a:t>
            </a:r>
            <a:endParaRPr lang="en-US" altLang="ko-KR" sz="900">
              <a:solidFill>
                <a:srgbClr val="0000C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함수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써넣기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기능 추가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422792-ECE6-4E66-A4E6-42A80122CC47}"/>
              </a:ext>
            </a:extLst>
          </p:cNvPr>
          <p:cNvSpPr txBox="1"/>
          <p:nvPr/>
        </p:nvSpPr>
        <p:spPr>
          <a:xfrm>
            <a:off x="5608244" y="3215978"/>
            <a:ext cx="2396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할당된 버퍼의 스마트 포인터 기능 추가</a:t>
            </a:r>
            <a:endParaRPr lang="en-US" altLang="ko-KR" sz="900">
              <a:solidFill>
                <a:srgbClr val="0000C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버퍼의 할당 가능</a:t>
            </a:r>
            <a:endParaRPr lang="en-US" altLang="ko-KR" sz="900">
              <a:solidFill>
                <a:srgbClr val="0000C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err="1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alloc_shared_buffer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(SIZE) 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함수와</a:t>
            </a:r>
            <a:b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900" err="1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make_shared_buffer</a:t>
            </a:r>
            <a:r>
              <a:rPr lang="en-US" altLang="ko-KR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&lt;T&gt; </a:t>
            </a:r>
            <a:r>
              <a:rPr lang="ko-KR" altLang="en-US" sz="900">
                <a:solidFill>
                  <a:srgbClr val="0000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함수의 대상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EB9B740-340E-41E3-95B0-423CC624DB0C}"/>
              </a:ext>
            </a:extLst>
          </p:cNvPr>
          <p:cNvCxnSpPr>
            <a:stCxn id="14" idx="1"/>
            <a:endCxn id="5" idx="3"/>
          </p:cNvCxnSpPr>
          <p:nvPr/>
        </p:nvCxnSpPr>
        <p:spPr>
          <a:xfrm flipH="1">
            <a:off x="5284964" y="1372995"/>
            <a:ext cx="245232" cy="220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46876F0-079A-4A45-823D-A21906EEEF02}"/>
              </a:ext>
            </a:extLst>
          </p:cNvPr>
          <p:cNvCxnSpPr>
            <a:cxnSpLocks/>
            <a:stCxn id="12" idx="1"/>
            <a:endCxn id="6" idx="3"/>
          </p:cNvCxnSpPr>
          <p:nvPr/>
        </p:nvCxnSpPr>
        <p:spPr>
          <a:xfrm flipH="1">
            <a:off x="5221902" y="2211100"/>
            <a:ext cx="308294" cy="220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E03568D-0826-4EB2-9AEA-450374C95D69}"/>
              </a:ext>
            </a:extLst>
          </p:cNvPr>
          <p:cNvCxnSpPr>
            <a:cxnSpLocks/>
            <a:stCxn id="13" idx="1"/>
            <a:endCxn id="4" idx="3"/>
          </p:cNvCxnSpPr>
          <p:nvPr/>
        </p:nvCxnSpPr>
        <p:spPr>
          <a:xfrm flipH="1">
            <a:off x="5402208" y="3050442"/>
            <a:ext cx="127988" cy="220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724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97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HY견명조</vt:lpstr>
      <vt:lpstr>HY신명조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 상현</dc:creator>
  <cp:lastModifiedBy>조 상현</cp:lastModifiedBy>
  <cp:revision>9</cp:revision>
  <dcterms:created xsi:type="dcterms:W3CDTF">2019-12-20T08:08:21Z</dcterms:created>
  <dcterms:modified xsi:type="dcterms:W3CDTF">2019-12-20T11:16:41Z</dcterms:modified>
</cp:coreProperties>
</file>